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d4cda57fda413d" /><Relationship Type="http://schemas.openxmlformats.org/officeDocument/2006/relationships/extended-properties" Target="/docProps/app.xml" Id="Re08a4128984d476f" /><Relationship Type="http://schemas.openxmlformats.org/officeDocument/2006/relationships/officeDocument" Target="/ppt/presentation.xml" Id="Rcec12cfed2ea42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eeb96ce7304d9a"/>
  </p:sldMasterIdLst>
  <p:notesMasterIdLst>
    <p:notesMasterId xmlns:r="http://schemas.openxmlformats.org/officeDocument/2006/relationships" r:id="R49f68206c0734b64"/>
  </p:notesMasterIdLst>
  <p:sldIdLst>
    <p:sldId xmlns:r="http://schemas.openxmlformats.org/officeDocument/2006/relationships" id="256" r:id="Rb4b4d30677604b89"/>
    <p:sldId xmlns:r="http://schemas.openxmlformats.org/officeDocument/2006/relationships" id="257" r:id="R46a64df70cd14503"/>
    <p:sldId xmlns:r="http://schemas.openxmlformats.org/officeDocument/2006/relationships" id="258" r:id="R68973a6863f24864"/>
    <p:sldId xmlns:r="http://schemas.openxmlformats.org/officeDocument/2006/relationships" id="259" r:id="Rb48accf0f1944389"/>
    <p:sldId xmlns:r="http://schemas.openxmlformats.org/officeDocument/2006/relationships" id="260" r:id="Re0653ff31018444f"/>
    <p:sldId xmlns:r="http://schemas.openxmlformats.org/officeDocument/2006/relationships" id="261" r:id="Rc7aafa902d3b4cc1"/>
    <p:sldId xmlns:r="http://schemas.openxmlformats.org/officeDocument/2006/relationships" id="262" r:id="R85a6b33f342c4e1a"/>
    <p:sldId xmlns:r="http://schemas.openxmlformats.org/officeDocument/2006/relationships" id="263" r:id="R079008d8578c45ac"/>
    <p:sldId xmlns:r="http://schemas.openxmlformats.org/officeDocument/2006/relationships" id="264" r:id="Raa40e613e73d4b6f"/>
    <p:sldId xmlns:r="http://schemas.openxmlformats.org/officeDocument/2006/relationships" id="265" r:id="R6906e192e59d48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06ae4618694489" /><Relationship Type="http://schemas.openxmlformats.org/officeDocument/2006/relationships/slideMaster" Target="/ppt/slideMasters/slideMaster1.xml" Id="R33eeb96ce7304d9a" /><Relationship Type="http://schemas.openxmlformats.org/officeDocument/2006/relationships/notesMaster" Target="/ppt/notesMasters/notesMaster1.xml" Id="R49f68206c0734b64" /><Relationship Type="http://schemas.openxmlformats.org/officeDocument/2006/relationships/presProps" Target="/ppt/presProps.xml" Id="Rfd1606bbb2764372" /><Relationship Type="http://schemas.openxmlformats.org/officeDocument/2006/relationships/tableStyles" Target="/ppt/tableStyles.xml" Id="R07e212c7a6f84a03" /><Relationship Type="http://schemas.openxmlformats.org/officeDocument/2006/relationships/slide" Target="/ppt/slides/slide1.xml" Id="Rb4b4d30677604b89" /><Relationship Type="http://schemas.openxmlformats.org/officeDocument/2006/relationships/slide" Target="/ppt/slides/slide2.xml" Id="R46a64df70cd14503" /><Relationship Type="http://schemas.openxmlformats.org/officeDocument/2006/relationships/slide" Target="/ppt/slides/slide3.xml" Id="R68973a6863f24864" /><Relationship Type="http://schemas.openxmlformats.org/officeDocument/2006/relationships/slide" Target="/ppt/slides/slide4.xml" Id="Rb48accf0f1944389" /><Relationship Type="http://schemas.openxmlformats.org/officeDocument/2006/relationships/slide" Target="/ppt/slides/slide5.xml" Id="Re0653ff31018444f" /><Relationship Type="http://schemas.openxmlformats.org/officeDocument/2006/relationships/slide" Target="/ppt/slides/slide6.xml" Id="Rc7aafa902d3b4cc1" /><Relationship Type="http://schemas.openxmlformats.org/officeDocument/2006/relationships/slide" Target="/ppt/slides/slide7.xml" Id="R85a6b33f342c4e1a" /><Relationship Type="http://schemas.openxmlformats.org/officeDocument/2006/relationships/slide" Target="/ppt/slides/slide8.xml" Id="R079008d8578c45ac" /><Relationship Type="http://schemas.openxmlformats.org/officeDocument/2006/relationships/slide" Target="/ppt/slides/slide9.xml" Id="Raa40e613e73d4b6f" /><Relationship Type="http://schemas.openxmlformats.org/officeDocument/2006/relationships/slide" Target="/ppt/slides/slide10.xml" Id="R6906e192e59d48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caa4a5976241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26ae9906084f49" /><Relationship Type="http://schemas.openxmlformats.org/officeDocument/2006/relationships/notesMaster" Target="/ppt/notesMasters/notesMaster1.xml" Id="Rc172974c78a046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f57bb9172047b8" /><Relationship Type="http://schemas.openxmlformats.org/officeDocument/2006/relationships/notesMaster" Target="/ppt/notesMasters/notesMaster1.xml" Id="R2910180c3a294e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4114d6f3fd4a12" /><Relationship Type="http://schemas.openxmlformats.org/officeDocument/2006/relationships/notesMaster" Target="/ppt/notesMasters/notesMaster1.xml" Id="R845ffc915f8d4c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c2f11d9be94a7a" /><Relationship Type="http://schemas.openxmlformats.org/officeDocument/2006/relationships/notesMaster" Target="/ppt/notesMasters/notesMaster1.xml" Id="R8d4d7edbc98f40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ca6bbe3e654e62" /><Relationship Type="http://schemas.openxmlformats.org/officeDocument/2006/relationships/notesMaster" Target="/ppt/notesMasters/notesMaster1.xml" Id="R04e3b91ccfa24e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cc2faa56e9401d" /><Relationship Type="http://schemas.openxmlformats.org/officeDocument/2006/relationships/notesMaster" Target="/ppt/notesMasters/notesMaster1.xml" Id="Rc7cd63d4699f49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1d2fc8125c43b8" /><Relationship Type="http://schemas.openxmlformats.org/officeDocument/2006/relationships/notesMaster" Target="/ppt/notesMasters/notesMaster1.xml" Id="R905e0c7464ee44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97531d45b24719" /><Relationship Type="http://schemas.openxmlformats.org/officeDocument/2006/relationships/notesMaster" Target="/ppt/notesMasters/notesMaster1.xml" Id="R955eadf4b0e84b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d56dbd2ee34a2b" /><Relationship Type="http://schemas.openxmlformats.org/officeDocument/2006/relationships/notesMaster" Target="/ppt/notesMasters/notesMaster1.xml" Id="R90a78ff020e04b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2c1d0d0c8242c6" /><Relationship Type="http://schemas.openxmlformats.org/officeDocument/2006/relationships/notesMaster" Target="/ppt/notesMasters/notesMaster1.xml" Id="R4e59c839cfdb40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/Users/paboelustodo/-PROJECTS/aishop/README.md</a:t>
            </a:r>
          </a:p>
          <a:p xmlns:a="http://schemas.openxmlformats.org/drawingml/2006/main">
            <a:r>
              <a:t>- https://github.com/pabloelustondo/aishop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/Users/paboelustodo/-PROJECTS/aishop/docs/02-intent/intent.md</a:t>
            </a:r>
          </a:p>
          <a:p xmlns:a="http://schemas.openxmlformats.org/drawingml/2006/main">
            <a:r>
              <a:t>- /Users/paboelustodo/-PROJECTS/aishop/docs/06-solution-design-and-architecture/mockups/ai-shop-camera-mockup.png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/Users/paboelustodo/-PROJECTS/aishop/docs/03-system-model-and-use-cases/use-case-02-target-product-scan.md</a:t>
            </a:r>
          </a:p>
          <a:p xmlns:a="http://schemas.openxmlformats.org/drawingml/2006/main">
            <a:r>
              <a:t>- /Users/paboelustodo/-PROJECTS/aishop/docs/03-system-model-and-use-cases/use-case-03-area-scan.md</a:t>
            </a:r>
          </a:p>
          <a:p xmlns:a="http://schemas.openxmlformats.org/drawingml/2006/main">
            <a:r>
              <a:t>- /private/tmp/aishop-step3-mode-selection.png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/Users/paboelustodo/-PROJECTS/aishop/docs/03-system-model-and-use-cases/use-case-02-target-product-scan.md</a:t>
            </a:r>
          </a:p>
          <a:p xmlns:a="http://schemas.openxmlformats.org/drawingml/2006/main">
            <a:r>
              <a:t>- /Users/paboelustodo/-PROJECTS/aishop/docs/03-system-model-and-use-cases/use-case-03-area-scan.md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/Users/paboelustodo/-PROJECTS/aishop/docs/03-system-model-and-use-cases/use-case-02-target-product-scan.md</a:t>
            </a:r>
          </a:p>
          <a:p xmlns:a="http://schemas.openxmlformats.org/drawingml/2006/main">
            <a:r>
              <a:t>- /Users/paboelustodo/-PROJECTS/aishop/docs/03-system-model-and-use-cases/use-case-03-area-scan.md</a:t>
            </a:r>
          </a:p>
          <a:p xmlns:a="http://schemas.openxmlformats.org/drawingml/2006/main">
            <a:r>
              <a:t>- /private/tmp/aishop-target-report.png</a:t>
            </a:r>
          </a:p>
          <a:p xmlns:a="http://schemas.openxmlformats.org/drawingml/2006/main">
            <a:r>
              <a:t>- /private/tmp/aishop-area-report-fixed.png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/Users/paboelustodo/-PROJECTS/aishop/docs/02-intent/intent-03-auditable-retail-shelf-inspection.md</a:t>
            </a:r>
          </a:p>
          <a:p xmlns:a="http://schemas.openxmlformats.org/drawingml/2006/main">
            <a:r>
              <a:t>- /Users/paboelustodo/-PROJECTS/aishop/docs/06-solution-design-and-architecture/architecture-02-audit-storage-and-human-review.md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/Users/paboelustodo/-PROJECTS/aishop/dashboard/index.html</a:t>
            </a:r>
          </a:p>
          <a:p xmlns:a="http://schemas.openxmlformats.org/drawingml/2006/main">
            <a:r>
              <a:t>- /Users/paboelustodo/-PROJECTS/aishop/docs/03-system-model-and-use-cases/use-case-04-submit-and-review-shelf-inspection.md</a:t>
            </a:r>
          </a:p>
          <a:p xmlns:a="http://schemas.openxmlformats.org/drawingml/2006/main">
            <a:r>
              <a:t>- /private/tmp/aishop-dashboard-desktop.png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/Users/paboelustodo/-PROJECTS/aishop/AGENTS.md</a:t>
            </a:r>
          </a:p>
          <a:p xmlns:a="http://schemas.openxmlformats.org/drawingml/2006/main">
            <a:r>
              <a:t>- /Users/paboelustodo/-PROJECTS/aishop/docs/00-sdlc2-governance/sdlc2-workflow.md</a:t>
            </a:r>
          </a:p>
          <a:p xmlns:a="http://schemas.openxmlformats.org/drawingml/2006/main">
            <a:r>
              <a:t>- /Users/paboelustodo/-PROJECTS/aishop/docs/07-planning/sprints/sprint-003/03-sprint-plan-tasks.md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/Users/paboelustodo/-PROJECTS/aishop/README.md</a:t>
            </a:r>
          </a:p>
          <a:p xmlns:a="http://schemas.openxmlformats.org/drawingml/2006/main">
            <a:r>
              <a:t>- /Users/paboelustodo/-PROJECTS/aishop/docs/05-viable-proof-of-concept/proof-of-concept-01-camera-to-shopping-recommendation.md</a:t>
            </a:r>
          </a:p>
          <a:p xmlns:a="http://schemas.openxmlformats.org/drawingml/2006/main">
            <a:r>
              <a:t>- /Users/paboelustodo/-PROJECTS/aishop/docs/05-viable-proof-of-concept/proof-of-concept-02-auditable-shelf-review.md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Commercial-path items are a forward-looking product concept, not current shipped capabilities.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https://github.com/pabloelustondo/aishop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3d4a52d74649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49ffcad2704bd8" /><Relationship Type="http://schemas.openxmlformats.org/officeDocument/2006/relationships/slideLayout" Target="/ppt/slideLayouts/slideLayout1.xml" Id="Refa0b8ad6b2b43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a0b8ad6b2b43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219366e3f4b46" /><Relationship Type="http://schemas.openxmlformats.org/officeDocument/2006/relationships/notesSlide" Target="/ppt/notesSlides/notesSlide1.xml" Id="R174a3f874d6a4f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569ed0d604605" /><Relationship Type="http://schemas.openxmlformats.org/officeDocument/2006/relationships/image" Target="/ppt/media/image.png" Id="R7ee7504e5c3f4a99" /><Relationship Type="http://schemas.openxmlformats.org/officeDocument/2006/relationships/notesSlide" Target="/ppt/notesSlides/notesSlide2.xml" Id="R04ac64785fde4a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cc393dd114852" /><Relationship Type="http://schemas.openxmlformats.org/officeDocument/2006/relationships/image" Target="/ppt/media/image2.png" Id="Ra1053d32bff24382" /><Relationship Type="http://schemas.openxmlformats.org/officeDocument/2006/relationships/notesSlide" Target="/ppt/notesSlides/notesSlide3.xml" Id="R8c369342c59346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0a25a58ce4ab1" /><Relationship Type="http://schemas.openxmlformats.org/officeDocument/2006/relationships/notesSlide" Target="/ppt/notesSlides/notesSlide4.xml" Id="R49fab0122a654d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8930065124be8" /><Relationship Type="http://schemas.openxmlformats.org/officeDocument/2006/relationships/image" Target="/ppt/media/image3.png" Id="Rbcf3c043472c4db0" /><Relationship Type="http://schemas.openxmlformats.org/officeDocument/2006/relationships/notesSlide" Target="/ppt/notesSlides/notesSlide5.xml" Id="R4388c22fbb9f47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4569a504a4912" /><Relationship Type="http://schemas.openxmlformats.org/officeDocument/2006/relationships/notesSlide" Target="/ppt/notesSlides/notesSlide6.xml" Id="R7ed4668edb7c46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0dd6668f141c9" /><Relationship Type="http://schemas.openxmlformats.org/officeDocument/2006/relationships/image" Target="/ppt/media/image.jpeg" Id="R50872726b8e448af" /><Relationship Type="http://schemas.openxmlformats.org/officeDocument/2006/relationships/notesSlide" Target="/ppt/notesSlides/notesSlide7.xml" Id="R979d11334ae74d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5213f079a443f" /><Relationship Type="http://schemas.openxmlformats.org/officeDocument/2006/relationships/notesSlide" Target="/ppt/notesSlides/notesSlide8.xml" Id="R4c6e1f41d34f42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1a545acbc4fab" /><Relationship Type="http://schemas.openxmlformats.org/officeDocument/2006/relationships/notesSlide" Target="/ppt/notesSlides/notesSlide9.xml" Id="R791c2c67a32d40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560e919a340d8" /><Relationship Type="http://schemas.openxmlformats.org/officeDocument/2006/relationships/notesSlide" Target="/ppt/notesSlides/notesSlide10.xml" Id="R5f86bbe5134d411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54359177-7B7D-4148-80EB-712B7FB9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Shop
See products. Decide with evidence.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63A32037-3014-4032-B67F-EFA82A83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Native iPhone app · AI analysis · Human review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2DB14718-A55D-4F4E-B60C-9143CDCE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PABLO ELUSTONDO · PORTFOLIO PROTOTYPE</a:t>
            </a:r>
          </a:p>
        </p:txBody>
      </p:sp>
    </p:spTree>
    <p:extLst>
      <p:ext uri="{BB962C8B-B14F-4D97-AF65-F5344CB8AC3E}">
        <p14:creationId xmlns:p14="http://schemas.microsoft.com/office/powerpoint/2010/main" val="2251415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2A47552-920B-4A9D-9FDB-DA4F4893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21FDA79-90AA-4F51-AD56-DEF0DE16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shopping image becomes
a clearer decision.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96DCAD8C-1F14-4BFC-A8A8-CC291FB2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9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e7504e5c3f4a99"/>
          <a:stretch xmlns:a="http://schemas.openxmlformats.org/drawingml/2006/main"/>
        </p:blipFill>
        <p:spPr>
          <a:xfrm xmlns:a="http://schemas.openxmlformats.org/drawingml/2006/main">
            <a:off x="6524856" y="396431"/>
            <a:ext cx="5028167" cy="5602034"/>
          </a:xfrm>
          <a:prstGeom xmlns:a="http://schemas.openxmlformats.org/drawingml/2006/main" prst="roundRect">
            <a:avLst>
              <a:gd name="adj" fmla="val 3095"/>
            </a:avLst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FCAD4683-1904-41D9-84C8-71BB190D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THE IDEA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Prices, quality and availability vary from store to store. AI Shop uses the camera as a second pair of eyes—identifying products, visible evidence and uncertainty while leaving the final choice to the person.</a:t>
            </a:r>
          </a:p>
        </p:txBody>
      </p:sp>
    </p:spTree>
    <p:extLst>
      <p:ext uri="{BB962C8B-B14F-4D97-AF65-F5344CB8AC3E}">
        <p14:creationId xmlns:p14="http://schemas.microsoft.com/office/powerpoint/2010/main" val="17384436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D5FE5E0-E33B-4A3E-BD48-B7108C81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C5F4636-2DA7-46B8-901A-CD842089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Choose what matters
before taking the picture.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F2297624-98B9-47BB-9ADB-EDA6331C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9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53d32bff24382"/>
          <a:stretch xmlns:a="http://schemas.openxmlformats.org/drawingml/2006/main"/>
        </p:blipFill>
        <p:spPr>
          <a:xfrm xmlns:a="http://schemas.openxmlformats.org/drawingml/2006/main">
            <a:off x="7750600" y="396431"/>
            <a:ext cx="2576679" cy="5602034"/>
          </a:xfrm>
          <a:prstGeom xmlns:a="http://schemas.openxmlformats.org/drawingml/2006/main" prst="roundRect">
            <a:avLst>
              <a:gd name="adj" fmla="val 3095"/>
            </a:avLst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A8228867-F9ED-4860-ACC8-89B6AE97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CHOOSE THE ANALYSIS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Target Product focuses on one selected item and its surrounding evidence. Area Scan looks across a shelf or display and organizes multiple visible products.</a:t>
            </a:r>
          </a:p>
        </p:txBody>
      </p:sp>
    </p:spTree>
    <p:extLst>
      <p:ext uri="{BB962C8B-B14F-4D97-AF65-F5344CB8AC3E}">
        <p14:creationId xmlns:p14="http://schemas.microsoft.com/office/powerpoint/2010/main" val="4457379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83E89B3A-DCD5-4CAE-B87D-7305640B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C454768-42CF-4485-9C81-EA3BF4A0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AI Shop in three simple steps.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FC81D792-0D90-4E41-9CAB-F85D9100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C619CB8-96BB-4977-BDB9-DB1CACED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8137DA03-7904-49B3-A556-5345118B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DFC758A2-CCCB-4B7E-93FC-F7F03BE8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01 · CHOOSE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9327DC1D-2938-4F7D-B6D6-D09E7FDE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02 · CAPTURE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35DB06CE-42EE-4903-ADBC-F17978D1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03 · REVIEW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0A4E941D-D5A6-4D9A-A7AB-3DCF6EC5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Frame the evidence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Keep the product, packaging and price context clear in one image.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9B4B88D3-DE40-41E4-88F4-FC2AA2B2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Set the intent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Select one product for depth or a visible area for breadth.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2919902B-A7DC-4865-937B-5A1E85F9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Read the result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Review findings, uncertainty and the next action—then decide for yourself.</a:t>
            </a:r>
          </a:p>
        </p:txBody>
      </p:sp>
    </p:spTree>
    <p:extLst>
      <p:ext uri="{BB962C8B-B14F-4D97-AF65-F5344CB8AC3E}">
        <p14:creationId xmlns:p14="http://schemas.microsoft.com/office/powerpoint/2010/main" val="14291397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348B044-7149-43C3-888C-8E93A1FB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1D7BB40-DF9B-4903-B0A9-B7BC592B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response changes
with the question.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ABC7A804-B582-47E1-A9D3-AB32BFC4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9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3c043472c4db0"/>
          <a:stretch xmlns:a="http://schemas.openxmlformats.org/drawingml/2006/main"/>
        </p:blipFill>
        <p:spPr>
          <a:xfrm xmlns:a="http://schemas.openxmlformats.org/drawingml/2006/main">
            <a:off x="6388702" y="396431"/>
            <a:ext cx="5300475" cy="5602034"/>
          </a:xfrm>
          <a:prstGeom xmlns:a="http://schemas.openxmlformats.org/drawingml/2006/main" prst="roundRect">
            <a:avLst>
              <a:gd name="adj" fmla="val 3095"/>
            </a:avLst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0D09B328-23F9-4C56-A30F-0CD447B0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DEPTH OR BREADTH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Target Product explains one selected item, including confidence and missing information. Area Scan creates a structured list of visible products and flags anything that needs another look.</a:t>
            </a:r>
          </a:p>
        </p:txBody>
      </p:sp>
    </p:spTree>
    <p:extLst>
      <p:ext uri="{BB962C8B-B14F-4D97-AF65-F5344CB8AC3E}">
        <p14:creationId xmlns:p14="http://schemas.microsoft.com/office/powerpoint/2010/main" val="188806873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B49FEB9-4454-4208-9C37-97DD11C4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AE90F8E-964F-43A5-9170-F66C5A5C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findings remain evidence—not the final authority.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C08A3B65-B97F-413E-B428-68EC55CF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MACHINE INTERPRETATION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server retains the original image, image hash, scan mode and initial structured findings. The initial findings remain unchanged.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01A1268B-72B4-40A5-8802-5913B1BD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HUMAN DISPOSITION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 authorized reviewer compares the evidence with the report and records Verified, Corrected or Rejected as a separate, attributable decision.</a:t>
            </a:r>
          </a:p>
        </p:txBody>
      </p:sp>
    </p:spTree>
    <p:extLst>
      <p:ext uri="{BB962C8B-B14F-4D97-AF65-F5344CB8AC3E}">
        <p14:creationId xmlns:p14="http://schemas.microsoft.com/office/powerpoint/2010/main" val="14983919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5F2F34B-85AF-43DD-88B9-94CF1C90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DC07435-660D-4337-BC82-CD005A8B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Review keeps evidence
and decisions together.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9FBF3195-49D5-48C7-A449-32881CC4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9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872726b8e448af"/>
          <a:stretch xmlns:a="http://schemas.openxmlformats.org/drawingml/2006/main"/>
        </p:blipFill>
        <p:spPr>
          <a:xfrm xmlns:a="http://schemas.openxmlformats.org/drawingml/2006/main">
            <a:off x="6269069" y="804192"/>
            <a:ext cx="5539740" cy="4786511"/>
          </a:xfrm>
          <a:prstGeom xmlns:a="http://schemas.openxmlformats.org/drawingml/2006/main" prst="roundRect">
            <a:avLst>
              <a:gd name="adj" fmla="val 3095"/>
            </a:avLst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D2838C53-AC45-409A-80F7-6101B6D4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AUDITABLE BY DESIGN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Pending and recent inspections stay visible. Reviewers can open the original image, inspect the initial AI output, add notes and retain an attributable decision history.</a:t>
            </a:r>
          </a:p>
        </p:txBody>
      </p:sp>
    </p:spTree>
    <p:extLst>
      <p:ext uri="{BB962C8B-B14F-4D97-AF65-F5344CB8AC3E}">
        <p14:creationId xmlns:p14="http://schemas.microsoft.com/office/powerpoint/2010/main" val="154519354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A98AB5D-9C35-4073-8558-CB74690F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6F439F1-4721-4A02-853D-B8DF7B14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Specifications guide every agent-assisted change.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36543918-3C00-414C-9E63-8EE7CB8B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0480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INTENT FIRST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cases and architecture define behavior and boundaries.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1A770439-9FB0-4369-BF5B-6AFF5E22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9332" y="3365468"/>
            <a:ext cx="30480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HUMAN APPROVAL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Governed documents require review before coding, commit, deployment or release.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D552DE16-0ABD-403C-891F-75D50490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65468"/>
            <a:ext cx="30480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COMPONENT-SCOPED TASKS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Each sprint task changes one named component and its tests.</a:t>
            </a:r>
          </a:p>
        </p:txBody>
      </p:sp>
    </p:spTree>
    <p:extLst>
      <p:ext uri="{BB962C8B-B14F-4D97-AF65-F5344CB8AC3E}">
        <p14:creationId xmlns:p14="http://schemas.microsoft.com/office/powerpoint/2010/main" val="125283078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076286F-052F-405A-A7E2-D5D7313F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7A885F9-224C-48B1-AC45-970EE846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Today’s prototype is a foundation for a commercial retail product.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881E4996-5D49-405C-88F4-F4677E93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VALIDATED DIRECTION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Native camera capture, Target and Area reports, protected server-side AI, durable evidence and authenticated human review.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CB3D9C00-B860-4E6E-8E26-00AD5617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COMMERCIAL PATH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Product catalogs, store and price context, team workflows, analytics, retention and security policies, and production-grade operations.</a:t>
            </a:r>
          </a:p>
        </p:txBody>
      </p:sp>
    </p:spTree>
    <p:extLst>
      <p:ext uri="{BB962C8B-B14F-4D97-AF65-F5344CB8AC3E}">
        <p14:creationId xmlns:p14="http://schemas.microsoft.com/office/powerpoint/2010/main" val="185028094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D63DDE07-704A-4C42-B9D0-FFB934BC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Explore the code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47615216-5A9C-4EE2-9000-6D219CE2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github.com/pabloelustondo/aishop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Native iOS · Firebase API · Review dashboard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Specifications, tests and SDLC2 governance included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F04E2D53-6947-488E-8BDC-85AA8ACB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OPEN SOURCE</a:t>
            </a:r>
          </a:p>
        </p:txBody>
      </p:sp>
    </p:spTree>
    <p:extLst>
      <p:ext uri="{BB962C8B-B14F-4D97-AF65-F5344CB8AC3E}">
        <p14:creationId xmlns:p14="http://schemas.microsoft.com/office/powerpoint/2010/main" val="2475397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2026-08-08T21:33:21.1090000Z</dcterms:created>
  <dcterms:modified xsi:type="dcterms:W3CDTF">2026-08-08T21:33:21.1090000Z</dcterms:modified>
</coreProperties>
</file>