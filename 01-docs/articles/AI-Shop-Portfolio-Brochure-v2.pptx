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1746a383814d97" /><Relationship Type="http://schemas.openxmlformats.org/officeDocument/2006/relationships/extended-properties" Target="/docProps/app.xml" Id="Rdfa5924bcbe14281" /><Relationship Type="http://schemas.openxmlformats.org/officeDocument/2006/relationships/officeDocument" Target="/ppt/presentation.xml" Id="R7c5ba2a00ad54b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3d01a10b8e4507"/>
  </p:sldMasterIdLst>
  <p:notesMasterIdLst>
    <p:notesMasterId xmlns:r="http://schemas.openxmlformats.org/officeDocument/2006/relationships" r:id="Ra9f9731637f5404e"/>
  </p:notesMasterIdLst>
  <p:sldIdLst>
    <p:sldId xmlns:r="http://schemas.openxmlformats.org/officeDocument/2006/relationships" id="256" r:id="Ra875ad8134844e9e"/>
    <p:sldId xmlns:r="http://schemas.openxmlformats.org/officeDocument/2006/relationships" id="257" r:id="Rffa89714b12e4d1a"/>
    <p:sldId xmlns:r="http://schemas.openxmlformats.org/officeDocument/2006/relationships" id="258" r:id="Rd9fec831592e4f01"/>
    <p:sldId xmlns:r="http://schemas.openxmlformats.org/officeDocument/2006/relationships" id="259" r:id="R0936ae3b0c7e4e50"/>
    <p:sldId xmlns:r="http://schemas.openxmlformats.org/officeDocument/2006/relationships" id="260" r:id="R85c3d2021d494f9f"/>
    <p:sldId xmlns:r="http://schemas.openxmlformats.org/officeDocument/2006/relationships" id="261" r:id="R46e1db52b1ca4e4c"/>
    <p:sldId xmlns:r="http://schemas.openxmlformats.org/officeDocument/2006/relationships" id="262" r:id="R159377bf109f4673"/>
    <p:sldId xmlns:r="http://schemas.openxmlformats.org/officeDocument/2006/relationships" id="263" r:id="Ra6ff22357c054144"/>
    <p:sldId xmlns:r="http://schemas.openxmlformats.org/officeDocument/2006/relationships" id="264" r:id="R63566c330e99424b"/>
    <p:sldId xmlns:r="http://schemas.openxmlformats.org/officeDocument/2006/relationships" id="265" r:id="R8578f552209c49f4"/>
    <p:sldId xmlns:r="http://schemas.openxmlformats.org/officeDocument/2006/relationships" id="266" r:id="Raecf0c60b27344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32f366425e466e" /><Relationship Type="http://schemas.openxmlformats.org/officeDocument/2006/relationships/slideMaster" Target="/ppt/slideMasters/slideMaster1.xml" Id="R083d01a10b8e4507" /><Relationship Type="http://schemas.openxmlformats.org/officeDocument/2006/relationships/notesMaster" Target="/ppt/notesMasters/notesMaster1.xml" Id="Ra9f9731637f5404e" /><Relationship Type="http://schemas.openxmlformats.org/officeDocument/2006/relationships/presProps" Target="/ppt/presProps.xml" Id="R2d6f7d2bbf5c4a3d" /><Relationship Type="http://schemas.openxmlformats.org/officeDocument/2006/relationships/tableStyles" Target="/ppt/tableStyles.xml" Id="R5fed8872b9df4c06" /><Relationship Type="http://schemas.openxmlformats.org/officeDocument/2006/relationships/slide" Target="/ppt/slides/slide1.xml" Id="Ra875ad8134844e9e" /><Relationship Type="http://schemas.openxmlformats.org/officeDocument/2006/relationships/slide" Target="/ppt/slides/slide2.xml" Id="Rffa89714b12e4d1a" /><Relationship Type="http://schemas.openxmlformats.org/officeDocument/2006/relationships/slide" Target="/ppt/slides/slide3.xml" Id="Rd9fec831592e4f01" /><Relationship Type="http://schemas.openxmlformats.org/officeDocument/2006/relationships/slide" Target="/ppt/slides/slide4.xml" Id="R0936ae3b0c7e4e50" /><Relationship Type="http://schemas.openxmlformats.org/officeDocument/2006/relationships/slide" Target="/ppt/slides/slide5.xml" Id="R85c3d2021d494f9f" /><Relationship Type="http://schemas.openxmlformats.org/officeDocument/2006/relationships/slide" Target="/ppt/slides/slide6.xml" Id="R46e1db52b1ca4e4c" /><Relationship Type="http://schemas.openxmlformats.org/officeDocument/2006/relationships/slide" Target="/ppt/slides/slide7.xml" Id="R159377bf109f4673" /><Relationship Type="http://schemas.openxmlformats.org/officeDocument/2006/relationships/slide" Target="/ppt/slides/slide8.xml" Id="Ra6ff22357c054144" /><Relationship Type="http://schemas.openxmlformats.org/officeDocument/2006/relationships/slide" Target="/ppt/slides/slide9.xml" Id="R63566c330e99424b" /><Relationship Type="http://schemas.openxmlformats.org/officeDocument/2006/relationships/slide" Target="/ppt/slides/slide10.xml" Id="R8578f552209c49f4" /><Relationship Type="http://schemas.openxmlformats.org/officeDocument/2006/relationships/slide" Target="/ppt/slides/slide11.xml" Id="Raecf0c60b27344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bb406b79254b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9686c967914a7f" /><Relationship Type="http://schemas.openxmlformats.org/officeDocument/2006/relationships/notesMaster" Target="/ppt/notesMasters/notesMaster1.xml" Id="Racce2605440e44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b38d9314af463d" /><Relationship Type="http://schemas.openxmlformats.org/officeDocument/2006/relationships/notesMaster" Target="/ppt/notesMasters/notesMaster1.xml" Id="Rd42b174012cf44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f8fee840d44e12" /><Relationship Type="http://schemas.openxmlformats.org/officeDocument/2006/relationships/notesMaster" Target="/ppt/notesMasters/notesMaster1.xml" Id="R89c54f8bc6534d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eaaf98fe2648c5" /><Relationship Type="http://schemas.openxmlformats.org/officeDocument/2006/relationships/notesMaster" Target="/ppt/notesMasters/notesMaster1.xml" Id="R036f750bd4bf41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bc38e75c9546c4" /><Relationship Type="http://schemas.openxmlformats.org/officeDocument/2006/relationships/notesMaster" Target="/ppt/notesMasters/notesMaster1.xml" Id="R795c8af5415e49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d83a86444a47cd" /><Relationship Type="http://schemas.openxmlformats.org/officeDocument/2006/relationships/notesMaster" Target="/ppt/notesMasters/notesMaster1.xml" Id="Rbfda1811adaf44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3d6d9a5dba4365" /><Relationship Type="http://schemas.openxmlformats.org/officeDocument/2006/relationships/notesMaster" Target="/ppt/notesMasters/notesMaster1.xml" Id="R878328e94df34e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3c1a88cb3e4054" /><Relationship Type="http://schemas.openxmlformats.org/officeDocument/2006/relationships/notesMaster" Target="/ppt/notesMasters/notesMaster1.xml" Id="Recf806bd8d384e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5c906d802c4a83" /><Relationship Type="http://schemas.openxmlformats.org/officeDocument/2006/relationships/notesMaster" Target="/ppt/notesMasters/notesMaster1.xml" Id="R895b2555307145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611e087caa4e1f" /><Relationship Type="http://schemas.openxmlformats.org/officeDocument/2006/relationships/notesMaster" Target="/ppt/notesMasters/notesMaster1.xml" Id="R93650ff0eb5b4e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5a1dfd334a4785" /><Relationship Type="http://schemas.openxmlformats.org/officeDocument/2006/relationships/notesMaster" Target="/ppt/notesMasters/notesMaster1.xml" Id="R8ff7a4dbd0e1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/Users/paboelustodo/-PROJECTS/aishop/README.md</a:t>
            </a:r>
          </a:p>
          <a:p xmlns:a="http://schemas.openxmlformats.org/drawingml/2006/main">
            <a:r>
              <a:t>- https://github.com/pabloelustondo/aishop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/Users/paboelustodo/-PROJECTS/aishop/docs/02-intent/intent.md</a:t>
            </a:r>
          </a:p>
          <a:p xmlns:a="http://schemas.openxmlformats.org/drawingml/2006/main">
            <a:r>
              <a:t>- /Users/paboelustodo/-PROJECTS/aishop/docs/06-solution-design-and-architecture/mockups/ai-shop-camera-mockup.png</a:t>
            </a:r>
          </a:p>
          <a:p xmlns:a="http://schemas.openxmlformats.org/drawingml/2006/main">
            <a:r>
              <a:t>
- OpenAI ImageGen editorial beauty-aisle image, generated 2026-08-08 from user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/Users/paboelustodo/-PROJECTS/aishop/docs/03-system-model-and-use-cases/use-case-02-target-product-scan.md</a:t>
            </a:r>
          </a:p>
          <a:p xmlns:a="http://schemas.openxmlformats.org/drawingml/2006/main">
            <a:r>
              <a:t>- /Users/paboelustodo/-PROJECTS/aishop/docs/03-system-model-and-use-cases/use-case-03-area-scan.md</a:t>
            </a:r>
          </a:p>
          <a:p xmlns:a="http://schemas.openxmlformats.org/drawingml/2006/main">
            <a:r>
              <a:t>- /private/tmp/aishop-step3-mode-selection.png</a:t>
            </a:r>
          </a:p>
          <a:p xmlns:a="http://schemas.openxmlformats.org/drawingml/2006/main">
            <a:r>
              <a:t>
- OpenAI ImageGen iPhone shelf-comparison image, generated 2026-08-08 from user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/Users/paboelustodo/-PROJECTS/aishop/docs/03-system-model-and-use-cases/use-case-02-target-product-scan.md</a:t>
            </a:r>
          </a:p>
          <a:p xmlns:a="http://schemas.openxmlformats.org/drawingml/2006/main">
            <a:r>
              <a:t>- /Users/paboelustodo/-PROJECTS/aishop/docs/03-system-model-and-use-cases/use-case-03-area-scan.md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/Users/paboelustodo/-PROJECTS/aishop/docs/03-system-model-and-use-cases/use-case-02-target-product-scan.md</a:t>
            </a:r>
          </a:p>
          <a:p xmlns:a="http://schemas.openxmlformats.org/drawingml/2006/main">
            <a:r>
              <a:t>- /Users/paboelustodo/-PROJECTS/aishop/docs/03-system-model-and-use-cases/use-case-03-area-scan.md</a:t>
            </a:r>
          </a:p>
          <a:p xmlns:a="http://schemas.openxmlformats.org/drawingml/2006/main">
            <a:r>
              <a:t>- /private/tmp/aishop-target-report.png</a:t>
            </a:r>
          </a:p>
          <a:p xmlns:a="http://schemas.openxmlformats.org/drawingml/2006/main">
            <a:r>
              <a:t>- /private/tmp/aishop-area-report-fixed.png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/Users/paboelustodo/-PROJECTS/aishop/docs/06-solution-design-and-architecture/high-level-architecture.md</a:t>
            </a:r>
          </a:p>
          <a:p xmlns:a="http://schemas.openxmlformats.org/drawingml/2006/main">
            <a:r>
              <a:t>- /Users/paboelustodo/-PROJECTS/aishop/docs/06-solution-design-and-architecture/architecture-02-audit-storage-and-human-review.md</a:t>
            </a:r>
          </a:p>
          <a:p xmlns:a="http://schemas.openxmlformats.org/drawingml/2006/main">
            <a:r>
              <a:t>- /Users/paboelustodo/-PROJECTS/aishop/ios/AIShop/AIShop/Analysis/InspectionAPIClient.swift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/Users/paboelustodo/-PROJECTS/aishop/docs/02-intent/intent-03-auditable-retail-shelf-inspection.md</a:t>
            </a:r>
          </a:p>
          <a:p xmlns:a="http://schemas.openxmlformats.org/drawingml/2006/main">
            <a:r>
              <a:t>- /Users/paboelustodo/-PROJECTS/aishop/docs/06-solution-design-and-architecture/architecture-02-audit-storage-and-human-review.md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/Users/paboelustodo/-PROJECTS/aishop/dashboard/index.html</a:t>
            </a:r>
          </a:p>
          <a:p xmlns:a="http://schemas.openxmlformats.org/drawingml/2006/main">
            <a:r>
              <a:t>- /Users/paboelustodo/-PROJECTS/aishop/docs/03-system-model-and-use-cases/use-case-04-submit-and-review-shelf-inspection.md</a:t>
            </a:r>
          </a:p>
          <a:p xmlns:a="http://schemas.openxmlformats.org/drawingml/2006/main">
            <a:r>
              <a:t>- /private/tmp/aishop-dashboard-desktop.png</a:t>
            </a:r>
          </a:p>
          <a:p xmlns:a="http://schemas.openxmlformats.org/drawingml/2006/main">
            <a:r>
              <a:t>
- User-provided live dashboard screenshot, supplied 2026-08-08.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/Users/paboelustodo/-PROJECTS/aishop/AGENTS.md</a:t>
            </a:r>
          </a:p>
          <a:p xmlns:a="http://schemas.openxmlformats.org/drawingml/2006/main">
            <a:r>
              <a:t>- /Users/paboelustodo/-PROJECTS/aishop/docs/00-sdlc2-governance/sdlc2-workflow.md</a:t>
            </a:r>
          </a:p>
          <a:p xmlns:a="http://schemas.openxmlformats.org/drawingml/2006/main">
            <a:r>
              <a:t>- /Users/paboelustodo/-PROJECTS/aishop/docs/07-planning/sprints/sprint-003/03-sprint-plan-tasks.md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/Users/paboelustodo/-PROJECTS/aishop/README.md</a:t>
            </a:r>
          </a:p>
          <a:p xmlns:a="http://schemas.openxmlformats.org/drawingml/2006/main">
            <a:r>
              <a:t>- /Users/paboelustodo/-PROJECTS/aishop/docs/05-viable-proof-of-concept/proof-of-concept-01-camera-to-shopping-recommendation.md</a:t>
            </a:r>
          </a:p>
          <a:p xmlns:a="http://schemas.openxmlformats.org/drawingml/2006/main">
            <a:r>
              <a:t>- /Users/paboelustodo/-PROJECTS/aishop/docs/05-viable-proof-of-concept/proof-of-concept-02-auditable-shelf-review.md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Commercial-path items are a forward-looking product concept, not current shipped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https://github.com/pabloelustondo/aishop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baa6e231a49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6f03a294a64e27" /><Relationship Type="http://schemas.openxmlformats.org/officeDocument/2006/relationships/slideLayout" Target="/ppt/slideLayouts/slideLayout1.xml" Id="R255e00d7ade84c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5e00d7ade84c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d266af7b34a94" /><Relationship Type="http://schemas.openxmlformats.org/officeDocument/2006/relationships/notesSlide" Target="/ppt/notesSlides/notesSlide1.xml" Id="Ra627d895ebeb4c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321d4dd09428b" /><Relationship Type="http://schemas.openxmlformats.org/officeDocument/2006/relationships/image" Target="/ppt/media/image.png" Id="R163a0d8c6fc743df" /><Relationship Type="http://schemas.openxmlformats.org/officeDocument/2006/relationships/notesSlide" Target="/ppt/notesSlides/notesSlide2.xml" Id="Rd592f2ce26734b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519df2390449e" /><Relationship Type="http://schemas.openxmlformats.org/officeDocument/2006/relationships/image" Target="/ppt/media/image2.png" Id="Rd1a93a93536948c4" /><Relationship Type="http://schemas.openxmlformats.org/officeDocument/2006/relationships/notesSlide" Target="/ppt/notesSlides/notesSlide3.xml" Id="R61e7ba69c07d4a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4a3692a794e46" /><Relationship Type="http://schemas.openxmlformats.org/officeDocument/2006/relationships/notesSlide" Target="/ppt/notesSlides/notesSlide4.xml" Id="Re3c25ca6a85440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baa4ae4a0437a" /><Relationship Type="http://schemas.openxmlformats.org/officeDocument/2006/relationships/image" Target="/ppt/media/image3.png" Id="R010cc141d8984a23" /><Relationship Type="http://schemas.openxmlformats.org/officeDocument/2006/relationships/notesSlide" Target="/ppt/notesSlides/notesSlide5.xml" Id="R425081ad17ec4a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32ac5d17c4bcc" /><Relationship Type="http://schemas.openxmlformats.org/officeDocument/2006/relationships/notesSlide" Target="/ppt/notesSlides/notesSlide6.xml" Id="Re788ddb9e22349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c8e9f16834264" /><Relationship Type="http://schemas.openxmlformats.org/officeDocument/2006/relationships/notesSlide" Target="/ppt/notesSlides/notesSlide7.xml" Id="R77d5d3e8b7434d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b08f8d0114ebd" /><Relationship Type="http://schemas.openxmlformats.org/officeDocument/2006/relationships/image" Target="/ppt/media/image4.png" Id="R5e965987e9154f25" /><Relationship Type="http://schemas.openxmlformats.org/officeDocument/2006/relationships/notesSlide" Target="/ppt/notesSlides/notesSlide8.xml" Id="R430ba9ad914842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2303863e94544" /><Relationship Type="http://schemas.openxmlformats.org/officeDocument/2006/relationships/notesSlide" Target="/ppt/notesSlides/notesSlide9.xml" Id="R436e86ed086b4e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e93d2378647ee" /><Relationship Type="http://schemas.openxmlformats.org/officeDocument/2006/relationships/notesSlide" Target="/ppt/notesSlides/notesSlide10.xml" Id="R122a62bd1a4e4b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784e616e44b32" /><Relationship Type="http://schemas.openxmlformats.org/officeDocument/2006/relationships/notesSlide" Target="/ppt/notesSlides/notesSlide11.xml" Id="Rc5b20d3efb5741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4359177-7B7D-4148-80EB-712B7FB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Shop
</a:t>
            </a: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Find the right product. Decide with evidence.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3A32037-3014-4032-B67F-EFA82A83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 needs · Compare prices · Review evidence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DB14718-A55D-4F4E-B60C-9143CDCE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PABLO ELUSTONDO · PORTFOLIO PROTOTYPE</a:t>
            </a:r>
          </a:p>
        </p:txBody>
      </p:sp>
    </p:spTree>
    <p:extLst>
      <p:ext uri="{BB962C8B-B14F-4D97-AF65-F5344CB8AC3E}">
        <p14:creationId xmlns:p14="http://schemas.microsoft.com/office/powerpoint/2010/main" val="2251415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2A47552-920B-4A9D-9FDB-DA4F4893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21FDA79-90AA-4F51-AD56-DEF0DE16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Shopping starts with the person—
not the product.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96DCAD8C-1F14-4BFC-A8A8-CC291FB2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a0d8c6fc743df"/>
          <a:srcRect xmlns:a="http://schemas.openxmlformats.org/drawingml/2006/main" l="0" t="5419" r="0" b="54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4856" y="396431"/>
            <a:ext cx="5028167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FCAD4683-1904-41D9-84C8-71BB190D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WHY AI SHOP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People know the outcome they want, but shelves make trade-offs hard. AI Shop identifies suitable products, surfaces visible options and price context, and explains what is still uncertain—while the shopper stays in control.</a:t>
            </a:r>
          </a:p>
        </p:txBody>
      </p:sp>
    </p:spTree>
    <p:extLst>
      <p:ext uri="{BB962C8B-B14F-4D97-AF65-F5344CB8AC3E}">
        <p14:creationId xmlns:p14="http://schemas.microsoft.com/office/powerpoint/2010/main" val="17384436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D5FE5E0-E33B-4A3E-BD48-B7108C81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C5F4636-2DA7-46B8-901A-CD842089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Find the best fit—
not just the first match.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F2297624-98B9-47BB-9ADB-EDA6331C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93a93536948c4"/>
          <a:srcRect xmlns:a="http://schemas.openxmlformats.org/drawingml/2006/main" l="9137" t="0" r="91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0600" y="396431"/>
            <a:ext cx="2576679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8228867-F9ED-4860-ACC8-89B6AE9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NEEDS + PRICE CONTEXT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Target Product looks deeply at one option. Area Scan surveys alternatives across the shelf. Together they help shoppers compare visible features, price labels and availability against what they actually need.</a:t>
            </a:r>
          </a:p>
        </p:txBody>
      </p:sp>
    </p:spTree>
    <p:extLst>
      <p:ext uri="{BB962C8B-B14F-4D97-AF65-F5344CB8AC3E}">
        <p14:creationId xmlns:p14="http://schemas.microsoft.com/office/powerpoint/2010/main" val="4457379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3E89B3A-DCD5-4CAE-B87D-7305640B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C454768-42CF-4485-9C81-EA3BF4A0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photo turns shelf choice into a guided decision.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C81D792-0D90-4E41-9CAB-F85D9100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C619CB8-96BB-4977-BDB9-DB1CACED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137DA03-7904-49B3-A556-5345118B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FC758A2-CCCB-4B7E-93FC-F7F03BE8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01 · EXPRESS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327DC1D-2938-4F7D-B6D6-D09E7FDE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02 · COMPARE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5DB06CE-42EE-4903-ADBC-F17978D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03 · DECIDE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A4E941D-D5A6-4D9A-A7AB-3DCF6EC5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Capture useful context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 products, packaging, price labels and nearby alternatives.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B4B88D3-DE40-41E4-88F4-FC2AA2B2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Start with the need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one product for depth or scan a shelf to discover options.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919902B-A7DC-4865-937B-5A1E85F9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Act with confidence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findings and uncertainty, compare options, then choose for yourself.</a:t>
            </a:r>
          </a:p>
        </p:txBody>
      </p:sp>
    </p:spTree>
    <p:extLst>
      <p:ext uri="{BB962C8B-B14F-4D97-AF65-F5344CB8AC3E}">
        <p14:creationId xmlns:p14="http://schemas.microsoft.com/office/powerpoint/2010/main" val="14291397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348B044-7149-43C3-888C-8E93A1FB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1D7BB40-DF9B-4903-B0A9-B7BC592B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product for depth.
A whole shelf for choice.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ABC7A804-B582-47E1-A9D3-AB32BFC4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cc141d8984a23"/>
          <a:stretch xmlns:a="http://schemas.openxmlformats.org/drawingml/2006/main"/>
        </p:blipFill>
        <p:spPr>
          <a:xfrm xmlns:a="http://schemas.openxmlformats.org/drawingml/2006/main">
            <a:off x="6388702" y="396431"/>
            <a:ext cx="5300475" cy="5602034"/>
          </a:xfrm>
          <a:prstGeom xmlns:a="http://schemas.openxmlformats.org/drawingml/2006/main" prst="roundRect">
            <a:avLst>
              <a:gd name="adj" fmla="val 3095"/>
            </a:avLst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D09B328-23F9-4C56-A30F-0CD447B0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DEPTH + BREADTH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Target Product explains one option, including fit, confidence and missing price evidence. Area Scan organizes visible alternatives so the shopper can compare the shelf and decide what deserves a closer look.</a:t>
            </a:r>
          </a:p>
        </p:txBody>
      </p:sp>
    </p:spTree>
    <p:extLst>
      <p:ext uri="{BB962C8B-B14F-4D97-AF65-F5344CB8AC3E}">
        <p14:creationId xmlns:p14="http://schemas.microsoft.com/office/powerpoint/2010/main" val="18880687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3E89B3A-DCD5-4CAE-B87D-7305640B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C454768-42CF-4485-9C81-EA3BF4A0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iPhone, cloud and dashboard share one evidence trail.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C81D792-0D90-4E41-9CAB-F85D9100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C619CB8-96BB-4977-BDB9-DB1CACED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137DA03-7904-49B3-A556-5345118B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FC758A2-CCCB-4B7E-93FC-F7F03BE8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01 · IPHONE APP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327DC1D-2938-4F7D-B6D6-D09E7FDE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02 · FIREBASE + AI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5DB06CE-42EE-4903-ADBC-F17978D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03 · REVIEW WEB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A4E941D-D5A6-4D9A-A7AB-3DCF6EC5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Analyze and preserve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server stores private evidence, runs structured AI analysis and records immutable findings.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B4B88D3-DE40-41E4-88F4-FC2AA2B2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Capture in context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native camera sends the exact JPEG, scan mode and target metadata over HTTPS.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919902B-A7DC-4865-937B-5A1E85F9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Verify and learn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authenticated dashboard shows image and findings side by side and records human decisions.</a:t>
            </a:r>
          </a:p>
        </p:txBody>
      </p:sp>
    </p:spTree>
    <p:extLst>
      <p:ext uri="{BB962C8B-B14F-4D97-AF65-F5344CB8AC3E}">
        <p14:creationId xmlns:p14="http://schemas.microsoft.com/office/powerpoint/2010/main" val="14291397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B49FEB9-4454-4208-9C37-97DD11C4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AE90F8E-964F-43A5-9170-F66C5A5C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findings remain evidence—not the final authority.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08A3B65-B97F-413E-B428-68EC55CF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MACHINE INTERPRETATION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original image and hash stay linked to the scan mode and structured findings. The first AI result remains unchanged.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1A1268B-72B4-40A5-8802-5913B1BD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HUMAN DECISION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authorized reviewer compares evidence and findings, then records Verified, Corrected or Rejected as a separate, attributable decision.</a:t>
            </a:r>
          </a:p>
        </p:txBody>
      </p:sp>
    </p:spTree>
    <p:extLst>
      <p:ext uri="{BB962C8B-B14F-4D97-AF65-F5344CB8AC3E}">
        <p14:creationId xmlns:p14="http://schemas.microsoft.com/office/powerpoint/2010/main" val="1498391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5F2F34B-85AF-43DD-88B9-94CF1C90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DC07435-660D-4337-BC82-CD005A8B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dashboard keeps every
decision traceable.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9FBF3195-49D5-48C7-A449-32881CC4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65987e9154f25"/>
          <a:srcRect xmlns:a="http://schemas.openxmlformats.org/drawingml/2006/main" l="340" t="0" r="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804192"/>
            <a:ext cx="5539740" cy="4786511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D2838C53-AC45-409A-80F7-6101B6D4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AUDITABLE BY DESIGN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Reviewers open the original retail image beside the initial AI findings, add notes, and preserve an attributable decision history without changing the first result.</a:t>
            </a:r>
          </a:p>
        </p:txBody>
      </p:sp>
    </p:spTree>
    <p:extLst>
      <p:ext uri="{BB962C8B-B14F-4D97-AF65-F5344CB8AC3E}">
        <p14:creationId xmlns:p14="http://schemas.microsoft.com/office/powerpoint/2010/main" val="15451935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A98AB5D-9C35-4073-8558-CB74690F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6F439F1-4721-4A02-853D-B8DF7B14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Specifications guide every agent-assisted change.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6543918-3C00-414C-9E63-8EE7CB8B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0480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INTENT FIRST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cases and architecture define behavior and boundaries.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1A770439-9FB0-4369-BF5B-6AFF5E22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332" y="3365468"/>
            <a:ext cx="30480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HUMAN APPROVAL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Governed documents require review before coding, commit, deployment or release.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D552DE16-0ABD-403C-891F-75D50490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65468"/>
            <a:ext cx="30480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COMPONENT-SCOPED TASKS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sprint task changes one named component and its tests.</a:t>
            </a:r>
          </a:p>
        </p:txBody>
      </p:sp>
    </p:spTree>
    <p:extLst>
      <p:ext uri="{BB962C8B-B14F-4D97-AF65-F5344CB8AC3E}">
        <p14:creationId xmlns:p14="http://schemas.microsoft.com/office/powerpoint/2010/main" val="12528307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076286F-052F-405A-A7E2-D5D7313F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7A885F9-224C-48B1-AC45-970EE846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prototype proves a path from shopping need to retail intelligence.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81E4996-5D49-405C-88F4-F4677E93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PROVEN TODAY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Native capture, Target and Area reports, private evidence, server-side AI and authenticated human review work end to end.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CB3D9C00-B860-4E6E-8E26-00AD5617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WHAT COMES NEXT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 catalogs, live availability and price context, personalized needs, retailer workflows, analytics and production controls.</a:t>
            </a:r>
          </a:p>
        </p:txBody>
      </p:sp>
    </p:spTree>
    <p:extLst>
      <p:ext uri="{BB962C8B-B14F-4D97-AF65-F5344CB8AC3E}">
        <p14:creationId xmlns:p14="http://schemas.microsoft.com/office/powerpoint/2010/main" val="18502809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63DDE07-704A-4C42-B9D0-FFB934BC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Explore the code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7615216-5A9C-4EE2-9000-6D219CE2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github.com/pabloelustondo/aishop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Native iOS · Firebase API · Review dashboard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Specifications, tests and SDLC2 governance included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04E2D53-6947-488E-8BDC-85AA8ACB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OPEN SOURCE</a:t>
            </a:r>
          </a:p>
        </p:txBody>
      </p:sp>
    </p:spTree>
    <p:extLst>
      <p:ext uri="{BB962C8B-B14F-4D97-AF65-F5344CB8AC3E}">
        <p14:creationId xmlns:p14="http://schemas.microsoft.com/office/powerpoint/2010/main" val="247539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2026-08-08T22:35:16.5200000Z</dcterms:created>
  <dcterms:modified xsi:type="dcterms:W3CDTF">2026-08-08T22:35:16.5200000Z</dcterms:modified>
</coreProperties>
</file>