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9a959042e24c5c" /><Relationship Type="http://schemas.openxmlformats.org/officeDocument/2006/relationships/extended-properties" Target="/docProps/app.xml" Id="R7aa9dc3dd57543d3" /><Relationship Type="http://schemas.openxmlformats.org/officeDocument/2006/relationships/officeDocument" Target="/ppt/presentation.xml" Id="R81a07f015b50459e" /></Relationships>
</file>

<file path=ppt/presentation.xml><?xml version="1.0" encoding="utf-8"?>
<p:presentation xmlns:p="http://schemas.openxmlformats.org/presentationml/2006/main">
  <p:sldMasterIdLst>
    <p:sldMasterId xmlns:r="http://schemas.openxmlformats.org/officeDocument/2006/relationships" id="2147483648" r:id="R577681f990a54ed0"/>
  </p:sldMasterIdLst>
  <p:notesMasterIdLst>
    <p:notesMasterId xmlns:r="http://schemas.openxmlformats.org/officeDocument/2006/relationships" r:id="Rbb19f9c4299741dd"/>
  </p:notesMasterIdLst>
  <p:sldIdLst>
    <p:sldId xmlns:r="http://schemas.openxmlformats.org/officeDocument/2006/relationships" id="256" r:id="R2b6fc8eb513e4709"/>
    <p:sldId xmlns:r="http://schemas.openxmlformats.org/officeDocument/2006/relationships" id="257" r:id="R73dee21290224f4e"/>
    <p:sldId xmlns:r="http://schemas.openxmlformats.org/officeDocument/2006/relationships" id="258" r:id="Rc059f5c06d26467e"/>
    <p:sldId xmlns:r="http://schemas.openxmlformats.org/officeDocument/2006/relationships" id="259" r:id="R73165e17cfe54629"/>
    <p:sldId xmlns:r="http://schemas.openxmlformats.org/officeDocument/2006/relationships" id="260" r:id="Reb1696013ceb4716"/>
    <p:sldId xmlns:r="http://schemas.openxmlformats.org/officeDocument/2006/relationships" id="261" r:id="Raf17487244574c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cc5a570f8644b4" /><Relationship Type="http://schemas.openxmlformats.org/officeDocument/2006/relationships/slideMaster" Target="/ppt/slideMasters/slideMaster1.xml" Id="R577681f990a54ed0" /><Relationship Type="http://schemas.openxmlformats.org/officeDocument/2006/relationships/notesMaster" Target="/ppt/notesMasters/notesMaster1.xml" Id="Rbb19f9c4299741dd" /><Relationship Type="http://schemas.openxmlformats.org/officeDocument/2006/relationships/presProps" Target="/ppt/presProps.xml" Id="R4053f17d2f8942de" /><Relationship Type="http://schemas.openxmlformats.org/officeDocument/2006/relationships/tableStyles" Target="/ppt/tableStyles.xml" Id="R21588e27a27743f9" /><Relationship Type="http://schemas.openxmlformats.org/officeDocument/2006/relationships/slide" Target="/ppt/slides/slide1.xml" Id="R2b6fc8eb513e4709" /><Relationship Type="http://schemas.openxmlformats.org/officeDocument/2006/relationships/slide" Target="/ppt/slides/slide2.xml" Id="R73dee21290224f4e" /><Relationship Type="http://schemas.openxmlformats.org/officeDocument/2006/relationships/slide" Target="/ppt/slides/slide3.xml" Id="Rc059f5c06d26467e" /><Relationship Type="http://schemas.openxmlformats.org/officeDocument/2006/relationships/slide" Target="/ppt/slides/slide4.xml" Id="R73165e17cfe54629" /><Relationship Type="http://schemas.openxmlformats.org/officeDocument/2006/relationships/slide" Target="/ppt/slides/slide5.xml" Id="Reb1696013ceb4716" /><Relationship Type="http://schemas.openxmlformats.org/officeDocument/2006/relationships/slide" Target="/ppt/slides/slide6.xml" Id="Raf17487244574c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1dcab7704e4a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c11ecec12744d3" /><Relationship Type="http://schemas.openxmlformats.org/officeDocument/2006/relationships/notesMaster" Target="/ppt/notesMasters/notesMaster1.xml" Id="R07b36dd5fe0b43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f9453f01844aa9" /><Relationship Type="http://schemas.openxmlformats.org/officeDocument/2006/relationships/notesMaster" Target="/ppt/notesMasters/notesMaster1.xml" Id="Re56ccf8cb29943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0a79275de54e60" /><Relationship Type="http://schemas.openxmlformats.org/officeDocument/2006/relationships/notesMaster" Target="/ppt/notesMasters/notesMaster1.xml" Id="Rc32029352aac42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2c3019471a4dd0" /><Relationship Type="http://schemas.openxmlformats.org/officeDocument/2006/relationships/notesMaster" Target="/ppt/notesMasters/notesMaster1.xml" Id="Rc2e25e2ed8734d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2b2354e16145d4" /><Relationship Type="http://schemas.openxmlformats.org/officeDocument/2006/relationships/notesMaster" Target="/ppt/notesMasters/notesMaster1.xml" Id="R345dc07c650349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49e9eaa73b477e" /><Relationship Type="http://schemas.openxmlformats.org/officeDocument/2006/relationships/notesMaster" Target="/ppt/notesMasters/notesMaster1.xml" Id="Raaa98858af494a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static browser client published from 02-web-ui/. The browser selects evidence, transfers files, requests work, observes durable status, and renders results. Authorization, storage verification, background processing, and OpenAI calls remain server-side. Code entry point: 02-web-ui/agent.html. Client controller: 02-web-ui/scripts/agent.js.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firebase.json publishes 02-web-ui/ as the Hosting root. Static assets receive no-cache headers. The page loads Firebase App, Firebase Auth, and generated Firebase initialization. Relative /v1 routes reach the API through Hosting rewrites, but the API verifies every token and claim. Direct video upload is the exception: the browser uses a temporary Storage capability URI without attaching the Firebase bearer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Hosting root contains four related browser applications. agent.html is the Vision Agent. allruns.html is the administrator companion and requires admin: true. index.html reviews inspection and VISTA evidence packages. catalog.html reads static catalog JSON and product images. These pages share Hosting and base visual language, not one client controller or one API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agent.html declares the authenticated and signed-out regions, upload form, progress, analysis cards, and empty state. agent.js sits between those visible regions and external services. It receives DOM events, updates the page, obtains the current Firebase ID token, and sends authenticated Agent API requests. Video functions also reserve sessions, transfer chunks, inspect progress, and recover. agent.css is page-specific while base.css provides shared styling 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HTML loads Firebase Auth before agent.js. start() observes onAuthStateChanged(). Before a protected request, authorized() gets the current user's ID token and sets the Authorization header. Hosting forwards the relative route to the API. The API verifies identity, custom claims, and ownership. request() parses the normal response envelope. Server failures retain a safe requestId for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receives one file. JPEG handling posts multipart data and can start the first run. Video handling reserves an uploading record, transfers bounded chunks to Storage, and calls /complete. Interrupted transfers can retain a local session. The UI offers Resume upload, Cancel upload, or Start fresh. refresh() reads durable records. scheduleObservation() polls every 15 seconds and stops when work settles, the page hides, or ten minutes pass. Polling observes server work; it does not execute recognition.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e279c25e5a4d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e34b7db16842a0" /><Relationship Type="http://schemas.openxmlformats.org/officeDocument/2006/relationships/slideLayout" Target="/ppt/slideLayouts/slideLayout1.xml" Id="R32fda72350a74c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fda72350a74c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9c7650ce9347d1" /><Relationship Type="http://schemas.openxmlformats.org/officeDocument/2006/relationships/image" Target="/ppt/media/image.png" Id="R01d12666bd8040f3" /><Relationship Type="http://schemas.openxmlformats.org/officeDocument/2006/relationships/notesSlide" Target="/ppt/notesSlides/notesSlide1.xml" Id="R146ede8e06bc48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f57cd249894c7f" /><Relationship Type="http://schemas.openxmlformats.org/officeDocument/2006/relationships/notesSlide" Target="/ppt/notesSlides/notesSlide2.xml" Id="Raf1914101bcd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d167f7317e41bf" /><Relationship Type="http://schemas.openxmlformats.org/officeDocument/2006/relationships/notesSlide" Target="/ppt/notesSlides/notesSlide3.xml" Id="Rba1eca87cbe84e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543a7caa73443c" /><Relationship Type="http://schemas.openxmlformats.org/officeDocument/2006/relationships/notesSlide" Target="/ppt/notesSlides/notesSlide4.xml" Id="R59f3c937ff3049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69a25b3e6e4f0a" /><Relationship Type="http://schemas.openxmlformats.org/officeDocument/2006/relationships/notesSlide" Target="/ppt/notesSlides/notesSlide5.xml" Id="R0eecf50ba79e42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2b869a35514f7b" /><Relationship Type="http://schemas.openxmlformats.org/officeDocument/2006/relationships/notesSlide" Target="/ppt/notesSlides/notesSlide6.xml" Id="Rb336232024924eaa" /></Relationships>
</file>

<file path=ppt/slides/slide1.xml><?xml version="1.0" encoding="utf-8"?>
<p:sld xmlns:p="http://schemas.openxmlformats.org/presentationml/2006/main">
  <p:cSld>
    <p:bg>
      <p:bgPr>
        <a:solidFill xmlns:a="http://schemas.openxmlformats.org/drawingml/2006/main">
          <a:srgbClr val="0E27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B5217E-DB66-437B-AB5A-11CEE2FE572C}"/>
              </a:ext>
            </a:extLst>
          </p:cNvPr>
          <p:cNvSpPr>
            <a:spLocks xmlns:a="http://schemas.openxmlformats.org/drawingml/2006/main" noGrp="1"/>
          </p:cNvSpPr>
          <p:nvPr/>
        </p:nvSpPr>
        <p:spPr>
          <a:xfrm xmlns:a="http://schemas.openxmlformats.org/drawingml/2006/main">
            <a:off x="685800" y="6858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9FD4C3"/>
                </a:solidFill>
                <a:latin typeface="Helvetica Neue"/>
                <a:ea typeface="Helvetica Neue"/>
                <a:cs typeface="Helvetica Neue"/>
              </a:defRPr>
            </a:pPr>
            <a:r>
              <a:rPr sz="1275" b="1">
                <a:solidFill>
                  <a:srgbClr val="9FD4C3"/>
                </a:solidFill>
                <a:latin typeface="Helvetica Neue"/>
                <a:ea typeface="Helvetica Neue"/>
                <a:cs typeface="Helvetica Neue"/>
              </a:rPr>
              <a:t>AI SHOP · LOW-LEVEL DESIGN</a:t>
            </a:r>
          </a:p>
        </p:txBody>
      </p:sp>
      <p:sp>
        <p:nvSpPr>
          <p:cNvPr id="2" name="">
            <a:extLst xmlns:a="http://schemas.openxmlformats.org/drawingml/2006/main">
              <a:ext uri="{FF2B5EF4-FFF2-40B4-BE49-F238E27FC236}">
                <a16:creationId xmlns:a16="http://schemas.microsoft.com/office/drawing/2014/main" id="{C8B88B8B-4559-4B29-AEF7-7C026C3BE0A8}"/>
              </a:ext>
            </a:extLst>
          </p:cNvPr>
          <p:cNvSpPr>
            <a:spLocks xmlns:a="http://schemas.openxmlformats.org/drawingml/2006/main" noGrp="1"/>
          </p:cNvSpPr>
          <p:nvPr/>
        </p:nvSpPr>
        <p:spPr>
          <a:xfrm xmlns:a="http://schemas.openxmlformats.org/drawingml/2006/main">
            <a:off x="685800" y="131445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Vision Agent</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Web UI</a:t>
            </a:r>
          </a:p>
        </p:txBody>
      </p:sp>
      <p:sp>
        <p:nvSpPr>
          <p:cNvPr id="3" name="">
            <a:extLst xmlns:a="http://schemas.openxmlformats.org/drawingml/2006/main">
              <a:ext uri="{FF2B5EF4-FFF2-40B4-BE49-F238E27FC236}">
                <a16:creationId xmlns:a16="http://schemas.microsoft.com/office/drawing/2014/main" id="{C8F09221-F7ED-48D2-A810-CE10C1CA59D5}"/>
              </a:ext>
            </a:extLst>
          </p:cNvPr>
          <p:cNvSpPr>
            <a:spLocks xmlns:a="http://schemas.openxmlformats.org/drawingml/2006/main" noGrp="1"/>
          </p:cNvSpPr>
          <p:nvPr/>
        </p:nvSpPr>
        <p:spPr>
          <a:xfrm xmlns:a="http://schemas.openxmlformats.org/drawingml/2006/main">
            <a:off x="704850" y="31051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D7E5DF"/>
                </a:solidFill>
                <a:latin typeface="Helvetica Neue"/>
                <a:ea typeface="Helvetica Neue"/>
                <a:cs typeface="Helvetica Neue"/>
              </a:defRPr>
            </a:pPr>
            <a:r>
              <a:rPr sz="1800" b="0">
                <a:solidFill>
                  <a:srgbClr val="D7E5DF"/>
                </a:solidFill>
                <a:latin typeface="Helvetica Neue"/>
                <a:ea typeface="Helvetica Neue"/>
                <a:cs typeface="Helvetica Neue"/>
              </a:rPr>
              <a:t>From hosted page to authenticated analysis workflow</a:t>
            </a:r>
          </a:p>
        </p:txBody>
      </p:sp>
      <p:sp>
        <p:nvSpPr>
          <p:cNvPr id="4" name="">
            <a:extLst xmlns:a="http://schemas.openxmlformats.org/drawingml/2006/main">
              <a:ext uri="{FF2B5EF4-FFF2-40B4-BE49-F238E27FC236}">
                <a16:creationId xmlns:a16="http://schemas.microsoft.com/office/drawing/2014/main" id="{3E5A9B2F-C9BA-476F-9002-18DB6AEB55F0}"/>
              </a:ext>
            </a:extLst>
          </p:cNvPr>
          <p:cNvSpPr>
            <a:spLocks xmlns:a="http://schemas.openxmlformats.org/drawingml/2006/main" noGrp="1"/>
          </p:cNvSpPr>
          <p:nvPr/>
        </p:nvSpPr>
        <p:spPr>
          <a:xfrm xmlns:a="http://schemas.openxmlformats.org/drawingml/2006/main">
            <a:off x="6191250" y="781050"/>
            <a:ext cx="5334000" cy="5238750"/>
          </a:xfrm>
          <a:prstGeom xmlns:a="http://schemas.openxmlformats.org/drawingml/2006/main" prst="roundRect">
            <a:avLst>
              <a:gd name="adj" fmla="val 4364"/>
            </a:avLst>
          </a:prstGeom>
          <a:solidFill xmlns:a="http://schemas.openxmlformats.org/drawingml/2006/main">
            <a:srgbClr val="173D33"/>
          </a:solidFill>
          <a:ln xmlns:a="http://schemas.openxmlformats.org/drawingml/2006/main" w="14288">
            <a:solidFill>
              <a:srgbClr val="76AA99"/>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1d12666bd8040f3"/>
          <a:srcRect xmlns:a="http://schemas.openxmlformats.org/drawingml/2006/main" l="8441" t="0" r="8441" b="0"/>
          <a:stretch xmlns:a="http://schemas.openxmlformats.org/drawingml/2006/main">
            <a:fillRect l="0" t="0" r="0" b="0"/>
          </a:stretch>
        </p:blipFill>
        <p:spPr>
          <a:xfrm xmlns:a="http://schemas.openxmlformats.org/drawingml/2006/main">
            <a:off x="6305550" y="895350"/>
            <a:ext cx="5105400" cy="5010150"/>
          </a:xfrm>
          <a:prstGeom xmlns:a="http://schemas.openxmlformats.org/drawingml/2006/main" prst="roundRect">
            <a:avLst>
              <a:gd name="adj" fmla="val 3422"/>
            </a:avLst>
          </a:prstGeom>
        </p:spPr>
      </p:pic>
      <p:sp>
        <p:nvSpPr>
          <p:cNvPr id="6" name="">
            <a:extLst xmlns:a="http://schemas.openxmlformats.org/drawingml/2006/main">
              <a:ext uri="{FF2B5EF4-FFF2-40B4-BE49-F238E27FC236}">
                <a16:creationId xmlns:a16="http://schemas.microsoft.com/office/drawing/2014/main" id="{946FAACB-6A54-4F4E-94FA-4F198999AE28}"/>
              </a:ext>
            </a:extLst>
          </p:cNvPr>
          <p:cNvSpPr>
            <a:spLocks xmlns:a="http://schemas.openxmlformats.org/drawingml/2006/main" noGrp="1"/>
          </p:cNvSpPr>
          <p:nvPr/>
        </p:nvSpPr>
        <p:spPr>
          <a:xfrm xmlns:a="http://schemas.openxmlformats.org/drawingml/2006/main">
            <a:off x="6667500" y="61341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9FD4C3"/>
                </a:solidFill>
                <a:latin typeface="Helvetica Neue"/>
                <a:ea typeface="Helvetica Neue"/>
                <a:cs typeface="Helvetica Neue"/>
              </a:defRPr>
            </a:pPr>
            <a:r>
              <a:rPr sz="1125" b="1">
                <a:solidFill>
                  <a:srgbClr val="9FD4C3"/>
                </a:solidFill>
                <a:latin typeface="Helvetica Neue"/>
                <a:ea typeface="Helvetica Neue"/>
                <a:cs typeface="Helvetica Neue"/>
              </a:rPr>
              <a:t>Hosted Agent page · agent.html</a:t>
            </a:r>
          </a:p>
        </p:txBody>
      </p:sp>
    </p:spTree>
    <p:extLst>
      <p:ext uri="{BB962C8B-B14F-4D97-AF65-F5344CB8AC3E}">
        <p14:creationId xmlns:p14="http://schemas.microsoft.com/office/powerpoint/2010/main" val="1710308775"/>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F2F76EC-35A1-4660-A880-5954933223A4}"/>
              </a:ext>
            </a:extLst>
          </p:cNvPr>
          <p:cNvSpPr>
            <a:spLocks xmlns:a="http://schemas.openxmlformats.org/drawingml/2006/main" noGrp="1"/>
          </p:cNvSpPr>
          <p:nvPr/>
        </p:nvSpPr>
        <p:spPr>
          <a:xfrm xmlns:a="http://schemas.openxmlformats.org/drawingml/2006/main">
            <a:off x="609600" y="4000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3211B"/>
                </a:solidFill>
                <a:latin typeface="Helvetica Neue"/>
                <a:ea typeface="Helvetica Neue"/>
                <a:cs typeface="Helvetica Neue"/>
              </a:defRPr>
            </a:pPr>
            <a:r>
              <a:rPr sz="2550" b="1">
                <a:solidFill>
                  <a:srgbClr val="13211B"/>
                </a:solidFill>
                <a:latin typeface="Helvetica Neue"/>
                <a:ea typeface="Helvetica Neue"/>
                <a:cs typeface="Helvetica Neue"/>
              </a:rPr>
              <a:t>Browser and server boundary</a:t>
            </a:r>
          </a:p>
        </p:txBody>
      </p:sp>
      <p:sp>
        <p:nvSpPr>
          <p:cNvPr id="2" name="">
            <a:extLst xmlns:a="http://schemas.openxmlformats.org/drawingml/2006/main">
              <a:ext uri="{FF2B5EF4-FFF2-40B4-BE49-F238E27FC236}">
                <a16:creationId xmlns:a16="http://schemas.microsoft.com/office/drawing/2014/main" id="{872F01C3-8287-4040-80D6-280D6EEAA6E6}"/>
              </a:ext>
            </a:extLst>
          </p:cNvPr>
          <p:cNvSpPr>
            <a:spLocks xmlns:a="http://schemas.openxmlformats.org/drawingml/2006/main" noGrp="1"/>
          </p:cNvSpPr>
          <p:nvPr/>
        </p:nvSpPr>
        <p:spPr>
          <a:xfrm xmlns:a="http://schemas.openxmlformats.org/drawingml/2006/main">
            <a:off x="609600" y="1066800"/>
            <a:ext cx="10972800" cy="0"/>
          </a:xfrm>
          <a:prstGeom xmlns:a="http://schemas.openxmlformats.org/drawingml/2006/main" prst="line">
            <a:avLst/>
          </a:prstGeom>
          <a:noFill xmlns:a="http://schemas.openxmlformats.org/drawingml/2006/main"/>
          <a:ln xmlns:a="http://schemas.openxmlformats.org/drawingml/2006/main" w="14288">
            <a:solidFill>
              <a:srgbClr val="B8C7C0"/>
            </a:solidFill>
          </a:ln>
        </p:spPr>
      </p:sp>
      <p:sp>
        <p:nvSpPr>
          <p:cNvPr id="3" name="">
            <a:extLst xmlns:a="http://schemas.openxmlformats.org/drawingml/2006/main">
              <a:ext uri="{FF2B5EF4-FFF2-40B4-BE49-F238E27FC236}">
                <a16:creationId xmlns:a16="http://schemas.microsoft.com/office/drawing/2014/main" id="{FF7DED88-20F0-425E-B82A-043A63585209}"/>
              </a:ext>
            </a:extLst>
          </p:cNvPr>
          <p:cNvSpPr>
            <a:spLocks xmlns:a="http://schemas.openxmlformats.org/drawingml/2006/main" noGrp="1"/>
          </p:cNvSpPr>
          <p:nvPr/>
        </p:nvSpPr>
        <p:spPr>
          <a:xfrm xmlns:a="http://schemas.openxmlformats.org/drawingml/2006/main">
            <a:off x="11049000" y="4572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67552"/>
                </a:solidFill>
                <a:latin typeface="Helvetica Neue"/>
                <a:ea typeface="Helvetica Neue"/>
                <a:cs typeface="Helvetica Neue"/>
              </a:defRPr>
            </a:pPr>
            <a:r>
              <a:rPr sz="1200" b="1">
                <a:solidFill>
                  <a:srgbClr val="167552"/>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9E139B55-301E-4626-AB96-DFE3770150D9}"/>
              </a:ext>
            </a:extLst>
          </p:cNvPr>
          <p:cNvSpPr>
            <a:spLocks xmlns:a="http://schemas.openxmlformats.org/drawingml/2006/main" noGrp="1"/>
          </p:cNvSpPr>
          <p:nvPr/>
        </p:nvSpPr>
        <p:spPr>
          <a:xfrm xmlns:a="http://schemas.openxmlformats.org/drawingml/2006/main">
            <a:off x="704850" y="13525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l">
              <a:defRPr sz="1125" b="1">
                <a:solidFill>
                  <a:srgbClr val="5E6A65"/>
                </a:solidFill>
                <a:latin typeface="Helvetica Neue"/>
                <a:ea typeface="Helvetica Neue"/>
                <a:cs typeface="Helvetica Neue"/>
              </a:defRPr>
            </a:pPr>
            <a:r>
              <a:rPr sz="1125" b="1">
                <a:solidFill>
                  <a:srgbClr val="5E6A65"/>
                </a:solidFill>
                <a:latin typeface="Helvetica Neue"/>
                <a:ea typeface="Helvetica Neue"/>
                <a:cs typeface="Helvetica Neue"/>
              </a:rPr>
              <a:t>PUBLIC BROWSER</a:t>
            </a:r>
          </a:p>
        </p:txBody>
      </p:sp>
      <p:sp>
        <p:nvSpPr>
          <p:cNvPr id="5" name="">
            <a:extLst xmlns:a="http://schemas.openxmlformats.org/drawingml/2006/main">
              <a:ext uri="{FF2B5EF4-FFF2-40B4-BE49-F238E27FC236}">
                <a16:creationId xmlns:a16="http://schemas.microsoft.com/office/drawing/2014/main" id="{56130931-E01A-44A8-ADD8-0F76892C787E}"/>
              </a:ext>
            </a:extLst>
          </p:cNvPr>
          <p:cNvSpPr>
            <a:spLocks xmlns:a="http://schemas.openxmlformats.org/drawingml/2006/main" noGrp="1"/>
          </p:cNvSpPr>
          <p:nvPr/>
        </p:nvSpPr>
        <p:spPr>
          <a:xfrm xmlns:a="http://schemas.openxmlformats.org/drawingml/2006/main">
            <a:off x="4772025" y="135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l">
              <a:defRPr sz="1125" b="1">
                <a:solidFill>
                  <a:srgbClr val="5E6A65"/>
                </a:solidFill>
                <a:latin typeface="Helvetica Neue"/>
                <a:ea typeface="Helvetica Neue"/>
                <a:cs typeface="Helvetica Neue"/>
              </a:defRPr>
            </a:pPr>
            <a:r>
              <a:rPr sz="1125" b="1">
                <a:solidFill>
                  <a:srgbClr val="5E6A65"/>
                </a:solidFill>
                <a:latin typeface="Helvetica Neue"/>
                <a:ea typeface="Helvetica Neue"/>
                <a:cs typeface="Helvetica Neue"/>
              </a:rPr>
              <a:t>FIREBASE HOSTING</a:t>
            </a:r>
          </a:p>
        </p:txBody>
      </p:sp>
      <p:sp>
        <p:nvSpPr>
          <p:cNvPr id="6" name="">
            <a:extLst xmlns:a="http://schemas.openxmlformats.org/drawingml/2006/main">
              <a:ext uri="{FF2B5EF4-FFF2-40B4-BE49-F238E27FC236}">
                <a16:creationId xmlns:a16="http://schemas.microsoft.com/office/drawing/2014/main" id="{EBC08356-58AB-4633-8243-3136823EB3FC}"/>
              </a:ext>
            </a:extLst>
          </p:cNvPr>
          <p:cNvSpPr>
            <a:spLocks xmlns:a="http://schemas.openxmlformats.org/drawingml/2006/main" noGrp="1"/>
          </p:cNvSpPr>
          <p:nvPr/>
        </p:nvSpPr>
        <p:spPr>
          <a:xfrm xmlns:a="http://schemas.openxmlformats.org/drawingml/2006/main">
            <a:off x="8724900" y="135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l">
              <a:defRPr sz="1125" b="1">
                <a:solidFill>
                  <a:srgbClr val="5E6A65"/>
                </a:solidFill>
                <a:latin typeface="Helvetica Neue"/>
                <a:ea typeface="Helvetica Neue"/>
                <a:cs typeface="Helvetica Neue"/>
              </a:defRPr>
            </a:pPr>
            <a:r>
              <a:rPr sz="1125" b="1">
                <a:solidFill>
                  <a:srgbClr val="5E6A65"/>
                </a:solidFill>
                <a:latin typeface="Helvetica Neue"/>
                <a:ea typeface="Helvetica Neue"/>
                <a:cs typeface="Helvetica Neue"/>
              </a:rPr>
              <a:t>SERVER PLATFORM</a:t>
            </a:r>
          </a:p>
        </p:txBody>
      </p:sp>
      <p:sp>
        <p:nvSpPr>
          <p:cNvPr id="7" name="">
            <a:extLst xmlns:a="http://schemas.openxmlformats.org/drawingml/2006/main">
              <a:ext uri="{FF2B5EF4-FFF2-40B4-BE49-F238E27FC236}">
                <a16:creationId xmlns:a16="http://schemas.microsoft.com/office/drawing/2014/main" id="{9450C20C-85AD-4A8F-A303-DA93BC83D0D5}"/>
              </a:ext>
            </a:extLst>
          </p:cNvPr>
          <p:cNvSpPr>
            <a:spLocks xmlns:a="http://schemas.openxmlformats.org/drawingml/2006/main" noGrp="1"/>
          </p:cNvSpPr>
          <p:nvPr/>
        </p:nvSpPr>
        <p:spPr>
          <a:xfrm xmlns:a="http://schemas.openxmlformats.org/drawingml/2006/main">
            <a:off x="685800" y="1809750"/>
            <a:ext cx="2667000" cy="1524000"/>
          </a:xfrm>
          <a:prstGeom xmlns:a="http://schemas.openxmlformats.org/drawingml/2006/main" prst="roundRect">
            <a:avLst>
              <a:gd name="adj" fmla="val 10000"/>
            </a:avLst>
          </a:prstGeom>
          <a:solidFill xmlns:a="http://schemas.openxmlformats.org/drawingml/2006/main">
            <a:srgbClr val="FBFAF6"/>
          </a:solidFill>
          <a:ln xmlns:a="http://schemas.openxmlformats.org/drawingml/2006/main" w="14288">
            <a:solidFill>
              <a:srgbClr val="3E8C7A"/>
            </a:solidFill>
          </a:ln>
        </p:spPr>
      </p:sp>
      <p:sp>
        <p:nvSpPr>
          <p:cNvPr id="8" name="">
            <a:extLst xmlns:a="http://schemas.openxmlformats.org/drawingml/2006/main">
              <a:ext uri="{FF2B5EF4-FFF2-40B4-BE49-F238E27FC236}">
                <a16:creationId xmlns:a16="http://schemas.microsoft.com/office/drawing/2014/main" id="{676A383E-10A7-4DA5-87A4-8D0C6DC5CA1A}"/>
              </a:ext>
            </a:extLst>
          </p:cNvPr>
          <p:cNvSpPr>
            <a:spLocks xmlns:a="http://schemas.openxmlformats.org/drawingml/2006/main" noGrp="1"/>
          </p:cNvSpPr>
          <p:nvPr/>
        </p:nvSpPr>
        <p:spPr>
          <a:xfrm xmlns:a="http://schemas.openxmlformats.org/drawingml/2006/main">
            <a:off x="857250" y="19621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Static web client</a:t>
            </a:r>
          </a:p>
        </p:txBody>
      </p:sp>
      <p:sp>
        <p:nvSpPr>
          <p:cNvPr id="9" name="">
            <a:extLst xmlns:a="http://schemas.openxmlformats.org/drawingml/2006/main">
              <a:ext uri="{FF2B5EF4-FFF2-40B4-BE49-F238E27FC236}">
                <a16:creationId xmlns:a16="http://schemas.microsoft.com/office/drawing/2014/main" id="{30FF420A-20CC-49B7-A5DC-D8899DDF692A}"/>
              </a:ext>
            </a:extLst>
          </p:cNvPr>
          <p:cNvSpPr>
            <a:spLocks xmlns:a="http://schemas.openxmlformats.org/drawingml/2006/main" noGrp="1"/>
          </p:cNvSpPr>
          <p:nvPr/>
        </p:nvSpPr>
        <p:spPr>
          <a:xfrm xmlns:a="http://schemas.openxmlformats.org/drawingml/2006/main">
            <a:off x="838200" y="2286000"/>
            <a:ext cx="2362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HTML · CSS · JavaScript</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Firebase Auth session</a:t>
            </a:r>
          </a:p>
        </p:txBody>
      </p:sp>
      <p:sp>
        <p:nvSpPr>
          <p:cNvPr id="10" name="">
            <a:extLst xmlns:a="http://schemas.openxmlformats.org/drawingml/2006/main">
              <a:ext uri="{FF2B5EF4-FFF2-40B4-BE49-F238E27FC236}">
                <a16:creationId xmlns:a16="http://schemas.microsoft.com/office/drawing/2014/main" id="{45424F41-D011-4646-9E31-149620CE96DA}"/>
              </a:ext>
            </a:extLst>
          </p:cNvPr>
          <p:cNvSpPr>
            <a:spLocks xmlns:a="http://schemas.openxmlformats.org/drawingml/2006/main" noGrp="1"/>
          </p:cNvSpPr>
          <p:nvPr/>
        </p:nvSpPr>
        <p:spPr>
          <a:xfrm xmlns:a="http://schemas.openxmlformats.org/drawingml/2006/main">
            <a:off x="4762500" y="1809750"/>
            <a:ext cx="2381250" cy="1524000"/>
          </a:xfrm>
          <a:prstGeom xmlns:a="http://schemas.openxmlformats.org/drawingml/2006/main" prst="roundRect">
            <a:avLst>
              <a:gd name="adj" fmla="val 10000"/>
            </a:avLst>
          </a:prstGeom>
          <a:solidFill xmlns:a="http://schemas.openxmlformats.org/drawingml/2006/main">
            <a:srgbClr val="EAF3EF"/>
          </a:solidFill>
          <a:ln xmlns:a="http://schemas.openxmlformats.org/drawingml/2006/main" w="14288">
            <a:solidFill>
              <a:srgbClr val="167552"/>
            </a:solidFill>
          </a:ln>
        </p:spPr>
      </p:sp>
      <p:sp>
        <p:nvSpPr>
          <p:cNvPr id="11" name="">
            <a:extLst xmlns:a="http://schemas.openxmlformats.org/drawingml/2006/main">
              <a:ext uri="{FF2B5EF4-FFF2-40B4-BE49-F238E27FC236}">
                <a16:creationId xmlns:a16="http://schemas.microsoft.com/office/drawing/2014/main" id="{44D8BD6D-DFA3-468B-B4A4-64C84E99C71D}"/>
              </a:ext>
            </a:extLst>
          </p:cNvPr>
          <p:cNvSpPr>
            <a:spLocks xmlns:a="http://schemas.openxmlformats.org/drawingml/2006/main" noGrp="1"/>
          </p:cNvSpPr>
          <p:nvPr/>
        </p:nvSpPr>
        <p:spPr>
          <a:xfrm xmlns:a="http://schemas.openxmlformats.org/drawingml/2006/main">
            <a:off x="4933950" y="1962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Hosting</a:t>
            </a:r>
          </a:p>
        </p:txBody>
      </p:sp>
      <p:sp>
        <p:nvSpPr>
          <p:cNvPr id="12" name="">
            <a:extLst xmlns:a="http://schemas.openxmlformats.org/drawingml/2006/main">
              <a:ext uri="{FF2B5EF4-FFF2-40B4-BE49-F238E27FC236}">
                <a16:creationId xmlns:a16="http://schemas.microsoft.com/office/drawing/2014/main" id="{CF811D2E-8BE5-480A-9A8A-9F9B59B86B49}"/>
              </a:ext>
            </a:extLst>
          </p:cNvPr>
          <p:cNvSpPr>
            <a:spLocks xmlns:a="http://schemas.openxmlformats.org/drawingml/2006/main" noGrp="1"/>
          </p:cNvSpPr>
          <p:nvPr/>
        </p:nvSpPr>
        <p:spPr>
          <a:xfrm xmlns:a="http://schemas.openxmlformats.org/drawingml/2006/main">
            <a:off x="4914900" y="2286000"/>
            <a:ext cx="2076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02-web-ui/ assets</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/v1/... rewrites</a:t>
            </a:r>
          </a:p>
        </p:txBody>
      </p:sp>
      <p:sp>
        <p:nvSpPr>
          <p:cNvPr id="13" name="">
            <a:extLst xmlns:a="http://schemas.openxmlformats.org/drawingml/2006/main">
              <a:ext uri="{FF2B5EF4-FFF2-40B4-BE49-F238E27FC236}">
                <a16:creationId xmlns:a16="http://schemas.microsoft.com/office/drawing/2014/main" id="{055DE4C3-BE11-4A87-9431-CBEF0FCA920F}"/>
              </a:ext>
            </a:extLst>
          </p:cNvPr>
          <p:cNvSpPr>
            <a:spLocks xmlns:a="http://schemas.openxmlformats.org/drawingml/2006/main" noGrp="1"/>
          </p:cNvSpPr>
          <p:nvPr/>
        </p:nvSpPr>
        <p:spPr>
          <a:xfrm xmlns:a="http://schemas.openxmlformats.org/drawingml/2006/main">
            <a:off x="8572500" y="1809750"/>
            <a:ext cx="2667000" cy="1066800"/>
          </a:xfrm>
          <a:prstGeom xmlns:a="http://schemas.openxmlformats.org/drawingml/2006/main" prst="roundRect">
            <a:avLst>
              <a:gd name="adj" fmla="val 14286"/>
            </a:avLst>
          </a:prstGeom>
          <a:solidFill xmlns:a="http://schemas.openxmlformats.org/drawingml/2006/main">
            <a:srgbClr val="FBFAF6"/>
          </a:solidFill>
          <a:ln xmlns:a="http://schemas.openxmlformats.org/drawingml/2006/main" w="14288">
            <a:solidFill>
              <a:srgbClr val="167552"/>
            </a:solidFill>
          </a:ln>
        </p:spPr>
      </p:sp>
      <p:sp>
        <p:nvSpPr>
          <p:cNvPr id="14" name="">
            <a:extLst xmlns:a="http://schemas.openxmlformats.org/drawingml/2006/main">
              <a:ext uri="{FF2B5EF4-FFF2-40B4-BE49-F238E27FC236}">
                <a16:creationId xmlns:a16="http://schemas.microsoft.com/office/drawing/2014/main" id="{0C993DB8-61A1-4570-B734-0EFDAC0FA489}"/>
              </a:ext>
            </a:extLst>
          </p:cNvPr>
          <p:cNvSpPr>
            <a:spLocks xmlns:a="http://schemas.openxmlformats.org/drawingml/2006/main" noGrp="1"/>
          </p:cNvSpPr>
          <p:nvPr/>
        </p:nvSpPr>
        <p:spPr>
          <a:xfrm xmlns:a="http://schemas.openxmlformats.org/drawingml/2006/main">
            <a:off x="8743950" y="19621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 API</a:t>
            </a:r>
          </a:p>
        </p:txBody>
      </p:sp>
      <p:sp>
        <p:nvSpPr>
          <p:cNvPr id="15" name="">
            <a:extLst xmlns:a="http://schemas.openxmlformats.org/drawingml/2006/main">
              <a:ext uri="{FF2B5EF4-FFF2-40B4-BE49-F238E27FC236}">
                <a16:creationId xmlns:a16="http://schemas.microsoft.com/office/drawing/2014/main" id="{C78310CC-EC7E-45AA-A146-E9410B8ACB0B}"/>
              </a:ext>
            </a:extLst>
          </p:cNvPr>
          <p:cNvSpPr>
            <a:spLocks xmlns:a="http://schemas.openxmlformats.org/drawingml/2006/main" noGrp="1"/>
          </p:cNvSpPr>
          <p:nvPr/>
        </p:nvSpPr>
        <p:spPr>
          <a:xfrm xmlns:a="http://schemas.openxmlformats.org/drawingml/2006/main">
            <a:off x="8724900" y="22860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identity · roles · records</a:t>
            </a:r>
          </a:p>
        </p:txBody>
      </p:sp>
      <p:sp>
        <p:nvSpPr>
          <p:cNvPr id="16" name="">
            <a:extLst xmlns:a="http://schemas.openxmlformats.org/drawingml/2006/main">
              <a:ext uri="{FF2B5EF4-FFF2-40B4-BE49-F238E27FC236}">
                <a16:creationId xmlns:a16="http://schemas.microsoft.com/office/drawing/2014/main" id="{0800F4D3-DFE0-450E-A368-2902DBBE4530}"/>
              </a:ext>
            </a:extLst>
          </p:cNvPr>
          <p:cNvSpPr>
            <a:spLocks xmlns:a="http://schemas.openxmlformats.org/drawingml/2006/main" noGrp="1"/>
          </p:cNvSpPr>
          <p:nvPr/>
        </p:nvSpPr>
        <p:spPr>
          <a:xfrm xmlns:a="http://schemas.openxmlformats.org/drawingml/2006/main">
            <a:off x="8572500" y="3333750"/>
            <a:ext cx="2667000" cy="1066800"/>
          </a:xfrm>
          <a:prstGeom xmlns:a="http://schemas.openxmlformats.org/drawingml/2006/main" prst="roundRect">
            <a:avLst>
              <a:gd name="adj" fmla="val 14286"/>
            </a:avLst>
          </a:prstGeom>
          <a:solidFill xmlns:a="http://schemas.openxmlformats.org/drawingml/2006/main">
            <a:srgbClr val="FBFAF6"/>
          </a:solidFill>
          <a:ln xmlns:a="http://schemas.openxmlformats.org/drawingml/2006/main" w="14288">
            <a:solidFill>
              <a:srgbClr val="B8C7C0"/>
            </a:solidFill>
          </a:ln>
        </p:spPr>
      </p:sp>
      <p:sp>
        <p:nvSpPr>
          <p:cNvPr id="17" name="">
            <a:extLst xmlns:a="http://schemas.openxmlformats.org/drawingml/2006/main">
              <a:ext uri="{FF2B5EF4-FFF2-40B4-BE49-F238E27FC236}">
                <a16:creationId xmlns:a16="http://schemas.microsoft.com/office/drawing/2014/main" id="{B38383A1-4A39-4AA1-8D11-26CBBDDD23B7}"/>
              </a:ext>
            </a:extLst>
          </p:cNvPr>
          <p:cNvSpPr>
            <a:spLocks xmlns:a="http://schemas.openxmlformats.org/drawingml/2006/main" noGrp="1"/>
          </p:cNvSpPr>
          <p:nvPr/>
        </p:nvSpPr>
        <p:spPr>
          <a:xfrm xmlns:a="http://schemas.openxmlformats.org/drawingml/2006/main">
            <a:off x="8743950" y="34861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Durable services</a:t>
            </a:r>
          </a:p>
        </p:txBody>
      </p:sp>
      <p:sp>
        <p:nvSpPr>
          <p:cNvPr id="18" name="">
            <a:extLst xmlns:a="http://schemas.openxmlformats.org/drawingml/2006/main">
              <a:ext uri="{FF2B5EF4-FFF2-40B4-BE49-F238E27FC236}">
                <a16:creationId xmlns:a16="http://schemas.microsoft.com/office/drawing/2014/main" id="{3FE3C61E-7EA6-4449-9203-29AA143D0D95}"/>
              </a:ext>
            </a:extLst>
          </p:cNvPr>
          <p:cNvSpPr>
            <a:spLocks xmlns:a="http://schemas.openxmlformats.org/drawingml/2006/main" noGrp="1"/>
          </p:cNvSpPr>
          <p:nvPr/>
        </p:nvSpPr>
        <p:spPr>
          <a:xfrm xmlns:a="http://schemas.openxmlformats.org/drawingml/2006/main">
            <a:off x="8724900" y="38100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Storage · Firestore · Tasks</a:t>
            </a:r>
          </a:p>
        </p:txBody>
      </p:sp>
      <p:sp>
        <p:nvSpPr>
          <p:cNvPr id="19" name="">
            <a:extLst xmlns:a="http://schemas.openxmlformats.org/drawingml/2006/main">
              <a:ext uri="{FF2B5EF4-FFF2-40B4-BE49-F238E27FC236}">
                <a16:creationId xmlns:a16="http://schemas.microsoft.com/office/drawing/2014/main" id="{8022CC2F-F0DC-452D-A912-D54F045B4743}"/>
              </a:ext>
            </a:extLst>
          </p:cNvPr>
          <p:cNvSpPr>
            <a:spLocks xmlns:a="http://schemas.openxmlformats.org/drawingml/2006/main" noGrp="1"/>
          </p:cNvSpPr>
          <p:nvPr/>
        </p:nvSpPr>
        <p:spPr>
          <a:xfrm xmlns:a="http://schemas.openxmlformats.org/drawingml/2006/main">
            <a:off x="8572500" y="4953000"/>
            <a:ext cx="2667000" cy="914400"/>
          </a:xfrm>
          <a:prstGeom xmlns:a="http://schemas.openxmlformats.org/drawingml/2006/main" prst="roundRect">
            <a:avLst>
              <a:gd name="adj" fmla="val 16667"/>
            </a:avLst>
          </a:prstGeom>
          <a:solidFill xmlns:a="http://schemas.openxmlformats.org/drawingml/2006/main">
            <a:srgbClr val="EDF0F5"/>
          </a:solidFill>
          <a:ln xmlns:a="http://schemas.openxmlformats.org/drawingml/2006/main" w="14288">
            <a:solidFill>
              <a:srgbClr val="8290A5"/>
            </a:solidFill>
          </a:ln>
        </p:spPr>
      </p:sp>
      <p:sp>
        <p:nvSpPr>
          <p:cNvPr id="20" name="">
            <a:extLst xmlns:a="http://schemas.openxmlformats.org/drawingml/2006/main">
              <a:ext uri="{FF2B5EF4-FFF2-40B4-BE49-F238E27FC236}">
                <a16:creationId xmlns:a16="http://schemas.microsoft.com/office/drawing/2014/main" id="{C516FF50-5E5A-4C55-AD52-73CF1DA440D5}"/>
              </a:ext>
            </a:extLst>
          </p:cNvPr>
          <p:cNvSpPr>
            <a:spLocks xmlns:a="http://schemas.openxmlformats.org/drawingml/2006/main" noGrp="1"/>
          </p:cNvSpPr>
          <p:nvPr/>
        </p:nvSpPr>
        <p:spPr>
          <a:xfrm xmlns:a="http://schemas.openxmlformats.org/drawingml/2006/main">
            <a:off x="8743950" y="510540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OpenAI</a:t>
            </a:r>
          </a:p>
        </p:txBody>
      </p:sp>
      <p:sp>
        <p:nvSpPr>
          <p:cNvPr id="21" name="">
            <a:extLst xmlns:a="http://schemas.openxmlformats.org/drawingml/2006/main">
              <a:ext uri="{FF2B5EF4-FFF2-40B4-BE49-F238E27FC236}">
                <a16:creationId xmlns:a16="http://schemas.microsoft.com/office/drawing/2014/main" id="{E1A20E3F-556C-4A47-963A-4236263397F3}"/>
              </a:ext>
            </a:extLst>
          </p:cNvPr>
          <p:cNvSpPr>
            <a:spLocks xmlns:a="http://schemas.openxmlformats.org/drawingml/2006/main" noGrp="1"/>
          </p:cNvSpPr>
          <p:nvPr/>
        </p:nvSpPr>
        <p:spPr>
          <a:xfrm xmlns:a="http://schemas.openxmlformats.org/drawingml/2006/main">
            <a:off x="8724900" y="5429250"/>
            <a:ext cx="2362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external recognition model</a:t>
            </a:r>
          </a:p>
        </p:txBody>
      </p:sp>
      <p:cxnSp>
        <p:nvCxnSpPr>
          <p:cNvPr id="54" name=""/>
          <p:cNvCxnSpPr>
            <a:stCxn xmlns:a="http://schemas.openxmlformats.org/drawingml/2006/main" id="10" idx="1"/>
            <a:endCxn xmlns:a="http://schemas.openxmlformats.org/drawingml/2006/main" id="7" idx="3"/>
          </p:cNvCxnSpPr>
          <p:nvPr/>
        </p:nvCxnSpPr>
        <p:spPr>
          <a:xfrm xmlns:a="http://schemas.openxmlformats.org/drawingml/2006/main" flipH="1">
            <a:off x="3352800" y="2571750"/>
            <a:ext cx="1409700" cy="0"/>
          </a:xfrm>
          <a:prstGeom xmlns:a="http://schemas.openxmlformats.org/drawingml/2006/main" prst="straightConnector1">
            <a:avLst/>
          </a:prstGeom>
          <a:ln xmlns:a="http://schemas.openxmlformats.org/drawingml/2006/main" w="23813">
            <a:solidFill>
              <a:srgbClr val="3E8C7A"/>
            </a:solidFill>
            <a:prstDash val="solid"/>
            <a:headEnd type="arrow" w="med" len="med"/>
          </a:ln>
        </p:spPr>
      </p:cxnSp>
      <p:cxnSp>
        <p:nvCxnSpPr>
          <p:cNvPr id="55" name=""/>
          <p:cNvCxnSpPr>
            <a:stCxn xmlns:a="http://schemas.openxmlformats.org/drawingml/2006/main" id="13" idx="1"/>
            <a:endCxn xmlns:a="http://schemas.openxmlformats.org/drawingml/2006/main" id="10" idx="3"/>
          </p:cNvCxnSpPr>
          <p:nvPr/>
        </p:nvCxnSpPr>
        <p:spPr>
          <a:xfrm xmlns:a="http://schemas.openxmlformats.org/drawingml/2006/main" flipH="1">
            <a:off x="7143750" y="2343150"/>
            <a:ext cx="1428750" cy="228600"/>
          </a:xfrm>
          <a:prstGeom xmlns:a="http://schemas.openxmlformats.org/drawingml/2006/main" prst="bentConnector3">
            <a:avLst>
              <a:gd name="adj1" fmla="val 50000"/>
            </a:avLst>
          </a:prstGeom>
          <a:ln xmlns:a="http://schemas.openxmlformats.org/drawingml/2006/main" w="23813">
            <a:solidFill>
              <a:srgbClr val="3E8C7A"/>
            </a:solidFill>
            <a:prstDash val="solid"/>
            <a:headEnd type="arrow" w="med" len="med"/>
          </a:ln>
        </p:spPr>
      </p:cxnSp>
      <p:cxnSp>
        <p:nvCxnSpPr>
          <p:cNvPr id="56" name=""/>
          <p:cNvCxnSpPr>
            <a:stCxn xmlns:a="http://schemas.openxmlformats.org/drawingml/2006/main" id="16" idx="0"/>
            <a:endCxn xmlns:a="http://schemas.openxmlformats.org/drawingml/2006/main" id="13" idx="2"/>
          </p:cNvCxnSpPr>
          <p:nvPr/>
        </p:nvCxnSpPr>
        <p:spPr>
          <a:xfrm xmlns:a="http://schemas.openxmlformats.org/drawingml/2006/main" flipV="1">
            <a:off x="9906000" y="2876550"/>
            <a:ext cx="0" cy="457200"/>
          </a:xfrm>
          <a:prstGeom xmlns:a="http://schemas.openxmlformats.org/drawingml/2006/main" prst="straightConnector1">
            <a:avLst/>
          </a:prstGeom>
          <a:ln xmlns:a="http://schemas.openxmlformats.org/drawingml/2006/main" w="23813">
            <a:solidFill>
              <a:srgbClr val="3E8C7A"/>
            </a:solidFill>
            <a:prstDash val="solid"/>
            <a:headEnd type="arrow" w="med" len="med"/>
          </a:ln>
        </p:spPr>
      </p:cxnSp>
      <p:cxnSp>
        <p:nvCxnSpPr>
          <p:cNvPr id="57" name=""/>
          <p:cNvCxnSpPr>
            <a:stCxn xmlns:a="http://schemas.openxmlformats.org/drawingml/2006/main" id="19" idx="3"/>
            <a:endCxn xmlns:a="http://schemas.openxmlformats.org/drawingml/2006/main" id="13" idx="3"/>
          </p:cNvCxnSpPr>
          <p:nvPr/>
        </p:nvCxnSpPr>
        <p:spPr>
          <a:xfrm xmlns:a="http://schemas.openxmlformats.org/drawingml/2006/main" flipV="1">
            <a:off x="11239500" y="2343150"/>
            <a:ext cx="228600" cy="3067050"/>
          </a:xfrm>
          <a:prstGeom xmlns:a="http://schemas.openxmlformats.org/drawingml/2006/main" prst="bentConnector4">
            <a:avLst/>
          </a:prstGeom>
          <a:ln xmlns:a="http://schemas.openxmlformats.org/drawingml/2006/main" w="23813">
            <a:solidFill>
              <a:srgbClr val="8290A5"/>
            </a:solidFill>
            <a:prstDash val="solid"/>
            <a:headEnd type="arrow" w="med" len="med"/>
          </a:ln>
        </p:spPr>
      </p:cxnSp>
      <p:sp>
        <p:nvSpPr>
          <p:cNvPr id="26" name="">
            <a:extLst xmlns:a="http://schemas.openxmlformats.org/drawingml/2006/main">
              <a:ext uri="{FF2B5EF4-FFF2-40B4-BE49-F238E27FC236}">
                <a16:creationId xmlns:a16="http://schemas.microsoft.com/office/drawing/2014/main" id="{07F43FC4-35E2-444C-9B46-F8A091527A46}"/>
              </a:ext>
            </a:extLst>
          </p:cNvPr>
          <p:cNvSpPr>
            <a:spLocks xmlns:a="http://schemas.openxmlformats.org/drawingml/2006/main" noGrp="1"/>
          </p:cNvSpPr>
          <p:nvPr/>
        </p:nvSpPr>
        <p:spPr>
          <a:xfrm xmlns:a="http://schemas.openxmlformats.org/drawingml/2006/main">
            <a:off x="4095750" y="4629150"/>
            <a:ext cx="2857500" cy="838200"/>
          </a:xfrm>
          <a:prstGeom xmlns:a="http://schemas.openxmlformats.org/drawingml/2006/main" prst="roundRect">
            <a:avLst>
              <a:gd name="adj" fmla="val 18182"/>
            </a:avLst>
          </a:prstGeom>
          <a:solidFill xmlns:a="http://schemas.openxmlformats.org/drawingml/2006/main">
            <a:srgbClr val="FBFAF6"/>
          </a:solidFill>
          <a:ln xmlns:a="http://schemas.openxmlformats.org/drawingml/2006/main" w="14288">
            <a:solidFill>
              <a:srgbClr val="A56C0A"/>
            </a:solidFill>
          </a:ln>
        </p:spPr>
      </p:sp>
      <p:sp>
        <p:nvSpPr>
          <p:cNvPr id="27" name="">
            <a:extLst xmlns:a="http://schemas.openxmlformats.org/drawingml/2006/main">
              <a:ext uri="{FF2B5EF4-FFF2-40B4-BE49-F238E27FC236}">
                <a16:creationId xmlns:a16="http://schemas.microsoft.com/office/drawing/2014/main" id="{5BFB0E19-CFFD-4A17-BE03-EA43C0841B84}"/>
              </a:ext>
            </a:extLst>
          </p:cNvPr>
          <p:cNvSpPr>
            <a:spLocks xmlns:a="http://schemas.openxmlformats.org/drawingml/2006/main" noGrp="1"/>
          </p:cNvSpPr>
          <p:nvPr/>
        </p:nvSpPr>
        <p:spPr>
          <a:xfrm xmlns:a="http://schemas.openxmlformats.org/drawingml/2006/main">
            <a:off x="4267200" y="47815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Video bytes</a:t>
            </a:r>
          </a:p>
        </p:txBody>
      </p:sp>
      <p:sp>
        <p:nvSpPr>
          <p:cNvPr id="28" name="">
            <a:extLst xmlns:a="http://schemas.openxmlformats.org/drawingml/2006/main">
              <a:ext uri="{FF2B5EF4-FFF2-40B4-BE49-F238E27FC236}">
                <a16:creationId xmlns:a16="http://schemas.microsoft.com/office/drawing/2014/main" id="{36D82F2D-5DE2-4DE7-A2D4-6CF58D917256}"/>
              </a:ext>
            </a:extLst>
          </p:cNvPr>
          <p:cNvSpPr>
            <a:spLocks xmlns:a="http://schemas.openxmlformats.org/drawingml/2006/main" noGrp="1"/>
          </p:cNvSpPr>
          <p:nvPr/>
        </p:nvSpPr>
        <p:spPr>
          <a:xfrm xmlns:a="http://schemas.openxmlformats.org/drawingml/2006/main">
            <a:off x="4248150" y="51054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temporary Storage session URI</a:t>
            </a:r>
          </a:p>
        </p:txBody>
      </p:sp>
      <p:cxnSp>
        <p:nvCxnSpPr>
          <p:cNvPr id="61" name=""/>
          <p:cNvCxnSpPr>
            <a:stCxn xmlns:a="http://schemas.openxmlformats.org/drawingml/2006/main" id="26" idx="1"/>
            <a:endCxn xmlns:a="http://schemas.openxmlformats.org/drawingml/2006/main" id="7" idx="2"/>
          </p:cNvCxnSpPr>
          <p:nvPr/>
        </p:nvCxnSpPr>
        <p:spPr>
          <a:xfrm xmlns:a="http://schemas.openxmlformats.org/drawingml/2006/main" flipH="1" flipV="1">
            <a:off x="2019300" y="3333750"/>
            <a:ext cx="2076450" cy="1714500"/>
          </a:xfrm>
          <a:prstGeom xmlns:a="http://schemas.openxmlformats.org/drawingml/2006/main" prst="bentConnector2">
            <a:avLst/>
          </a:prstGeom>
          <a:ln xmlns:a="http://schemas.openxmlformats.org/drawingml/2006/main" w="23813">
            <a:solidFill>
              <a:srgbClr val="A56C0A"/>
            </a:solidFill>
            <a:prstDash val="dash"/>
            <a:headEnd type="arrow" w="med" len="med"/>
          </a:ln>
        </p:spPr>
      </p:cxnSp>
      <p:cxnSp>
        <p:nvCxnSpPr>
          <p:cNvPr id="62" name=""/>
          <p:cNvCxnSpPr>
            <a:stCxn xmlns:a="http://schemas.openxmlformats.org/drawingml/2006/main" id="16" idx="1"/>
            <a:endCxn xmlns:a="http://schemas.openxmlformats.org/drawingml/2006/main" id="26" idx="3"/>
          </p:cNvCxnSpPr>
          <p:nvPr/>
        </p:nvCxnSpPr>
        <p:spPr>
          <a:xfrm xmlns:a="http://schemas.openxmlformats.org/drawingml/2006/main" flipH="1">
            <a:off x="6953250" y="3867150"/>
            <a:ext cx="1619250" cy="1181100"/>
          </a:xfrm>
          <a:prstGeom xmlns:a="http://schemas.openxmlformats.org/drawingml/2006/main" prst="bentConnector3">
            <a:avLst>
              <a:gd name="adj1" fmla="val 50000"/>
            </a:avLst>
          </a:prstGeom>
          <a:ln xmlns:a="http://schemas.openxmlformats.org/drawingml/2006/main" w="23813">
            <a:solidFill>
              <a:srgbClr val="A56C0A"/>
            </a:solidFill>
            <a:prstDash val="dash"/>
            <a:headEnd type="arrow" w="med" len="med"/>
          </a:ln>
        </p:spPr>
      </p:cxnSp>
      <p:sp>
        <p:nvSpPr>
          <p:cNvPr id="31" name="">
            <a:extLst xmlns:a="http://schemas.openxmlformats.org/drawingml/2006/main">
              <a:ext uri="{FF2B5EF4-FFF2-40B4-BE49-F238E27FC236}">
                <a16:creationId xmlns:a16="http://schemas.microsoft.com/office/drawing/2014/main" id="{5332BD99-275C-4DF6-860E-72967D6FE542}"/>
              </a:ext>
            </a:extLst>
          </p:cNvPr>
          <p:cNvSpPr>
            <a:spLocks xmlns:a="http://schemas.openxmlformats.org/drawingml/2006/main" noGrp="1"/>
          </p:cNvSpPr>
          <p:nvPr/>
        </p:nvSpPr>
        <p:spPr>
          <a:xfrm xmlns:a="http://schemas.openxmlformats.org/drawingml/2006/main">
            <a:off x="685800" y="6115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l">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Solid: authenticated application requests</a:t>
            </a:r>
          </a:p>
        </p:txBody>
      </p:sp>
      <p:sp>
        <p:nvSpPr>
          <p:cNvPr id="32" name="">
            <a:extLst xmlns:a="http://schemas.openxmlformats.org/drawingml/2006/main">
              <a:ext uri="{FF2B5EF4-FFF2-40B4-BE49-F238E27FC236}">
                <a16:creationId xmlns:a16="http://schemas.microsoft.com/office/drawing/2014/main" id="{6471149D-DDEB-48C0-9BD8-84456CAF4DF3}"/>
              </a:ext>
            </a:extLst>
          </p:cNvPr>
          <p:cNvSpPr>
            <a:spLocks xmlns:a="http://schemas.openxmlformats.org/drawingml/2006/main" noGrp="1"/>
          </p:cNvSpPr>
          <p:nvPr/>
        </p:nvSpPr>
        <p:spPr>
          <a:xfrm xmlns:a="http://schemas.openxmlformats.org/drawingml/2006/main">
            <a:off x="7067550" y="6115050"/>
            <a:ext cx="417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A56C0A"/>
                </a:solidFill>
                <a:latin typeface="Helvetica Neue"/>
                <a:ea typeface="Helvetica Neue"/>
                <a:cs typeface="Helvetica Neue"/>
              </a:defRPr>
            </a:pPr>
            <a:r>
              <a:rPr sz="1050" b="0">
                <a:solidFill>
                  <a:srgbClr val="A56C0A"/>
                </a:solidFill>
                <a:latin typeface="Helvetica Neue"/>
                <a:ea typeface="Helvetica Neue"/>
                <a:cs typeface="Helvetica Neue"/>
              </a:rPr>
              <a:t>Dashed: direct resumable video transfer</a:t>
            </a:r>
          </a:p>
        </p:txBody>
      </p:sp>
    </p:spTree>
    <p:extLst>
      <p:ext uri="{BB962C8B-B14F-4D97-AF65-F5344CB8AC3E}">
        <p14:creationId xmlns:p14="http://schemas.microsoft.com/office/powerpoint/2010/main" val="2089358759"/>
      </p:ext>
    </p:extLst>
  </p:cSld>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B08979E-FE6D-4E46-BD3C-DE14FCAEFB10}"/>
              </a:ext>
            </a:extLst>
          </p:cNvPr>
          <p:cNvSpPr>
            <a:spLocks xmlns:a="http://schemas.openxmlformats.org/drawingml/2006/main" noGrp="1"/>
          </p:cNvSpPr>
          <p:nvPr/>
        </p:nvSpPr>
        <p:spPr>
          <a:xfrm xmlns:a="http://schemas.openxmlformats.org/drawingml/2006/main">
            <a:off x="609600" y="4000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3211B"/>
                </a:solidFill>
                <a:latin typeface="Helvetica Neue"/>
                <a:ea typeface="Helvetica Neue"/>
                <a:cs typeface="Helvetica Neue"/>
              </a:defRPr>
            </a:pPr>
            <a:r>
              <a:rPr sz="2550" b="1">
                <a:solidFill>
                  <a:srgbClr val="13211B"/>
                </a:solidFill>
                <a:latin typeface="Helvetica Neue"/>
                <a:ea typeface="Helvetica Neue"/>
                <a:cs typeface="Helvetica Neue"/>
              </a:rPr>
              <a:t>Four hosted web applications</a:t>
            </a:r>
          </a:p>
        </p:txBody>
      </p:sp>
      <p:sp>
        <p:nvSpPr>
          <p:cNvPr id="2" name="">
            <a:extLst xmlns:a="http://schemas.openxmlformats.org/drawingml/2006/main">
              <a:ext uri="{FF2B5EF4-FFF2-40B4-BE49-F238E27FC236}">
                <a16:creationId xmlns:a16="http://schemas.microsoft.com/office/drawing/2014/main" id="{C3D15A6E-899E-4F03-8653-7874716A0590}"/>
              </a:ext>
            </a:extLst>
          </p:cNvPr>
          <p:cNvSpPr>
            <a:spLocks xmlns:a="http://schemas.openxmlformats.org/drawingml/2006/main" noGrp="1"/>
          </p:cNvSpPr>
          <p:nvPr/>
        </p:nvSpPr>
        <p:spPr>
          <a:xfrm xmlns:a="http://schemas.openxmlformats.org/drawingml/2006/main">
            <a:off x="609600" y="1066800"/>
            <a:ext cx="10972800" cy="0"/>
          </a:xfrm>
          <a:prstGeom xmlns:a="http://schemas.openxmlformats.org/drawingml/2006/main" prst="line">
            <a:avLst/>
          </a:prstGeom>
          <a:noFill xmlns:a="http://schemas.openxmlformats.org/drawingml/2006/main"/>
          <a:ln xmlns:a="http://schemas.openxmlformats.org/drawingml/2006/main" w="14288">
            <a:solidFill>
              <a:srgbClr val="B8C7C0"/>
            </a:solidFill>
          </a:ln>
        </p:spPr>
      </p:sp>
      <p:sp>
        <p:nvSpPr>
          <p:cNvPr id="3" name="">
            <a:extLst xmlns:a="http://schemas.openxmlformats.org/drawingml/2006/main">
              <a:ext uri="{FF2B5EF4-FFF2-40B4-BE49-F238E27FC236}">
                <a16:creationId xmlns:a16="http://schemas.microsoft.com/office/drawing/2014/main" id="{595AE1C2-2131-4D1C-872A-8FD7A74350A4}"/>
              </a:ext>
            </a:extLst>
          </p:cNvPr>
          <p:cNvSpPr>
            <a:spLocks xmlns:a="http://schemas.openxmlformats.org/drawingml/2006/main" noGrp="1"/>
          </p:cNvSpPr>
          <p:nvPr/>
        </p:nvSpPr>
        <p:spPr>
          <a:xfrm xmlns:a="http://schemas.openxmlformats.org/drawingml/2006/main">
            <a:off x="11049000" y="4572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67552"/>
                </a:solidFill>
                <a:latin typeface="Helvetica Neue"/>
                <a:ea typeface="Helvetica Neue"/>
                <a:cs typeface="Helvetica Neue"/>
              </a:defRPr>
            </a:pPr>
            <a:r>
              <a:rPr sz="1200" b="1">
                <a:solidFill>
                  <a:srgbClr val="16755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EB7A369-B7BB-47D1-98BF-78002C005399}"/>
              </a:ext>
            </a:extLst>
          </p:cNvPr>
          <p:cNvSpPr>
            <a:spLocks xmlns:a="http://schemas.openxmlformats.org/drawingml/2006/main" noGrp="1"/>
          </p:cNvSpPr>
          <p:nvPr/>
        </p:nvSpPr>
        <p:spPr>
          <a:xfrm xmlns:a="http://schemas.openxmlformats.org/drawingml/2006/main">
            <a:off x="4667250" y="1352550"/>
            <a:ext cx="2857500" cy="876300"/>
          </a:xfrm>
          <a:prstGeom xmlns:a="http://schemas.openxmlformats.org/drawingml/2006/main" prst="roundRect">
            <a:avLst>
              <a:gd name="adj" fmla="val 17391"/>
            </a:avLst>
          </a:prstGeom>
          <a:solidFill xmlns:a="http://schemas.openxmlformats.org/drawingml/2006/main">
            <a:srgbClr val="0E2720"/>
          </a:solidFill>
          <a:ln xmlns:a="http://schemas.openxmlformats.org/drawingml/2006/main" w="14288">
            <a:solidFill>
              <a:srgbClr val="0E2720"/>
            </a:solidFill>
          </a:ln>
        </p:spPr>
      </p:sp>
      <p:sp>
        <p:nvSpPr>
          <p:cNvPr id="5" name="">
            <a:extLst xmlns:a="http://schemas.openxmlformats.org/drawingml/2006/main">
              <a:ext uri="{FF2B5EF4-FFF2-40B4-BE49-F238E27FC236}">
                <a16:creationId xmlns:a16="http://schemas.microsoft.com/office/drawing/2014/main" id="{D04CE5B9-01A4-4A17-947A-943D34B1ED94}"/>
              </a:ext>
            </a:extLst>
          </p:cNvPr>
          <p:cNvSpPr>
            <a:spLocks xmlns:a="http://schemas.openxmlformats.org/drawingml/2006/main" noGrp="1"/>
          </p:cNvSpPr>
          <p:nvPr/>
        </p:nvSpPr>
        <p:spPr>
          <a:xfrm xmlns:a="http://schemas.openxmlformats.org/drawingml/2006/main">
            <a:off x="4838700" y="1504950"/>
            <a:ext cx="2514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02-web-ui/</a:t>
            </a:r>
          </a:p>
        </p:txBody>
      </p:sp>
      <p:sp>
        <p:nvSpPr>
          <p:cNvPr id="6" name="">
            <a:extLst xmlns:a="http://schemas.openxmlformats.org/drawingml/2006/main">
              <a:ext uri="{FF2B5EF4-FFF2-40B4-BE49-F238E27FC236}">
                <a16:creationId xmlns:a16="http://schemas.microsoft.com/office/drawing/2014/main" id="{F5D4218F-B72F-41A3-A587-AC08EC768C69}"/>
              </a:ext>
            </a:extLst>
          </p:cNvPr>
          <p:cNvSpPr>
            <a:spLocks xmlns:a="http://schemas.openxmlformats.org/drawingml/2006/main" noGrp="1"/>
          </p:cNvSpPr>
          <p:nvPr/>
        </p:nvSpPr>
        <p:spPr>
          <a:xfrm xmlns:a="http://schemas.openxmlformats.org/drawingml/2006/main">
            <a:off x="4838700" y="1809750"/>
            <a:ext cx="2514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846"/>
          </a:bodyPr>
          <a:lstStyle xmlns:a="http://schemas.openxmlformats.org/drawingml/2006/main"/>
          <a:p xmlns:a="http://schemas.openxmlformats.org/drawingml/2006/main">
            <a:pPr algn="ctr">
              <a:defRPr sz="975" b="0">
                <a:solidFill>
                  <a:srgbClr val="C8D9D2"/>
                </a:solidFill>
                <a:latin typeface="Helvetica Neue"/>
                <a:ea typeface="Helvetica Neue"/>
                <a:cs typeface="Helvetica Neue"/>
              </a:defRPr>
            </a:pPr>
            <a:r>
              <a:rPr sz="975" b="0">
                <a:solidFill>
                  <a:srgbClr val="C8D9D2"/>
                </a:solidFill>
                <a:latin typeface="Helvetica Neue"/>
                <a:ea typeface="Helvetica Neue"/>
                <a:cs typeface="Helvetica Neue"/>
              </a:rPr>
              <a:t>Firebase Hosting public root</a:t>
            </a:r>
          </a:p>
        </p:txBody>
      </p:sp>
      <p:sp>
        <p:nvSpPr>
          <p:cNvPr id="7" name="">
            <a:extLst xmlns:a="http://schemas.openxmlformats.org/drawingml/2006/main">
              <a:ext uri="{FF2B5EF4-FFF2-40B4-BE49-F238E27FC236}">
                <a16:creationId xmlns:a16="http://schemas.microsoft.com/office/drawing/2014/main" id="{19BE04DE-65ED-4CA8-818B-833ED1AA7043}"/>
              </a:ext>
            </a:extLst>
          </p:cNvPr>
          <p:cNvSpPr>
            <a:spLocks xmlns:a="http://schemas.openxmlformats.org/drawingml/2006/main" noGrp="1"/>
          </p:cNvSpPr>
          <p:nvPr/>
        </p:nvSpPr>
        <p:spPr>
          <a:xfrm xmlns:a="http://schemas.openxmlformats.org/drawingml/2006/main">
            <a:off x="514350" y="3238500"/>
            <a:ext cx="2571750" cy="1371600"/>
          </a:xfrm>
          <a:prstGeom xmlns:a="http://schemas.openxmlformats.org/drawingml/2006/main" prst="roundRect">
            <a:avLst>
              <a:gd name="adj" fmla="val 11111"/>
            </a:avLst>
          </a:prstGeom>
          <a:solidFill xmlns:a="http://schemas.openxmlformats.org/drawingml/2006/main">
            <a:srgbClr val="FBFAF6"/>
          </a:solidFill>
          <a:ln xmlns:a="http://schemas.openxmlformats.org/drawingml/2006/main" w="14288">
            <a:solidFill>
              <a:srgbClr val="3E8C7A"/>
            </a:solidFill>
          </a:ln>
        </p:spPr>
      </p:sp>
      <p:sp>
        <p:nvSpPr>
          <p:cNvPr id="8" name="">
            <a:extLst xmlns:a="http://schemas.openxmlformats.org/drawingml/2006/main">
              <a:ext uri="{FF2B5EF4-FFF2-40B4-BE49-F238E27FC236}">
                <a16:creationId xmlns:a16="http://schemas.microsoft.com/office/drawing/2014/main" id="{01A8674F-5D07-4069-A4B4-150821E21819}"/>
              </a:ext>
            </a:extLst>
          </p:cNvPr>
          <p:cNvSpPr>
            <a:spLocks xmlns:a="http://schemas.openxmlformats.org/drawingml/2006/main" noGrp="1"/>
          </p:cNvSpPr>
          <p:nvPr/>
        </p:nvSpPr>
        <p:spPr>
          <a:xfrm xmlns:a="http://schemas.openxmlformats.org/drawingml/2006/main">
            <a:off x="685800" y="33909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Vision Agent</a:t>
            </a:r>
          </a:p>
        </p:txBody>
      </p:sp>
      <p:sp>
        <p:nvSpPr>
          <p:cNvPr id="9" name="">
            <a:extLst xmlns:a="http://schemas.openxmlformats.org/drawingml/2006/main">
              <a:ext uri="{FF2B5EF4-FFF2-40B4-BE49-F238E27FC236}">
                <a16:creationId xmlns:a16="http://schemas.microsoft.com/office/drawing/2014/main" id="{A2534CB3-9C1C-40F4-B178-6D2C040D4DC5}"/>
              </a:ext>
            </a:extLst>
          </p:cNvPr>
          <p:cNvSpPr>
            <a:spLocks xmlns:a="http://schemas.openxmlformats.org/drawingml/2006/main" noGrp="1"/>
          </p:cNvSpPr>
          <p:nvPr/>
        </p:nvSpPr>
        <p:spPr>
          <a:xfrm xmlns:a="http://schemas.openxmlformats.org/drawingml/2006/main">
            <a:off x="666750" y="3714750"/>
            <a:ext cx="2266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agent.html</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Upload and manage analyses</a:t>
            </a:r>
          </a:p>
        </p:txBody>
      </p:sp>
      <p:sp>
        <p:nvSpPr>
          <p:cNvPr id="10" name="">
            <a:extLst xmlns:a="http://schemas.openxmlformats.org/drawingml/2006/main">
              <a:ext uri="{FF2B5EF4-FFF2-40B4-BE49-F238E27FC236}">
                <a16:creationId xmlns:a16="http://schemas.microsoft.com/office/drawing/2014/main" id="{07BD2728-6DE8-4C9C-BFD8-3EC56BC994FA}"/>
              </a:ext>
            </a:extLst>
          </p:cNvPr>
          <p:cNvSpPr>
            <a:spLocks xmlns:a="http://schemas.openxmlformats.org/drawingml/2006/main" noGrp="1"/>
          </p:cNvSpPr>
          <p:nvPr/>
        </p:nvSpPr>
        <p:spPr>
          <a:xfrm xmlns:a="http://schemas.openxmlformats.org/drawingml/2006/main">
            <a:off x="3371850" y="3238500"/>
            <a:ext cx="2571750" cy="1371600"/>
          </a:xfrm>
          <a:prstGeom xmlns:a="http://schemas.openxmlformats.org/drawingml/2006/main" prst="roundRect">
            <a:avLst>
              <a:gd name="adj" fmla="val 11111"/>
            </a:avLst>
          </a:prstGeom>
          <a:solidFill xmlns:a="http://schemas.openxmlformats.org/drawingml/2006/main">
            <a:srgbClr val="FBFAF6"/>
          </a:solidFill>
          <a:ln xmlns:a="http://schemas.openxmlformats.org/drawingml/2006/main" w="14288">
            <a:solidFill>
              <a:srgbClr val="3E8C7A"/>
            </a:solidFill>
          </a:ln>
        </p:spPr>
      </p:sp>
      <p:sp>
        <p:nvSpPr>
          <p:cNvPr id="11" name="">
            <a:extLst xmlns:a="http://schemas.openxmlformats.org/drawingml/2006/main">
              <a:ext uri="{FF2B5EF4-FFF2-40B4-BE49-F238E27FC236}">
                <a16:creationId xmlns:a16="http://schemas.microsoft.com/office/drawing/2014/main" id="{20FF9E1D-560C-4BA8-8A20-DB5B0A79E77D}"/>
              </a:ext>
            </a:extLst>
          </p:cNvPr>
          <p:cNvSpPr>
            <a:spLocks xmlns:a="http://schemas.openxmlformats.org/drawingml/2006/main" noGrp="1"/>
          </p:cNvSpPr>
          <p:nvPr/>
        </p:nvSpPr>
        <p:spPr>
          <a:xfrm xmlns:a="http://schemas.openxmlformats.org/drawingml/2006/main">
            <a:off x="3543300" y="33909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Admin All Runs</a:t>
            </a:r>
          </a:p>
        </p:txBody>
      </p:sp>
      <p:sp>
        <p:nvSpPr>
          <p:cNvPr id="12" name="">
            <a:extLst xmlns:a="http://schemas.openxmlformats.org/drawingml/2006/main">
              <a:ext uri="{FF2B5EF4-FFF2-40B4-BE49-F238E27FC236}">
                <a16:creationId xmlns:a16="http://schemas.microsoft.com/office/drawing/2014/main" id="{8C019B84-9F4D-4F3F-9FA8-87602E1569BE}"/>
              </a:ext>
            </a:extLst>
          </p:cNvPr>
          <p:cNvSpPr>
            <a:spLocks xmlns:a="http://schemas.openxmlformats.org/drawingml/2006/main" noGrp="1"/>
          </p:cNvSpPr>
          <p:nvPr/>
        </p:nvSpPr>
        <p:spPr>
          <a:xfrm xmlns:a="http://schemas.openxmlformats.org/drawingml/2006/main">
            <a:off x="3524250" y="3714750"/>
            <a:ext cx="2266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allruns.html</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Read across owners</a:t>
            </a:r>
          </a:p>
        </p:txBody>
      </p:sp>
      <p:sp>
        <p:nvSpPr>
          <p:cNvPr id="13" name="">
            <a:extLst xmlns:a="http://schemas.openxmlformats.org/drawingml/2006/main">
              <a:ext uri="{FF2B5EF4-FFF2-40B4-BE49-F238E27FC236}">
                <a16:creationId xmlns:a16="http://schemas.microsoft.com/office/drawing/2014/main" id="{17E7E779-B275-47B7-BCB3-C43F62DC6E4F}"/>
              </a:ext>
            </a:extLst>
          </p:cNvPr>
          <p:cNvSpPr>
            <a:spLocks xmlns:a="http://schemas.openxmlformats.org/drawingml/2006/main" noGrp="1"/>
          </p:cNvSpPr>
          <p:nvPr/>
        </p:nvSpPr>
        <p:spPr>
          <a:xfrm xmlns:a="http://schemas.openxmlformats.org/drawingml/2006/main">
            <a:off x="6229350" y="3238500"/>
            <a:ext cx="2571750" cy="1371600"/>
          </a:xfrm>
          <a:prstGeom xmlns:a="http://schemas.openxmlformats.org/drawingml/2006/main" prst="roundRect">
            <a:avLst>
              <a:gd name="adj" fmla="val 11111"/>
            </a:avLst>
          </a:prstGeom>
          <a:solidFill xmlns:a="http://schemas.openxmlformats.org/drawingml/2006/main">
            <a:srgbClr val="FBFAF6"/>
          </a:solidFill>
          <a:ln xmlns:a="http://schemas.openxmlformats.org/drawingml/2006/main" w="14288">
            <a:solidFill>
              <a:srgbClr val="3E8C7A"/>
            </a:solidFill>
          </a:ln>
        </p:spPr>
      </p:sp>
      <p:sp>
        <p:nvSpPr>
          <p:cNvPr id="14" name="">
            <a:extLst xmlns:a="http://schemas.openxmlformats.org/drawingml/2006/main">
              <a:ext uri="{FF2B5EF4-FFF2-40B4-BE49-F238E27FC236}">
                <a16:creationId xmlns:a16="http://schemas.microsoft.com/office/drawing/2014/main" id="{9AA94564-802E-45F9-89EF-A8D8A4027037}"/>
              </a:ext>
            </a:extLst>
          </p:cNvPr>
          <p:cNvSpPr>
            <a:spLocks xmlns:a="http://schemas.openxmlformats.org/drawingml/2006/main" noGrp="1"/>
          </p:cNvSpPr>
          <p:nvPr/>
        </p:nvSpPr>
        <p:spPr>
          <a:xfrm xmlns:a="http://schemas.openxmlformats.org/drawingml/2006/main">
            <a:off x="6400800" y="33909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Inspection Review</a:t>
            </a:r>
          </a:p>
        </p:txBody>
      </p:sp>
      <p:sp>
        <p:nvSpPr>
          <p:cNvPr id="15" name="">
            <a:extLst xmlns:a="http://schemas.openxmlformats.org/drawingml/2006/main">
              <a:ext uri="{FF2B5EF4-FFF2-40B4-BE49-F238E27FC236}">
                <a16:creationId xmlns:a16="http://schemas.microsoft.com/office/drawing/2014/main" id="{F117E78B-A8B7-44E0-9E92-3B037B90F8CE}"/>
              </a:ext>
            </a:extLst>
          </p:cNvPr>
          <p:cNvSpPr>
            <a:spLocks xmlns:a="http://schemas.openxmlformats.org/drawingml/2006/main" noGrp="1"/>
          </p:cNvSpPr>
          <p:nvPr/>
        </p:nvSpPr>
        <p:spPr>
          <a:xfrm xmlns:a="http://schemas.openxmlformats.org/drawingml/2006/main">
            <a:off x="6381750" y="3714750"/>
            <a:ext cx="2266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index.html</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Review evidence packages</a:t>
            </a:r>
          </a:p>
        </p:txBody>
      </p:sp>
      <p:sp>
        <p:nvSpPr>
          <p:cNvPr id="16" name="">
            <a:extLst xmlns:a="http://schemas.openxmlformats.org/drawingml/2006/main">
              <a:ext uri="{FF2B5EF4-FFF2-40B4-BE49-F238E27FC236}">
                <a16:creationId xmlns:a16="http://schemas.microsoft.com/office/drawing/2014/main" id="{F1187530-263A-4246-BEC8-F5ED2B173159}"/>
              </a:ext>
            </a:extLst>
          </p:cNvPr>
          <p:cNvSpPr>
            <a:spLocks xmlns:a="http://schemas.openxmlformats.org/drawingml/2006/main" noGrp="1"/>
          </p:cNvSpPr>
          <p:nvPr/>
        </p:nvSpPr>
        <p:spPr>
          <a:xfrm xmlns:a="http://schemas.openxmlformats.org/drawingml/2006/main">
            <a:off x="9086850" y="3238500"/>
            <a:ext cx="2571750" cy="1371600"/>
          </a:xfrm>
          <a:prstGeom xmlns:a="http://schemas.openxmlformats.org/drawingml/2006/main" prst="roundRect">
            <a:avLst>
              <a:gd name="adj" fmla="val 11111"/>
            </a:avLst>
          </a:prstGeom>
          <a:solidFill xmlns:a="http://schemas.openxmlformats.org/drawingml/2006/main">
            <a:srgbClr val="FBFAF6"/>
          </a:solidFill>
          <a:ln xmlns:a="http://schemas.openxmlformats.org/drawingml/2006/main" w="14288">
            <a:solidFill>
              <a:srgbClr val="3E8C7A"/>
            </a:solidFill>
          </a:ln>
        </p:spPr>
      </p:sp>
      <p:sp>
        <p:nvSpPr>
          <p:cNvPr id="17" name="">
            <a:extLst xmlns:a="http://schemas.openxmlformats.org/drawingml/2006/main">
              <a:ext uri="{FF2B5EF4-FFF2-40B4-BE49-F238E27FC236}">
                <a16:creationId xmlns:a16="http://schemas.microsoft.com/office/drawing/2014/main" id="{FBDAC2D4-C186-43F0-85B8-64508553F7C3}"/>
              </a:ext>
            </a:extLst>
          </p:cNvPr>
          <p:cNvSpPr>
            <a:spLocks xmlns:a="http://schemas.openxmlformats.org/drawingml/2006/main" noGrp="1"/>
          </p:cNvSpPr>
          <p:nvPr/>
        </p:nvSpPr>
        <p:spPr>
          <a:xfrm xmlns:a="http://schemas.openxmlformats.org/drawingml/2006/main">
            <a:off x="9258300" y="33909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Catalog Browser</a:t>
            </a:r>
          </a:p>
        </p:txBody>
      </p:sp>
      <p:sp>
        <p:nvSpPr>
          <p:cNvPr id="18" name="">
            <a:extLst xmlns:a="http://schemas.openxmlformats.org/drawingml/2006/main">
              <a:ext uri="{FF2B5EF4-FFF2-40B4-BE49-F238E27FC236}">
                <a16:creationId xmlns:a16="http://schemas.microsoft.com/office/drawing/2014/main" id="{0FEB0927-2AA0-4F62-8B94-A81D423F077F}"/>
              </a:ext>
            </a:extLst>
          </p:cNvPr>
          <p:cNvSpPr>
            <a:spLocks xmlns:a="http://schemas.openxmlformats.org/drawingml/2006/main" noGrp="1"/>
          </p:cNvSpPr>
          <p:nvPr/>
        </p:nvSpPr>
        <p:spPr>
          <a:xfrm xmlns:a="http://schemas.openxmlformats.org/drawingml/2006/main">
            <a:off x="9239250" y="3714750"/>
            <a:ext cx="2266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catalog.html</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Browse static catalog</a:t>
            </a:r>
          </a:p>
        </p:txBody>
      </p:sp>
      <p:cxnSp>
        <p:nvCxnSpPr>
          <p:cNvPr id="48" name=""/>
          <p:cNvCxnSpPr>
            <a:stCxn xmlns:a="http://schemas.openxmlformats.org/drawingml/2006/main" id="7" idx="0"/>
            <a:endCxn xmlns:a="http://schemas.openxmlformats.org/drawingml/2006/main" id="4" idx="2"/>
          </p:cNvCxnSpPr>
          <p:nvPr/>
        </p:nvCxnSpPr>
        <p:spPr>
          <a:xfrm xmlns:a="http://schemas.openxmlformats.org/drawingml/2006/main" flipV="1">
            <a:off x="1800225" y="2228850"/>
            <a:ext cx="4295775" cy="1009650"/>
          </a:xfrm>
          <a:prstGeom xmlns:a="http://schemas.openxmlformats.org/drawingml/2006/main" prst="bentConnector4">
            <a:avLst>
              <a:gd name="adj1" fmla="val 0"/>
              <a:gd name="adj2" fmla="val 50000"/>
            </a:avLst>
          </a:prstGeom>
          <a:ln xmlns:a="http://schemas.openxmlformats.org/drawingml/2006/main" w="19050">
            <a:solidFill>
              <a:srgbClr val="3E8C7A"/>
            </a:solidFill>
            <a:prstDash val="solid"/>
            <a:headEnd type="arrow" w="med" len="med"/>
          </a:ln>
        </p:spPr>
      </p:cxnSp>
      <p:cxnSp>
        <p:nvCxnSpPr>
          <p:cNvPr id="49" name=""/>
          <p:cNvCxnSpPr>
            <a:stCxn xmlns:a="http://schemas.openxmlformats.org/drawingml/2006/main" id="10" idx="0"/>
            <a:endCxn xmlns:a="http://schemas.openxmlformats.org/drawingml/2006/main" id="4" idx="2"/>
          </p:cNvCxnSpPr>
          <p:nvPr/>
        </p:nvCxnSpPr>
        <p:spPr>
          <a:xfrm xmlns:a="http://schemas.openxmlformats.org/drawingml/2006/main" flipV="1">
            <a:off x="4657725" y="2228850"/>
            <a:ext cx="1438275" cy="1009650"/>
          </a:xfrm>
          <a:prstGeom xmlns:a="http://schemas.openxmlformats.org/drawingml/2006/main" prst="bentConnector4">
            <a:avLst>
              <a:gd name="adj1" fmla="val 0"/>
              <a:gd name="adj2" fmla="val 50000"/>
            </a:avLst>
          </a:prstGeom>
          <a:ln xmlns:a="http://schemas.openxmlformats.org/drawingml/2006/main" w="19050">
            <a:solidFill>
              <a:srgbClr val="3E8C7A"/>
            </a:solidFill>
            <a:prstDash val="solid"/>
            <a:headEnd type="arrow" w="med" len="med"/>
          </a:ln>
        </p:spPr>
      </p:cxnSp>
      <p:cxnSp>
        <p:nvCxnSpPr>
          <p:cNvPr id="50" name=""/>
          <p:cNvCxnSpPr>
            <a:stCxn xmlns:a="http://schemas.openxmlformats.org/drawingml/2006/main" id="13" idx="0"/>
            <a:endCxn xmlns:a="http://schemas.openxmlformats.org/drawingml/2006/main" id="4" idx="2"/>
          </p:cNvCxnSpPr>
          <p:nvPr/>
        </p:nvCxnSpPr>
        <p:spPr>
          <a:xfrm xmlns:a="http://schemas.openxmlformats.org/drawingml/2006/main" flipH="1" flipV="1">
            <a:off x="6096000" y="2228850"/>
            <a:ext cx="1419225" cy="1009650"/>
          </a:xfrm>
          <a:prstGeom xmlns:a="http://schemas.openxmlformats.org/drawingml/2006/main" prst="bentConnector4">
            <a:avLst>
              <a:gd name="adj1" fmla="val 0"/>
              <a:gd name="adj2" fmla="val 50000"/>
            </a:avLst>
          </a:prstGeom>
          <a:ln xmlns:a="http://schemas.openxmlformats.org/drawingml/2006/main" w="19050">
            <a:solidFill>
              <a:srgbClr val="3E8C7A"/>
            </a:solidFill>
            <a:prstDash val="solid"/>
            <a:headEnd type="arrow" w="med" len="med"/>
          </a:ln>
        </p:spPr>
      </p:cxnSp>
      <p:cxnSp>
        <p:nvCxnSpPr>
          <p:cNvPr id="51" name=""/>
          <p:cNvCxnSpPr>
            <a:stCxn xmlns:a="http://schemas.openxmlformats.org/drawingml/2006/main" id="16" idx="0"/>
            <a:endCxn xmlns:a="http://schemas.openxmlformats.org/drawingml/2006/main" id="4" idx="2"/>
          </p:cNvCxnSpPr>
          <p:nvPr/>
        </p:nvCxnSpPr>
        <p:spPr>
          <a:xfrm xmlns:a="http://schemas.openxmlformats.org/drawingml/2006/main" flipH="1" flipV="1">
            <a:off x="6096000" y="2228850"/>
            <a:ext cx="4276725" cy="1009650"/>
          </a:xfrm>
          <a:prstGeom xmlns:a="http://schemas.openxmlformats.org/drawingml/2006/main" prst="bentConnector4">
            <a:avLst>
              <a:gd name="adj1" fmla="val 0"/>
              <a:gd name="adj2" fmla="val 50000"/>
            </a:avLst>
          </a:prstGeom>
          <a:ln xmlns:a="http://schemas.openxmlformats.org/drawingml/2006/main" w="19050">
            <a:solidFill>
              <a:srgbClr val="3E8C7A"/>
            </a:solidFill>
            <a:prstDash val="solid"/>
            <a:headEnd type="arrow" w="med" len="med"/>
          </a:ln>
        </p:spPr>
      </p:cxnSp>
      <p:sp>
        <p:nvSpPr>
          <p:cNvPr id="23" name="">
            <a:extLst xmlns:a="http://schemas.openxmlformats.org/drawingml/2006/main">
              <a:ext uri="{FF2B5EF4-FFF2-40B4-BE49-F238E27FC236}">
                <a16:creationId xmlns:a16="http://schemas.microsoft.com/office/drawing/2014/main" id="{01B545A7-E104-44E8-B3D3-2581F521E26C}"/>
              </a:ext>
            </a:extLst>
          </p:cNvPr>
          <p:cNvSpPr>
            <a:spLocks xmlns:a="http://schemas.openxmlformats.org/drawingml/2006/main" noGrp="1"/>
          </p:cNvSpPr>
          <p:nvPr/>
        </p:nvSpPr>
        <p:spPr>
          <a:xfrm xmlns:a="http://schemas.openxmlformats.org/drawingml/2006/main">
            <a:off x="2333625" y="5286375"/>
            <a:ext cx="2381250" cy="781050"/>
          </a:xfrm>
          <a:prstGeom xmlns:a="http://schemas.openxmlformats.org/drawingml/2006/main" prst="roundRect">
            <a:avLst>
              <a:gd name="adj" fmla="val 19512"/>
            </a:avLst>
          </a:prstGeom>
          <a:solidFill xmlns:a="http://schemas.openxmlformats.org/drawingml/2006/main">
            <a:srgbClr val="EAF3EF"/>
          </a:solidFill>
          <a:ln xmlns:a="http://schemas.openxmlformats.org/drawingml/2006/main" w="14288">
            <a:solidFill>
              <a:srgbClr val="B8C7C0"/>
            </a:solidFill>
          </a:ln>
        </p:spPr>
      </p:sp>
      <p:sp>
        <p:nvSpPr>
          <p:cNvPr id="24" name="">
            <a:extLst xmlns:a="http://schemas.openxmlformats.org/drawingml/2006/main">
              <a:ext uri="{FF2B5EF4-FFF2-40B4-BE49-F238E27FC236}">
                <a16:creationId xmlns:a16="http://schemas.microsoft.com/office/drawing/2014/main" id="{F6B6BFB1-CC54-47F7-A6E8-4568EA604737}"/>
              </a:ext>
            </a:extLst>
          </p:cNvPr>
          <p:cNvSpPr>
            <a:spLocks xmlns:a="http://schemas.openxmlformats.org/drawingml/2006/main" noGrp="1"/>
          </p:cNvSpPr>
          <p:nvPr/>
        </p:nvSpPr>
        <p:spPr>
          <a:xfrm xmlns:a="http://schemas.openxmlformats.org/drawingml/2006/main">
            <a:off x="2505075" y="5438775"/>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base.css</a:t>
            </a:r>
          </a:p>
        </p:txBody>
      </p:sp>
      <p:sp>
        <p:nvSpPr>
          <p:cNvPr id="25" name="">
            <a:extLst xmlns:a="http://schemas.openxmlformats.org/drawingml/2006/main">
              <a:ext uri="{FF2B5EF4-FFF2-40B4-BE49-F238E27FC236}">
                <a16:creationId xmlns:a16="http://schemas.microsoft.com/office/drawing/2014/main" id="{E349C3D2-4B2C-41A8-B777-63973D4FECE0}"/>
              </a:ext>
            </a:extLst>
          </p:cNvPr>
          <p:cNvSpPr>
            <a:spLocks xmlns:a="http://schemas.openxmlformats.org/drawingml/2006/main" noGrp="1"/>
          </p:cNvSpPr>
          <p:nvPr/>
        </p:nvSpPr>
        <p:spPr>
          <a:xfrm xmlns:a="http://schemas.openxmlformats.org/drawingml/2006/main">
            <a:off x="2486025" y="576262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shared visual primitives</a:t>
            </a:r>
          </a:p>
        </p:txBody>
      </p:sp>
      <p:sp>
        <p:nvSpPr>
          <p:cNvPr id="26" name="">
            <a:extLst xmlns:a="http://schemas.openxmlformats.org/drawingml/2006/main">
              <a:ext uri="{FF2B5EF4-FFF2-40B4-BE49-F238E27FC236}">
                <a16:creationId xmlns:a16="http://schemas.microsoft.com/office/drawing/2014/main" id="{783A40B1-B749-4911-8AD8-265A09418B99}"/>
              </a:ext>
            </a:extLst>
          </p:cNvPr>
          <p:cNvSpPr>
            <a:spLocks xmlns:a="http://schemas.openxmlformats.org/drawingml/2006/main" noGrp="1"/>
          </p:cNvSpPr>
          <p:nvPr/>
        </p:nvSpPr>
        <p:spPr>
          <a:xfrm xmlns:a="http://schemas.openxmlformats.org/drawingml/2006/main">
            <a:off x="7239000" y="5286375"/>
            <a:ext cx="2667000" cy="781050"/>
          </a:xfrm>
          <a:prstGeom xmlns:a="http://schemas.openxmlformats.org/drawingml/2006/main" prst="roundRect">
            <a:avLst>
              <a:gd name="adj" fmla="val 19512"/>
            </a:avLst>
          </a:prstGeom>
          <a:solidFill xmlns:a="http://schemas.openxmlformats.org/drawingml/2006/main">
            <a:srgbClr val="EAF3EF"/>
          </a:solidFill>
          <a:ln xmlns:a="http://schemas.openxmlformats.org/drawingml/2006/main" w="14288">
            <a:solidFill>
              <a:srgbClr val="B8C7C0"/>
            </a:solidFill>
          </a:ln>
        </p:spPr>
      </p:sp>
      <p:sp>
        <p:nvSpPr>
          <p:cNvPr id="27" name="">
            <a:extLst xmlns:a="http://schemas.openxmlformats.org/drawingml/2006/main">
              <a:ext uri="{FF2B5EF4-FFF2-40B4-BE49-F238E27FC236}">
                <a16:creationId xmlns:a16="http://schemas.microsoft.com/office/drawing/2014/main" id="{E71AED04-5F80-48FB-B27D-5F049E7C94AE}"/>
              </a:ext>
            </a:extLst>
          </p:cNvPr>
          <p:cNvSpPr>
            <a:spLocks xmlns:a="http://schemas.openxmlformats.org/drawingml/2006/main" noGrp="1"/>
          </p:cNvSpPr>
          <p:nvPr/>
        </p:nvSpPr>
        <p:spPr>
          <a:xfrm xmlns:a="http://schemas.openxmlformats.org/drawingml/2006/main">
            <a:off x="7410450" y="543877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Firebase Auth</a:t>
            </a:r>
          </a:p>
        </p:txBody>
      </p:sp>
      <p:sp>
        <p:nvSpPr>
          <p:cNvPr id="28" name="">
            <a:extLst xmlns:a="http://schemas.openxmlformats.org/drawingml/2006/main">
              <a:ext uri="{FF2B5EF4-FFF2-40B4-BE49-F238E27FC236}">
                <a16:creationId xmlns:a16="http://schemas.microsoft.com/office/drawing/2014/main" id="{3FD4F1FA-F472-434A-84A1-F2840CE9C686}"/>
              </a:ext>
            </a:extLst>
          </p:cNvPr>
          <p:cNvSpPr>
            <a:spLocks xmlns:a="http://schemas.openxmlformats.org/drawingml/2006/main" noGrp="1"/>
          </p:cNvSpPr>
          <p:nvPr/>
        </p:nvSpPr>
        <p:spPr>
          <a:xfrm xmlns:a="http://schemas.openxmlformats.org/drawingml/2006/main">
            <a:off x="7391400" y="5762625"/>
            <a:ext cx="236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three authenticated applications</a:t>
            </a:r>
          </a:p>
        </p:txBody>
      </p:sp>
      <p:sp>
        <p:nvSpPr>
          <p:cNvPr id="29" name="">
            <a:extLst xmlns:a="http://schemas.openxmlformats.org/drawingml/2006/main">
              <a:ext uri="{FF2B5EF4-FFF2-40B4-BE49-F238E27FC236}">
                <a16:creationId xmlns:a16="http://schemas.microsoft.com/office/drawing/2014/main" id="{CBC992AA-E412-4E26-8685-6CAA48E9FF69}"/>
              </a:ext>
            </a:extLst>
          </p:cNvPr>
          <p:cNvSpPr>
            <a:spLocks xmlns:a="http://schemas.openxmlformats.org/drawingml/2006/main" noGrp="1"/>
          </p:cNvSpPr>
          <p:nvPr/>
        </p:nvSpPr>
        <p:spPr>
          <a:xfrm xmlns:a="http://schemas.openxmlformats.org/drawingml/2006/main">
            <a:off x="3429000" y="63436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0">
                <a:solidFill>
                  <a:srgbClr val="5E6A65"/>
                </a:solidFill>
                <a:latin typeface="Helvetica Neue"/>
                <a:ea typeface="Helvetica Neue"/>
                <a:cs typeface="Helvetica Neue"/>
              </a:defRPr>
            </a:pPr>
            <a:r>
              <a:rPr sz="1350" b="0">
                <a:solidFill>
                  <a:srgbClr val="5E6A65"/>
                </a:solidFill>
                <a:latin typeface="Helvetica Neue"/>
                <a:ea typeface="Helvetica Neue"/>
                <a:cs typeface="Helvetica Neue"/>
              </a:rPr>
              <a:t>Each page has its own controller and API contract</a:t>
            </a:r>
          </a:p>
        </p:txBody>
      </p:sp>
    </p:spTree>
    <p:extLst>
      <p:ext uri="{BB962C8B-B14F-4D97-AF65-F5344CB8AC3E}">
        <p14:creationId xmlns:p14="http://schemas.microsoft.com/office/powerpoint/2010/main" val="1596704139"/>
      </p:ext>
    </p:extLst>
  </p:cSld>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23775F6-2CC7-4A98-9295-EB23AD228A08}"/>
              </a:ext>
            </a:extLst>
          </p:cNvPr>
          <p:cNvSpPr>
            <a:spLocks xmlns:a="http://schemas.openxmlformats.org/drawingml/2006/main" noGrp="1"/>
          </p:cNvSpPr>
          <p:nvPr/>
        </p:nvSpPr>
        <p:spPr>
          <a:xfrm xmlns:a="http://schemas.openxmlformats.org/drawingml/2006/main">
            <a:off x="609600" y="4000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3211B"/>
                </a:solidFill>
                <a:latin typeface="Helvetica Neue"/>
                <a:ea typeface="Helvetica Neue"/>
                <a:cs typeface="Helvetica Neue"/>
              </a:defRPr>
            </a:pPr>
            <a:r>
              <a:rPr sz="2550" b="1">
                <a:solidFill>
                  <a:srgbClr val="13211B"/>
                </a:solidFill>
                <a:latin typeface="Helvetica Neue"/>
                <a:ea typeface="Helvetica Neue"/>
                <a:cs typeface="Helvetica Neue"/>
              </a:rPr>
              <a:t>Vision Agent client structure</a:t>
            </a:r>
          </a:p>
        </p:txBody>
      </p:sp>
      <p:sp>
        <p:nvSpPr>
          <p:cNvPr id="2" name="">
            <a:extLst xmlns:a="http://schemas.openxmlformats.org/drawingml/2006/main">
              <a:ext uri="{FF2B5EF4-FFF2-40B4-BE49-F238E27FC236}">
                <a16:creationId xmlns:a16="http://schemas.microsoft.com/office/drawing/2014/main" id="{74AECEBF-F4EB-49E0-B666-6ABD15D5DF0F}"/>
              </a:ext>
            </a:extLst>
          </p:cNvPr>
          <p:cNvSpPr>
            <a:spLocks xmlns:a="http://schemas.openxmlformats.org/drawingml/2006/main" noGrp="1"/>
          </p:cNvSpPr>
          <p:nvPr/>
        </p:nvSpPr>
        <p:spPr>
          <a:xfrm xmlns:a="http://schemas.openxmlformats.org/drawingml/2006/main">
            <a:off x="609600" y="1066800"/>
            <a:ext cx="10972800" cy="0"/>
          </a:xfrm>
          <a:prstGeom xmlns:a="http://schemas.openxmlformats.org/drawingml/2006/main" prst="line">
            <a:avLst/>
          </a:prstGeom>
          <a:noFill xmlns:a="http://schemas.openxmlformats.org/drawingml/2006/main"/>
          <a:ln xmlns:a="http://schemas.openxmlformats.org/drawingml/2006/main" w="14288">
            <a:solidFill>
              <a:srgbClr val="B8C7C0"/>
            </a:solidFill>
          </a:ln>
        </p:spPr>
      </p:sp>
      <p:sp>
        <p:nvSpPr>
          <p:cNvPr id="3" name="">
            <a:extLst xmlns:a="http://schemas.openxmlformats.org/drawingml/2006/main">
              <a:ext uri="{FF2B5EF4-FFF2-40B4-BE49-F238E27FC236}">
                <a16:creationId xmlns:a16="http://schemas.microsoft.com/office/drawing/2014/main" id="{47B5485F-6F03-4403-9354-BB591D57443D}"/>
              </a:ext>
            </a:extLst>
          </p:cNvPr>
          <p:cNvSpPr>
            <a:spLocks xmlns:a="http://schemas.openxmlformats.org/drawingml/2006/main" noGrp="1"/>
          </p:cNvSpPr>
          <p:nvPr/>
        </p:nvSpPr>
        <p:spPr>
          <a:xfrm xmlns:a="http://schemas.openxmlformats.org/drawingml/2006/main">
            <a:off x="11049000" y="4572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67552"/>
                </a:solidFill>
                <a:latin typeface="Helvetica Neue"/>
                <a:ea typeface="Helvetica Neue"/>
                <a:cs typeface="Helvetica Neue"/>
              </a:defRPr>
            </a:pPr>
            <a:r>
              <a:rPr sz="1200" b="1">
                <a:solidFill>
                  <a:srgbClr val="167552"/>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83FAABD9-604D-46CF-9A27-0D3AA07DDE47}"/>
              </a:ext>
            </a:extLst>
          </p:cNvPr>
          <p:cNvSpPr>
            <a:spLocks xmlns:a="http://schemas.openxmlformats.org/drawingml/2006/main" noGrp="1"/>
          </p:cNvSpPr>
          <p:nvPr/>
        </p:nvSpPr>
        <p:spPr>
          <a:xfrm xmlns:a="http://schemas.openxmlformats.org/drawingml/2006/main">
            <a:off x="1143000" y="1409700"/>
            <a:ext cx="9906000" cy="1390650"/>
          </a:xfrm>
          <a:prstGeom xmlns:a="http://schemas.openxmlformats.org/drawingml/2006/main" prst="roundRect">
            <a:avLst>
              <a:gd name="adj" fmla="val 12329"/>
            </a:avLst>
          </a:prstGeom>
          <a:solidFill xmlns:a="http://schemas.openxmlformats.org/drawingml/2006/main">
            <a:srgbClr val="FBFAF6"/>
          </a:solidFill>
          <a:ln xmlns:a="http://schemas.openxmlformats.org/drawingml/2006/main" w="14288">
            <a:solidFill>
              <a:srgbClr val="167552"/>
            </a:solidFill>
          </a:ln>
        </p:spPr>
      </p:sp>
      <p:sp>
        <p:nvSpPr>
          <p:cNvPr id="5" name="">
            <a:extLst xmlns:a="http://schemas.openxmlformats.org/drawingml/2006/main">
              <a:ext uri="{FF2B5EF4-FFF2-40B4-BE49-F238E27FC236}">
                <a16:creationId xmlns:a16="http://schemas.microsoft.com/office/drawing/2014/main" id="{0777B98F-EDE6-4F28-8E6B-6321E9879FB1}"/>
              </a:ext>
            </a:extLst>
          </p:cNvPr>
          <p:cNvSpPr>
            <a:spLocks xmlns:a="http://schemas.openxmlformats.org/drawingml/2006/main" noGrp="1"/>
          </p:cNvSpPr>
          <p:nvPr/>
        </p:nvSpPr>
        <p:spPr>
          <a:xfrm xmlns:a="http://schemas.openxmlformats.org/drawingml/2006/main">
            <a:off x="1428750" y="160020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913"/>
          </a:bodyPr>
          <a:lstStyle xmlns:a="http://schemas.openxmlformats.org/drawingml/2006/main"/>
          <a:p xmlns:a="http://schemas.openxmlformats.org/drawingml/2006/main">
            <a:pPr algn="ctr">
              <a:defRPr sz="1725" b="1">
                <a:solidFill>
                  <a:srgbClr val="13211B"/>
                </a:solidFill>
                <a:latin typeface="Helvetica Neue"/>
                <a:ea typeface="Helvetica Neue"/>
                <a:cs typeface="Helvetica Neue"/>
              </a:defRPr>
            </a:pPr>
            <a:r>
              <a:rPr sz="1725" b="1">
                <a:solidFill>
                  <a:srgbClr val="13211B"/>
                </a:solidFill>
                <a:latin typeface="Helvetica Neue"/>
                <a:ea typeface="Helvetica Neue"/>
                <a:cs typeface="Helvetica Neue"/>
              </a:rPr>
              <a:t>agent.html · visible browser page</a:t>
            </a:r>
          </a:p>
        </p:txBody>
      </p:sp>
      <p:sp>
        <p:nvSpPr>
          <p:cNvPr id="6" name="">
            <a:extLst xmlns:a="http://schemas.openxmlformats.org/drawingml/2006/main">
              <a:ext uri="{FF2B5EF4-FFF2-40B4-BE49-F238E27FC236}">
                <a16:creationId xmlns:a16="http://schemas.microsoft.com/office/drawing/2014/main" id="{731F8632-4AC8-42F0-8C87-BEF7E78ECDDF}"/>
              </a:ext>
            </a:extLst>
          </p:cNvPr>
          <p:cNvSpPr>
            <a:spLocks xmlns:a="http://schemas.openxmlformats.org/drawingml/2006/main" noGrp="1"/>
          </p:cNvSpPr>
          <p:nvPr/>
        </p:nvSpPr>
        <p:spPr>
          <a:xfrm xmlns:a="http://schemas.openxmlformats.org/drawingml/2006/main">
            <a:off x="1581150" y="2152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5E6A65"/>
                </a:solidFill>
                <a:latin typeface="Helvetica Neue"/>
                <a:ea typeface="Helvetica Neue"/>
                <a:cs typeface="Helvetica Neue"/>
              </a:defRPr>
            </a:pPr>
            <a:r>
              <a:rPr sz="1275" b="1">
                <a:solidFill>
                  <a:srgbClr val="5E6A65"/>
                </a:solidFill>
                <a:latin typeface="Helvetica Neue"/>
                <a:ea typeface="Helvetica Neue"/>
                <a:cs typeface="Helvetica Neue"/>
              </a:rPr>
              <a:t>Authentication</a:t>
            </a:r>
          </a:p>
        </p:txBody>
      </p:sp>
      <p:sp>
        <p:nvSpPr>
          <p:cNvPr id="7" name="">
            <a:extLst xmlns:a="http://schemas.openxmlformats.org/drawingml/2006/main">
              <a:ext uri="{FF2B5EF4-FFF2-40B4-BE49-F238E27FC236}">
                <a16:creationId xmlns:a16="http://schemas.microsoft.com/office/drawing/2014/main" id="{0A4EA2F6-1693-4729-9623-507E66504E50}"/>
              </a:ext>
            </a:extLst>
          </p:cNvPr>
          <p:cNvSpPr>
            <a:spLocks xmlns:a="http://schemas.openxmlformats.org/drawingml/2006/main" noGrp="1"/>
          </p:cNvSpPr>
          <p:nvPr/>
        </p:nvSpPr>
        <p:spPr>
          <a:xfrm xmlns:a="http://schemas.openxmlformats.org/drawingml/2006/main">
            <a:off x="3962400" y="2152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5E6A65"/>
                </a:solidFill>
                <a:latin typeface="Helvetica Neue"/>
                <a:ea typeface="Helvetica Neue"/>
                <a:cs typeface="Helvetica Neue"/>
              </a:defRPr>
            </a:pPr>
            <a:r>
              <a:rPr sz="1275" b="1">
                <a:solidFill>
                  <a:srgbClr val="5E6A65"/>
                </a:solidFill>
                <a:latin typeface="Helvetica Neue"/>
                <a:ea typeface="Helvetica Neue"/>
                <a:cs typeface="Helvetica Neue"/>
              </a:rPr>
              <a:t>Upload composer</a:t>
            </a:r>
          </a:p>
        </p:txBody>
      </p:sp>
      <p:sp>
        <p:nvSpPr>
          <p:cNvPr id="8" name="">
            <a:extLst xmlns:a="http://schemas.openxmlformats.org/drawingml/2006/main">
              <a:ext uri="{FF2B5EF4-FFF2-40B4-BE49-F238E27FC236}">
                <a16:creationId xmlns:a16="http://schemas.microsoft.com/office/drawing/2014/main" id="{130BF844-7E72-4C25-BA31-910945AC7D14}"/>
              </a:ext>
            </a:extLst>
          </p:cNvPr>
          <p:cNvSpPr>
            <a:spLocks xmlns:a="http://schemas.openxmlformats.org/drawingml/2006/main" noGrp="1"/>
          </p:cNvSpPr>
          <p:nvPr/>
        </p:nvSpPr>
        <p:spPr>
          <a:xfrm xmlns:a="http://schemas.openxmlformats.org/drawingml/2006/main">
            <a:off x="6343650" y="2152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5E6A65"/>
                </a:solidFill>
                <a:latin typeface="Helvetica Neue"/>
                <a:ea typeface="Helvetica Neue"/>
                <a:cs typeface="Helvetica Neue"/>
              </a:defRPr>
            </a:pPr>
            <a:r>
              <a:rPr sz="1275" b="1">
                <a:solidFill>
                  <a:srgbClr val="5E6A65"/>
                </a:solidFill>
                <a:latin typeface="Helvetica Neue"/>
                <a:ea typeface="Helvetica Neue"/>
                <a:cs typeface="Helvetica Neue"/>
              </a:rPr>
              <a:t>Transfer progress</a:t>
            </a:r>
          </a:p>
        </p:txBody>
      </p:sp>
      <p:sp>
        <p:nvSpPr>
          <p:cNvPr id="9" name="">
            <a:extLst xmlns:a="http://schemas.openxmlformats.org/drawingml/2006/main">
              <a:ext uri="{FF2B5EF4-FFF2-40B4-BE49-F238E27FC236}">
                <a16:creationId xmlns:a16="http://schemas.microsoft.com/office/drawing/2014/main" id="{09A31BF5-0196-44FA-81B1-884B0B7107B6}"/>
              </a:ext>
            </a:extLst>
          </p:cNvPr>
          <p:cNvSpPr>
            <a:spLocks xmlns:a="http://schemas.openxmlformats.org/drawingml/2006/main" noGrp="1"/>
          </p:cNvSpPr>
          <p:nvPr/>
        </p:nvSpPr>
        <p:spPr>
          <a:xfrm xmlns:a="http://schemas.openxmlformats.org/drawingml/2006/main">
            <a:off x="8724900" y="2152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5E6A65"/>
                </a:solidFill>
                <a:latin typeface="Helvetica Neue"/>
                <a:ea typeface="Helvetica Neue"/>
                <a:cs typeface="Helvetica Neue"/>
              </a:defRPr>
            </a:pPr>
            <a:r>
              <a:rPr sz="1275" b="1">
                <a:solidFill>
                  <a:srgbClr val="5E6A65"/>
                </a:solidFill>
                <a:latin typeface="Helvetica Neue"/>
                <a:ea typeface="Helvetica Neue"/>
                <a:cs typeface="Helvetica Neue"/>
              </a:rPr>
              <a:t>Analysis cards</a:t>
            </a:r>
          </a:p>
        </p:txBody>
      </p:sp>
      <p:sp>
        <p:nvSpPr>
          <p:cNvPr id="10" name="">
            <a:extLst xmlns:a="http://schemas.openxmlformats.org/drawingml/2006/main">
              <a:ext uri="{FF2B5EF4-FFF2-40B4-BE49-F238E27FC236}">
                <a16:creationId xmlns:a16="http://schemas.microsoft.com/office/drawing/2014/main" id="{A835BD4B-4302-401E-9952-4942DEA8267A}"/>
              </a:ext>
            </a:extLst>
          </p:cNvPr>
          <p:cNvSpPr>
            <a:spLocks xmlns:a="http://schemas.openxmlformats.org/drawingml/2006/main" noGrp="1"/>
          </p:cNvSpPr>
          <p:nvPr/>
        </p:nvSpPr>
        <p:spPr>
          <a:xfrm xmlns:a="http://schemas.openxmlformats.org/drawingml/2006/main">
            <a:off x="685800" y="3733800"/>
            <a:ext cx="2381250" cy="876300"/>
          </a:xfrm>
          <a:prstGeom xmlns:a="http://schemas.openxmlformats.org/drawingml/2006/main" prst="roundRect">
            <a:avLst>
              <a:gd name="adj" fmla="val 17391"/>
            </a:avLst>
          </a:prstGeom>
          <a:solidFill xmlns:a="http://schemas.openxmlformats.org/drawingml/2006/main">
            <a:srgbClr val="EAF3EF"/>
          </a:solidFill>
          <a:ln xmlns:a="http://schemas.openxmlformats.org/drawingml/2006/main" w="14288">
            <a:solidFill>
              <a:srgbClr val="B8C7C0"/>
            </a:solidFill>
          </a:ln>
        </p:spPr>
      </p:sp>
      <p:sp>
        <p:nvSpPr>
          <p:cNvPr id="11" name="">
            <a:extLst xmlns:a="http://schemas.openxmlformats.org/drawingml/2006/main">
              <a:ext uri="{FF2B5EF4-FFF2-40B4-BE49-F238E27FC236}">
                <a16:creationId xmlns:a16="http://schemas.microsoft.com/office/drawing/2014/main" id="{E7601934-3330-407E-A4D5-172EBF11107E}"/>
              </a:ext>
            </a:extLst>
          </p:cNvPr>
          <p:cNvSpPr>
            <a:spLocks xmlns:a="http://schemas.openxmlformats.org/drawingml/2006/main" noGrp="1"/>
          </p:cNvSpPr>
          <p:nvPr/>
        </p:nvSpPr>
        <p:spPr>
          <a:xfrm xmlns:a="http://schemas.openxmlformats.org/drawingml/2006/main">
            <a:off x="857250" y="38862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agent.css + base.css</a:t>
            </a:r>
          </a:p>
        </p:txBody>
      </p:sp>
      <p:sp>
        <p:nvSpPr>
          <p:cNvPr id="12" name="">
            <a:extLst xmlns:a="http://schemas.openxmlformats.org/drawingml/2006/main">
              <a:ext uri="{FF2B5EF4-FFF2-40B4-BE49-F238E27FC236}">
                <a16:creationId xmlns:a16="http://schemas.microsoft.com/office/drawing/2014/main" id="{18A752A3-5E51-43B2-9502-0C37E5E8BF15}"/>
              </a:ext>
            </a:extLst>
          </p:cNvPr>
          <p:cNvSpPr>
            <a:spLocks xmlns:a="http://schemas.openxmlformats.org/drawingml/2006/main" noGrp="1"/>
          </p:cNvSpPr>
          <p:nvPr/>
        </p:nvSpPr>
        <p:spPr>
          <a:xfrm xmlns:a="http://schemas.openxmlformats.org/drawingml/2006/main">
            <a:off x="838200" y="42100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styles the visible page</a:t>
            </a:r>
          </a:p>
        </p:txBody>
      </p:sp>
      <p:sp>
        <p:nvSpPr>
          <p:cNvPr id="13" name="">
            <a:extLst xmlns:a="http://schemas.openxmlformats.org/drawingml/2006/main">
              <a:ext uri="{FF2B5EF4-FFF2-40B4-BE49-F238E27FC236}">
                <a16:creationId xmlns:a16="http://schemas.microsoft.com/office/drawing/2014/main" id="{1F193DB7-1B08-488B-A3B2-5ECE2A631E40}"/>
              </a:ext>
            </a:extLst>
          </p:cNvPr>
          <p:cNvSpPr>
            <a:spLocks xmlns:a="http://schemas.openxmlformats.org/drawingml/2006/main" noGrp="1"/>
          </p:cNvSpPr>
          <p:nvPr/>
        </p:nvSpPr>
        <p:spPr>
          <a:xfrm xmlns:a="http://schemas.openxmlformats.org/drawingml/2006/main">
            <a:off x="3810000" y="3371850"/>
            <a:ext cx="4572000" cy="1162050"/>
          </a:xfrm>
          <a:prstGeom xmlns:a="http://schemas.openxmlformats.org/drawingml/2006/main" prst="roundRect">
            <a:avLst>
              <a:gd name="adj" fmla="val 13115"/>
            </a:avLst>
          </a:prstGeom>
          <a:solidFill xmlns:a="http://schemas.openxmlformats.org/drawingml/2006/main">
            <a:srgbClr val="D9EEE6"/>
          </a:solidFill>
          <a:ln xmlns:a="http://schemas.openxmlformats.org/drawingml/2006/main" w="14288">
            <a:solidFill>
              <a:srgbClr val="167552"/>
            </a:solidFill>
          </a:ln>
        </p:spPr>
      </p:sp>
      <p:sp>
        <p:nvSpPr>
          <p:cNvPr id="14" name="">
            <a:extLst xmlns:a="http://schemas.openxmlformats.org/drawingml/2006/main">
              <a:ext uri="{FF2B5EF4-FFF2-40B4-BE49-F238E27FC236}">
                <a16:creationId xmlns:a16="http://schemas.microsoft.com/office/drawing/2014/main" id="{34D0B243-BCD9-461B-93E4-C22CDC6E191A}"/>
              </a:ext>
            </a:extLst>
          </p:cNvPr>
          <p:cNvSpPr>
            <a:spLocks xmlns:a="http://schemas.openxmlformats.org/drawingml/2006/main" noGrp="1"/>
          </p:cNvSpPr>
          <p:nvPr/>
        </p:nvSpPr>
        <p:spPr>
          <a:xfrm xmlns:a="http://schemas.openxmlformats.org/drawingml/2006/main">
            <a:off x="3981450" y="3524250"/>
            <a:ext cx="422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agent.js</a:t>
            </a:r>
          </a:p>
        </p:txBody>
      </p:sp>
      <p:sp>
        <p:nvSpPr>
          <p:cNvPr id="15" name="">
            <a:extLst xmlns:a="http://schemas.openxmlformats.org/drawingml/2006/main">
              <a:ext uri="{FF2B5EF4-FFF2-40B4-BE49-F238E27FC236}">
                <a16:creationId xmlns:a16="http://schemas.microsoft.com/office/drawing/2014/main" id="{58B90641-50A8-4ACE-BA41-2CE7DCFCBCD5}"/>
              </a:ext>
            </a:extLst>
          </p:cNvPr>
          <p:cNvSpPr>
            <a:spLocks xmlns:a="http://schemas.openxmlformats.org/drawingml/2006/main" noGrp="1"/>
          </p:cNvSpPr>
          <p:nvPr/>
        </p:nvSpPr>
        <p:spPr>
          <a:xfrm xmlns:a="http://schemas.openxmlformats.org/drawingml/2006/main">
            <a:off x="3962400" y="384810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events · rendering · transfer · polling</a:t>
            </a:r>
          </a:p>
        </p:txBody>
      </p:sp>
      <p:sp>
        <p:nvSpPr>
          <p:cNvPr id="16" name="">
            <a:extLst xmlns:a="http://schemas.openxmlformats.org/drawingml/2006/main">
              <a:ext uri="{FF2B5EF4-FFF2-40B4-BE49-F238E27FC236}">
                <a16:creationId xmlns:a16="http://schemas.microsoft.com/office/drawing/2014/main" id="{C101C413-2278-4E67-9068-0B3EF7F4D02F}"/>
              </a:ext>
            </a:extLst>
          </p:cNvPr>
          <p:cNvSpPr>
            <a:spLocks xmlns:a="http://schemas.openxmlformats.org/drawingml/2006/main" noGrp="1"/>
          </p:cNvSpPr>
          <p:nvPr/>
        </p:nvSpPr>
        <p:spPr>
          <a:xfrm xmlns:a="http://schemas.openxmlformats.org/drawingml/2006/main">
            <a:off x="3143250" y="5391150"/>
            <a:ext cx="2571750" cy="876300"/>
          </a:xfrm>
          <a:prstGeom xmlns:a="http://schemas.openxmlformats.org/drawingml/2006/main" prst="roundRect">
            <a:avLst>
              <a:gd name="adj" fmla="val 17391"/>
            </a:avLst>
          </a:prstGeom>
          <a:solidFill xmlns:a="http://schemas.openxmlformats.org/drawingml/2006/main">
            <a:srgbClr val="FBFAF6"/>
          </a:solidFill>
          <a:ln xmlns:a="http://schemas.openxmlformats.org/drawingml/2006/main" w="14288">
            <a:solidFill>
              <a:srgbClr val="B8C7C0"/>
            </a:solidFill>
          </a:ln>
        </p:spPr>
      </p:sp>
      <p:sp>
        <p:nvSpPr>
          <p:cNvPr id="17" name="">
            <a:extLst xmlns:a="http://schemas.openxmlformats.org/drawingml/2006/main">
              <a:ext uri="{FF2B5EF4-FFF2-40B4-BE49-F238E27FC236}">
                <a16:creationId xmlns:a16="http://schemas.microsoft.com/office/drawing/2014/main" id="{6FC6DCF5-7043-4BBC-9530-7BAB411DF893}"/>
              </a:ext>
            </a:extLst>
          </p:cNvPr>
          <p:cNvSpPr>
            <a:spLocks xmlns:a="http://schemas.openxmlformats.org/drawingml/2006/main" noGrp="1"/>
          </p:cNvSpPr>
          <p:nvPr/>
        </p:nvSpPr>
        <p:spPr>
          <a:xfrm xmlns:a="http://schemas.openxmlformats.org/drawingml/2006/main">
            <a:off x="3314700" y="55435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Firebase Auth</a:t>
            </a:r>
          </a:p>
        </p:txBody>
      </p:sp>
      <p:sp>
        <p:nvSpPr>
          <p:cNvPr id="18" name="">
            <a:extLst xmlns:a="http://schemas.openxmlformats.org/drawingml/2006/main">
              <a:ext uri="{FF2B5EF4-FFF2-40B4-BE49-F238E27FC236}">
                <a16:creationId xmlns:a16="http://schemas.microsoft.com/office/drawing/2014/main" id="{2F785848-851C-4795-A1AA-91B049402806}"/>
              </a:ext>
            </a:extLst>
          </p:cNvPr>
          <p:cNvSpPr>
            <a:spLocks xmlns:a="http://schemas.openxmlformats.org/drawingml/2006/main" noGrp="1"/>
          </p:cNvSpPr>
          <p:nvPr/>
        </p:nvSpPr>
        <p:spPr>
          <a:xfrm xmlns:a="http://schemas.openxmlformats.org/drawingml/2006/main">
            <a:off x="3295650" y="58674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current user and ID token</a:t>
            </a:r>
          </a:p>
        </p:txBody>
      </p:sp>
      <p:sp>
        <p:nvSpPr>
          <p:cNvPr id="19" name="">
            <a:extLst xmlns:a="http://schemas.openxmlformats.org/drawingml/2006/main">
              <a:ext uri="{FF2B5EF4-FFF2-40B4-BE49-F238E27FC236}">
                <a16:creationId xmlns:a16="http://schemas.microsoft.com/office/drawing/2014/main" id="{93D0531B-566B-4455-A1A2-41B85268D8D8}"/>
              </a:ext>
            </a:extLst>
          </p:cNvPr>
          <p:cNvSpPr>
            <a:spLocks xmlns:a="http://schemas.openxmlformats.org/drawingml/2006/main" noGrp="1"/>
          </p:cNvSpPr>
          <p:nvPr/>
        </p:nvSpPr>
        <p:spPr>
          <a:xfrm xmlns:a="http://schemas.openxmlformats.org/drawingml/2006/main">
            <a:off x="6477000" y="5391150"/>
            <a:ext cx="2571750" cy="876300"/>
          </a:xfrm>
          <a:prstGeom xmlns:a="http://schemas.openxmlformats.org/drawingml/2006/main" prst="roundRect">
            <a:avLst>
              <a:gd name="adj" fmla="val 17391"/>
            </a:avLst>
          </a:prstGeom>
          <a:solidFill xmlns:a="http://schemas.openxmlformats.org/drawingml/2006/main">
            <a:srgbClr val="FBFAF6"/>
          </a:solidFill>
          <a:ln xmlns:a="http://schemas.openxmlformats.org/drawingml/2006/main" w="14288">
            <a:solidFill>
              <a:srgbClr val="167552"/>
            </a:solidFill>
          </a:ln>
        </p:spPr>
      </p:sp>
      <p:sp>
        <p:nvSpPr>
          <p:cNvPr id="20" name="">
            <a:extLst xmlns:a="http://schemas.openxmlformats.org/drawingml/2006/main">
              <a:ext uri="{FF2B5EF4-FFF2-40B4-BE49-F238E27FC236}">
                <a16:creationId xmlns:a16="http://schemas.microsoft.com/office/drawing/2014/main" id="{CC71F0CC-97D3-46D3-ABC1-011E69DB916E}"/>
              </a:ext>
            </a:extLst>
          </p:cNvPr>
          <p:cNvSpPr>
            <a:spLocks xmlns:a="http://schemas.openxmlformats.org/drawingml/2006/main" noGrp="1"/>
          </p:cNvSpPr>
          <p:nvPr/>
        </p:nvSpPr>
        <p:spPr>
          <a:xfrm xmlns:a="http://schemas.openxmlformats.org/drawingml/2006/main">
            <a:off x="6648450" y="55435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 API</a:t>
            </a:r>
          </a:p>
        </p:txBody>
      </p:sp>
      <p:sp>
        <p:nvSpPr>
          <p:cNvPr id="21" name="">
            <a:extLst xmlns:a="http://schemas.openxmlformats.org/drawingml/2006/main">
              <a:ext uri="{FF2B5EF4-FFF2-40B4-BE49-F238E27FC236}">
                <a16:creationId xmlns:a16="http://schemas.microsoft.com/office/drawing/2014/main" id="{01A72934-4DE2-4585-A8DB-FC83A2C10213}"/>
              </a:ext>
            </a:extLst>
          </p:cNvPr>
          <p:cNvSpPr>
            <a:spLocks xmlns:a="http://schemas.openxmlformats.org/drawingml/2006/main" noGrp="1"/>
          </p:cNvSpPr>
          <p:nvPr/>
        </p:nvSpPr>
        <p:spPr>
          <a:xfrm xmlns:a="http://schemas.openxmlformats.org/drawingml/2006/main">
            <a:off x="6629400" y="586740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authenticated analysis requests</a:t>
            </a:r>
          </a:p>
        </p:txBody>
      </p:sp>
      <p:cxnSp>
        <p:nvCxnSpPr>
          <p:cNvPr id="50" name=""/>
          <p:cNvCxnSpPr>
            <a:stCxn xmlns:a="http://schemas.openxmlformats.org/drawingml/2006/main" id="4" idx="2"/>
            <a:endCxn xmlns:a="http://schemas.openxmlformats.org/drawingml/2006/main" id="13" idx="0"/>
          </p:cNvCxnSpPr>
          <p:nvPr/>
        </p:nvCxnSpPr>
        <p:spPr>
          <a:xfrm xmlns:a="http://schemas.openxmlformats.org/drawingml/2006/main">
            <a:off x="6096000" y="2800350"/>
            <a:ext cx="0" cy="571500"/>
          </a:xfrm>
          <a:prstGeom xmlns:a="http://schemas.openxmlformats.org/drawingml/2006/main" prst="straightConnector1">
            <a:avLst/>
          </a:prstGeom>
          <a:ln xmlns:a="http://schemas.openxmlformats.org/drawingml/2006/main" w="28575">
            <a:solidFill>
              <a:srgbClr val="167552"/>
            </a:solidFill>
            <a:prstDash val="solid"/>
            <a:headEnd type="arrow" w="med" len="med"/>
            <a:tailEnd type="arrow" w="med" len="med"/>
          </a:ln>
        </p:spPr>
      </p:cxnSp>
      <p:cxnSp>
        <p:nvCxnSpPr>
          <p:cNvPr id="51" name=""/>
          <p:cNvCxnSpPr>
            <a:stCxn xmlns:a="http://schemas.openxmlformats.org/drawingml/2006/main" id="10" idx="0"/>
            <a:endCxn xmlns:a="http://schemas.openxmlformats.org/drawingml/2006/main" id="4" idx="1"/>
          </p:cNvCxnSpPr>
          <p:nvPr/>
        </p:nvCxnSpPr>
        <p:spPr>
          <a:xfrm xmlns:a="http://schemas.openxmlformats.org/drawingml/2006/main" flipH="1" flipV="1">
            <a:off x="914400" y="2105025"/>
            <a:ext cx="962025" cy="1628775"/>
          </a:xfrm>
          <a:prstGeom xmlns:a="http://schemas.openxmlformats.org/drawingml/2006/main" prst="bentConnector4">
            <a:avLst/>
          </a:prstGeom>
          <a:ln xmlns:a="http://schemas.openxmlformats.org/drawingml/2006/main" w="19050">
            <a:solidFill>
              <a:srgbClr val="B8C7C0"/>
            </a:solidFill>
            <a:prstDash val="dash"/>
          </a:ln>
        </p:spPr>
      </p:cxnSp>
      <p:cxnSp>
        <p:nvCxnSpPr>
          <p:cNvPr id="52" name=""/>
          <p:cNvCxnSpPr>
            <a:stCxn xmlns:a="http://schemas.openxmlformats.org/drawingml/2006/main" id="16" idx="0"/>
            <a:endCxn xmlns:a="http://schemas.openxmlformats.org/drawingml/2006/main" id="13" idx="2"/>
          </p:cNvCxnSpPr>
          <p:nvPr/>
        </p:nvCxnSpPr>
        <p:spPr>
          <a:xfrm xmlns:a="http://schemas.openxmlformats.org/drawingml/2006/main" flipV="1">
            <a:off x="4429125" y="4533900"/>
            <a:ext cx="1666875" cy="857250"/>
          </a:xfrm>
          <a:prstGeom xmlns:a="http://schemas.openxmlformats.org/drawingml/2006/main" prst="bentConnector4">
            <a:avLst>
              <a:gd name="adj1" fmla="val 0"/>
              <a:gd name="adj2" fmla="val 50000"/>
            </a:avLst>
          </a:prstGeom>
          <a:ln xmlns:a="http://schemas.openxmlformats.org/drawingml/2006/main" w="23813">
            <a:solidFill>
              <a:srgbClr val="3E8C7A"/>
            </a:solidFill>
            <a:prstDash val="solid"/>
            <a:headEnd type="arrow" w="med" len="med"/>
          </a:ln>
        </p:spPr>
      </p:cxnSp>
      <p:cxnSp>
        <p:nvCxnSpPr>
          <p:cNvPr id="53" name=""/>
          <p:cNvCxnSpPr>
            <a:stCxn xmlns:a="http://schemas.openxmlformats.org/drawingml/2006/main" id="19" idx="0"/>
            <a:endCxn xmlns:a="http://schemas.openxmlformats.org/drawingml/2006/main" id="13" idx="2"/>
          </p:cNvCxnSpPr>
          <p:nvPr/>
        </p:nvCxnSpPr>
        <p:spPr>
          <a:xfrm xmlns:a="http://schemas.openxmlformats.org/drawingml/2006/main" flipH="1" flipV="1">
            <a:off x="6096000" y="4533900"/>
            <a:ext cx="1666875" cy="857250"/>
          </a:xfrm>
          <a:prstGeom xmlns:a="http://schemas.openxmlformats.org/drawingml/2006/main" prst="bentConnector4">
            <a:avLst>
              <a:gd name="adj1" fmla="val 0"/>
              <a:gd name="adj2" fmla="val 50000"/>
            </a:avLst>
          </a:prstGeom>
          <a:ln xmlns:a="http://schemas.openxmlformats.org/drawingml/2006/main" w="23813">
            <a:solidFill>
              <a:srgbClr val="167552"/>
            </a:solidFill>
            <a:prstDash val="solid"/>
            <a:headEnd type="arrow" w="med" len="med"/>
          </a:ln>
        </p:spPr>
      </p:cxnSp>
      <p:sp>
        <p:nvSpPr>
          <p:cNvPr id="26" name="">
            <a:extLst xmlns:a="http://schemas.openxmlformats.org/drawingml/2006/main">
              <a:ext uri="{FF2B5EF4-FFF2-40B4-BE49-F238E27FC236}">
                <a16:creationId xmlns:a16="http://schemas.microsoft.com/office/drawing/2014/main" id="{972C0BC2-6AC0-492D-9122-9C0E952CB05B}"/>
              </a:ext>
            </a:extLst>
          </p:cNvPr>
          <p:cNvSpPr>
            <a:spLocks xmlns:a="http://schemas.openxmlformats.org/drawingml/2006/main" noGrp="1"/>
          </p:cNvSpPr>
          <p:nvPr/>
        </p:nvSpPr>
        <p:spPr>
          <a:xfrm xmlns:a="http://schemas.openxmlformats.org/drawingml/2006/main">
            <a:off x="8524875" y="34671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ctr">
              <a:defRPr sz="1050" b="1">
                <a:solidFill>
                  <a:srgbClr val="167552"/>
                </a:solidFill>
                <a:latin typeface="Helvetica Neue"/>
                <a:ea typeface="Helvetica Neue"/>
                <a:cs typeface="Helvetica Neue"/>
              </a:defRPr>
            </a:pPr>
            <a:r>
              <a:rPr sz="1050" b="1">
                <a:solidFill>
                  <a:srgbClr val="167552"/>
                </a:solidFill>
                <a:latin typeface="Helvetica Neue"/>
                <a:ea typeface="Helvetica Neue"/>
                <a:cs typeface="Helvetica Neue"/>
              </a:rPr>
              <a:t>DOM events and rendering</a:t>
            </a:r>
          </a:p>
        </p:txBody>
      </p:sp>
      <p:sp>
        <p:nvSpPr>
          <p:cNvPr id="27" name="">
            <a:extLst xmlns:a="http://schemas.openxmlformats.org/drawingml/2006/main">
              <a:ext uri="{FF2B5EF4-FFF2-40B4-BE49-F238E27FC236}">
                <a16:creationId xmlns:a16="http://schemas.microsoft.com/office/drawing/2014/main" id="{8AC7E90C-0A08-4369-AF46-1AB38ADFC8DC}"/>
              </a:ext>
            </a:extLst>
          </p:cNvPr>
          <p:cNvSpPr>
            <a:spLocks xmlns:a="http://schemas.openxmlformats.org/drawingml/2006/main" noGrp="1"/>
          </p:cNvSpPr>
          <p:nvPr/>
        </p:nvSpPr>
        <p:spPr>
          <a:xfrm xmlns:a="http://schemas.openxmlformats.org/drawingml/2006/main">
            <a:off x="3000375" y="49339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ctr">
              <a:defRPr sz="1050" b="1">
                <a:solidFill>
                  <a:srgbClr val="5E6A65"/>
                </a:solidFill>
                <a:latin typeface="Helvetica Neue"/>
                <a:ea typeface="Helvetica Neue"/>
                <a:cs typeface="Helvetica Neue"/>
              </a:defRPr>
            </a:pPr>
            <a:r>
              <a:rPr sz="1050" b="1">
                <a:solidFill>
                  <a:srgbClr val="5E6A65"/>
                </a:solidFill>
                <a:latin typeface="Helvetica Neue"/>
                <a:ea typeface="Helvetica Neue"/>
                <a:cs typeface="Helvetica Neue"/>
              </a:rPr>
              <a:t>ID token</a:t>
            </a:r>
          </a:p>
        </p:txBody>
      </p:sp>
      <p:sp>
        <p:nvSpPr>
          <p:cNvPr id="28" name="">
            <a:extLst xmlns:a="http://schemas.openxmlformats.org/drawingml/2006/main">
              <a:ext uri="{FF2B5EF4-FFF2-40B4-BE49-F238E27FC236}">
                <a16:creationId xmlns:a16="http://schemas.microsoft.com/office/drawing/2014/main" id="{B1EF542D-0DFD-4307-A387-A6169ACF72EE}"/>
              </a:ext>
            </a:extLst>
          </p:cNvPr>
          <p:cNvSpPr>
            <a:spLocks xmlns:a="http://schemas.openxmlformats.org/drawingml/2006/main" noGrp="1"/>
          </p:cNvSpPr>
          <p:nvPr/>
        </p:nvSpPr>
        <p:spPr>
          <a:xfrm xmlns:a="http://schemas.openxmlformats.org/drawingml/2006/main">
            <a:off x="7572375" y="49339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ctr">
              <a:defRPr sz="1050" b="1">
                <a:solidFill>
                  <a:srgbClr val="167552"/>
                </a:solidFill>
                <a:latin typeface="Helvetica Neue"/>
                <a:ea typeface="Helvetica Neue"/>
                <a:cs typeface="Helvetica Neue"/>
              </a:defRPr>
            </a:pPr>
            <a:r>
              <a:rPr sz="1050" b="1">
                <a:solidFill>
                  <a:srgbClr val="167552"/>
                </a:solidFill>
                <a:latin typeface="Helvetica Neue"/>
                <a:ea typeface="Helvetica Neue"/>
                <a:cs typeface="Helvetica Neue"/>
              </a:rPr>
              <a:t>API calls</a:t>
            </a:r>
          </a:p>
        </p:txBody>
      </p:sp>
    </p:spTree>
    <p:extLst>
      <p:ext uri="{BB962C8B-B14F-4D97-AF65-F5344CB8AC3E}">
        <p14:creationId xmlns:p14="http://schemas.microsoft.com/office/powerpoint/2010/main" val="1188147146"/>
      </p:ext>
    </p:extLst>
  </p:cSld>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DDDA4E1-94B5-48FD-9AC8-C3B9B4B0A101}"/>
              </a:ext>
            </a:extLst>
          </p:cNvPr>
          <p:cNvSpPr>
            <a:spLocks xmlns:a="http://schemas.openxmlformats.org/drawingml/2006/main" noGrp="1"/>
          </p:cNvSpPr>
          <p:nvPr/>
        </p:nvSpPr>
        <p:spPr>
          <a:xfrm xmlns:a="http://schemas.openxmlformats.org/drawingml/2006/main">
            <a:off x="609600" y="4000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3211B"/>
                </a:solidFill>
                <a:latin typeface="Helvetica Neue"/>
                <a:ea typeface="Helvetica Neue"/>
                <a:cs typeface="Helvetica Neue"/>
              </a:defRPr>
            </a:pPr>
            <a:r>
              <a:rPr sz="2550" b="1">
                <a:solidFill>
                  <a:srgbClr val="13211B"/>
                </a:solidFill>
                <a:latin typeface="Helvetica Neue"/>
                <a:ea typeface="Helvetica Neue"/>
                <a:cs typeface="Helvetica Neue"/>
              </a:rPr>
              <a:t>Authenticated Agent request</a:t>
            </a:r>
          </a:p>
        </p:txBody>
      </p:sp>
      <p:sp>
        <p:nvSpPr>
          <p:cNvPr id="2" name="">
            <a:extLst xmlns:a="http://schemas.openxmlformats.org/drawingml/2006/main">
              <a:ext uri="{FF2B5EF4-FFF2-40B4-BE49-F238E27FC236}">
                <a16:creationId xmlns:a16="http://schemas.microsoft.com/office/drawing/2014/main" id="{6650E5CB-BBB1-4071-AC52-D813BD1B5E8D}"/>
              </a:ext>
            </a:extLst>
          </p:cNvPr>
          <p:cNvSpPr>
            <a:spLocks xmlns:a="http://schemas.openxmlformats.org/drawingml/2006/main" noGrp="1"/>
          </p:cNvSpPr>
          <p:nvPr/>
        </p:nvSpPr>
        <p:spPr>
          <a:xfrm xmlns:a="http://schemas.openxmlformats.org/drawingml/2006/main">
            <a:off x="609600" y="1066800"/>
            <a:ext cx="10972800" cy="0"/>
          </a:xfrm>
          <a:prstGeom xmlns:a="http://schemas.openxmlformats.org/drawingml/2006/main" prst="line">
            <a:avLst/>
          </a:prstGeom>
          <a:noFill xmlns:a="http://schemas.openxmlformats.org/drawingml/2006/main"/>
          <a:ln xmlns:a="http://schemas.openxmlformats.org/drawingml/2006/main" w="14288">
            <a:solidFill>
              <a:srgbClr val="B8C7C0"/>
            </a:solidFill>
          </a:ln>
        </p:spPr>
      </p:sp>
      <p:sp>
        <p:nvSpPr>
          <p:cNvPr id="3" name="">
            <a:extLst xmlns:a="http://schemas.openxmlformats.org/drawingml/2006/main">
              <a:ext uri="{FF2B5EF4-FFF2-40B4-BE49-F238E27FC236}">
                <a16:creationId xmlns:a16="http://schemas.microsoft.com/office/drawing/2014/main" id="{F1297BDA-4303-4CE1-84A5-11B0588511FF}"/>
              </a:ext>
            </a:extLst>
          </p:cNvPr>
          <p:cNvSpPr>
            <a:spLocks xmlns:a="http://schemas.openxmlformats.org/drawingml/2006/main" noGrp="1"/>
          </p:cNvSpPr>
          <p:nvPr/>
        </p:nvSpPr>
        <p:spPr>
          <a:xfrm xmlns:a="http://schemas.openxmlformats.org/drawingml/2006/main">
            <a:off x="11049000" y="4572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67552"/>
                </a:solidFill>
                <a:latin typeface="Helvetica Neue"/>
                <a:ea typeface="Helvetica Neue"/>
                <a:cs typeface="Helvetica Neue"/>
              </a:defRPr>
            </a:pPr>
            <a:r>
              <a:rPr sz="1200" b="1">
                <a:solidFill>
                  <a:srgbClr val="167552"/>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E9B4987-9B89-448B-BD12-341A5E291120}"/>
              </a:ext>
            </a:extLst>
          </p:cNvPr>
          <p:cNvSpPr>
            <a:spLocks xmlns:a="http://schemas.openxmlformats.org/drawingml/2006/main" noGrp="1"/>
          </p:cNvSpPr>
          <p:nvPr/>
        </p:nvSpPr>
        <p:spPr>
          <a:xfrm xmlns:a="http://schemas.openxmlformats.org/drawingml/2006/main">
            <a:off x="857250" y="1352550"/>
            <a:ext cx="1619250" cy="609600"/>
          </a:xfrm>
          <a:prstGeom xmlns:a="http://schemas.openxmlformats.org/drawingml/2006/main" prst="roundRect">
            <a:avLst>
              <a:gd name="adj" fmla="val 25000"/>
            </a:avLst>
          </a:prstGeom>
          <a:solidFill xmlns:a="http://schemas.openxmlformats.org/drawingml/2006/main">
            <a:srgbClr val="FBFAF6"/>
          </a:solidFill>
          <a:ln xmlns:a="http://schemas.openxmlformats.org/drawingml/2006/main" w="14288">
            <a:solidFill>
              <a:srgbClr val="B8C7C0"/>
            </a:solidFill>
          </a:ln>
        </p:spPr>
      </p:sp>
      <p:sp>
        <p:nvSpPr>
          <p:cNvPr id="5" name="">
            <a:extLst xmlns:a="http://schemas.openxmlformats.org/drawingml/2006/main">
              <a:ext uri="{FF2B5EF4-FFF2-40B4-BE49-F238E27FC236}">
                <a16:creationId xmlns:a16="http://schemas.microsoft.com/office/drawing/2014/main" id="{6FE83C35-8F15-4A80-B8D2-E0D0D15E87CB}"/>
              </a:ext>
            </a:extLst>
          </p:cNvPr>
          <p:cNvSpPr>
            <a:spLocks xmlns:a="http://schemas.openxmlformats.org/drawingml/2006/main" noGrp="1"/>
          </p:cNvSpPr>
          <p:nvPr/>
        </p:nvSpPr>
        <p:spPr>
          <a:xfrm xmlns:a="http://schemas.openxmlformats.org/drawingml/2006/main">
            <a:off x="1028700" y="150495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Person</a:t>
            </a:r>
          </a:p>
        </p:txBody>
      </p:sp>
      <p:sp>
        <p:nvSpPr>
          <p:cNvPr id="6" name="">
            <a:extLst xmlns:a="http://schemas.openxmlformats.org/drawingml/2006/main">
              <a:ext uri="{FF2B5EF4-FFF2-40B4-BE49-F238E27FC236}">
                <a16:creationId xmlns:a16="http://schemas.microsoft.com/office/drawing/2014/main" id="{D15A6BC7-5596-4844-85FE-9C46D5377295}"/>
              </a:ext>
            </a:extLst>
          </p:cNvPr>
          <p:cNvSpPr>
            <a:spLocks xmlns:a="http://schemas.openxmlformats.org/drawingml/2006/main" noGrp="1"/>
          </p:cNvSpPr>
          <p:nvPr/>
        </p:nvSpPr>
        <p:spPr>
          <a:xfrm xmlns:a="http://schemas.openxmlformats.org/drawingml/2006/main">
            <a:off x="1666875" y="2057400"/>
            <a:ext cx="0" cy="4000500"/>
          </a:xfrm>
          <a:prstGeom xmlns:a="http://schemas.openxmlformats.org/drawingml/2006/main" prst="line">
            <a:avLst/>
          </a:prstGeom>
          <a:noFill xmlns:a="http://schemas.openxmlformats.org/drawingml/2006/main"/>
          <a:ln xmlns:a="http://schemas.openxmlformats.org/drawingml/2006/main" w="14288">
            <a:solidFill>
              <a:srgbClr val="B8C7C0"/>
            </a:solidFill>
            <a:prstDash val="dash"/>
          </a:ln>
        </p:spPr>
      </p:sp>
      <p:sp>
        <p:nvSpPr>
          <p:cNvPr id="7" name="">
            <a:extLst xmlns:a="http://schemas.openxmlformats.org/drawingml/2006/main">
              <a:ext uri="{FF2B5EF4-FFF2-40B4-BE49-F238E27FC236}">
                <a16:creationId xmlns:a16="http://schemas.microsoft.com/office/drawing/2014/main" id="{C4E6678A-AE59-46E0-8CA9-673723B653EA}"/>
              </a:ext>
            </a:extLst>
          </p:cNvPr>
          <p:cNvSpPr>
            <a:spLocks xmlns:a="http://schemas.openxmlformats.org/drawingml/2006/main" noGrp="1"/>
          </p:cNvSpPr>
          <p:nvPr/>
        </p:nvSpPr>
        <p:spPr>
          <a:xfrm xmlns:a="http://schemas.openxmlformats.org/drawingml/2006/main">
            <a:off x="2952750" y="1352550"/>
            <a:ext cx="1619250" cy="609600"/>
          </a:xfrm>
          <a:prstGeom xmlns:a="http://schemas.openxmlformats.org/drawingml/2006/main" prst="roundRect">
            <a:avLst>
              <a:gd name="adj" fmla="val 25000"/>
            </a:avLst>
          </a:prstGeom>
          <a:solidFill xmlns:a="http://schemas.openxmlformats.org/drawingml/2006/main">
            <a:srgbClr val="D9EEE6"/>
          </a:solidFill>
          <a:ln xmlns:a="http://schemas.openxmlformats.org/drawingml/2006/main" w="14288">
            <a:solidFill>
              <a:srgbClr val="167552"/>
            </a:solidFill>
          </a:ln>
        </p:spPr>
      </p:sp>
      <p:sp>
        <p:nvSpPr>
          <p:cNvPr id="8" name="">
            <a:extLst xmlns:a="http://schemas.openxmlformats.org/drawingml/2006/main">
              <a:ext uri="{FF2B5EF4-FFF2-40B4-BE49-F238E27FC236}">
                <a16:creationId xmlns:a16="http://schemas.microsoft.com/office/drawing/2014/main" id="{21DDD58E-1BB7-4285-AB15-EDCDA98A55E0}"/>
              </a:ext>
            </a:extLst>
          </p:cNvPr>
          <p:cNvSpPr>
            <a:spLocks xmlns:a="http://schemas.openxmlformats.org/drawingml/2006/main" noGrp="1"/>
          </p:cNvSpPr>
          <p:nvPr/>
        </p:nvSpPr>
        <p:spPr>
          <a:xfrm xmlns:a="http://schemas.openxmlformats.org/drawingml/2006/main">
            <a:off x="3124200" y="150495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agent.js</a:t>
            </a:r>
          </a:p>
        </p:txBody>
      </p:sp>
      <p:sp>
        <p:nvSpPr>
          <p:cNvPr id="9" name="">
            <a:extLst xmlns:a="http://schemas.openxmlformats.org/drawingml/2006/main">
              <a:ext uri="{FF2B5EF4-FFF2-40B4-BE49-F238E27FC236}">
                <a16:creationId xmlns:a16="http://schemas.microsoft.com/office/drawing/2014/main" id="{E5EF3DF6-2F69-4FD7-AFBF-5F876D351E02}"/>
              </a:ext>
            </a:extLst>
          </p:cNvPr>
          <p:cNvSpPr>
            <a:spLocks xmlns:a="http://schemas.openxmlformats.org/drawingml/2006/main" noGrp="1"/>
          </p:cNvSpPr>
          <p:nvPr/>
        </p:nvSpPr>
        <p:spPr>
          <a:xfrm xmlns:a="http://schemas.openxmlformats.org/drawingml/2006/main">
            <a:off x="3762375" y="2057400"/>
            <a:ext cx="0" cy="4000500"/>
          </a:xfrm>
          <a:prstGeom xmlns:a="http://schemas.openxmlformats.org/drawingml/2006/main" prst="line">
            <a:avLst/>
          </a:prstGeom>
          <a:noFill xmlns:a="http://schemas.openxmlformats.org/drawingml/2006/main"/>
          <a:ln xmlns:a="http://schemas.openxmlformats.org/drawingml/2006/main" w="14288">
            <a:solidFill>
              <a:srgbClr val="B8C7C0"/>
            </a:solidFill>
            <a:prstDash val="dash"/>
          </a:ln>
        </p:spPr>
      </p:sp>
      <p:sp>
        <p:nvSpPr>
          <p:cNvPr id="10" name="">
            <a:extLst xmlns:a="http://schemas.openxmlformats.org/drawingml/2006/main">
              <a:ext uri="{FF2B5EF4-FFF2-40B4-BE49-F238E27FC236}">
                <a16:creationId xmlns:a16="http://schemas.microsoft.com/office/drawing/2014/main" id="{EDCC2D24-5DCD-4D97-BCA5-4877929ED024}"/>
              </a:ext>
            </a:extLst>
          </p:cNvPr>
          <p:cNvSpPr>
            <a:spLocks xmlns:a="http://schemas.openxmlformats.org/drawingml/2006/main" noGrp="1"/>
          </p:cNvSpPr>
          <p:nvPr/>
        </p:nvSpPr>
        <p:spPr>
          <a:xfrm xmlns:a="http://schemas.openxmlformats.org/drawingml/2006/main">
            <a:off x="5095875" y="1352550"/>
            <a:ext cx="1619250" cy="609600"/>
          </a:xfrm>
          <a:prstGeom xmlns:a="http://schemas.openxmlformats.org/drawingml/2006/main" prst="roundRect">
            <a:avLst>
              <a:gd name="adj" fmla="val 25000"/>
            </a:avLst>
          </a:prstGeom>
          <a:solidFill xmlns:a="http://schemas.openxmlformats.org/drawingml/2006/main">
            <a:srgbClr val="FBFAF6"/>
          </a:solidFill>
          <a:ln xmlns:a="http://schemas.openxmlformats.org/drawingml/2006/main" w="14288">
            <a:solidFill>
              <a:srgbClr val="B8C7C0"/>
            </a:solidFill>
          </a:ln>
        </p:spPr>
      </p:sp>
      <p:sp>
        <p:nvSpPr>
          <p:cNvPr id="11" name="">
            <a:extLst xmlns:a="http://schemas.openxmlformats.org/drawingml/2006/main">
              <a:ext uri="{FF2B5EF4-FFF2-40B4-BE49-F238E27FC236}">
                <a16:creationId xmlns:a16="http://schemas.microsoft.com/office/drawing/2014/main" id="{4F443D68-CE31-4EBD-983E-BBE85D859A14}"/>
              </a:ext>
            </a:extLst>
          </p:cNvPr>
          <p:cNvSpPr>
            <a:spLocks xmlns:a="http://schemas.openxmlformats.org/drawingml/2006/main" noGrp="1"/>
          </p:cNvSpPr>
          <p:nvPr/>
        </p:nvSpPr>
        <p:spPr>
          <a:xfrm xmlns:a="http://schemas.openxmlformats.org/drawingml/2006/main">
            <a:off x="5267325" y="150495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Firebase Auth</a:t>
            </a:r>
          </a:p>
        </p:txBody>
      </p:sp>
      <p:sp>
        <p:nvSpPr>
          <p:cNvPr id="12" name="">
            <a:extLst xmlns:a="http://schemas.openxmlformats.org/drawingml/2006/main">
              <a:ext uri="{FF2B5EF4-FFF2-40B4-BE49-F238E27FC236}">
                <a16:creationId xmlns:a16="http://schemas.microsoft.com/office/drawing/2014/main" id="{55DD125D-4F91-447A-83F3-6127964836CE}"/>
              </a:ext>
            </a:extLst>
          </p:cNvPr>
          <p:cNvSpPr>
            <a:spLocks xmlns:a="http://schemas.openxmlformats.org/drawingml/2006/main" noGrp="1"/>
          </p:cNvSpPr>
          <p:nvPr/>
        </p:nvSpPr>
        <p:spPr>
          <a:xfrm xmlns:a="http://schemas.openxmlformats.org/drawingml/2006/main">
            <a:off x="5248275" y="1828800"/>
            <a:ext cx="1314450" cy="5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external to static page</a:t>
            </a:r>
          </a:p>
        </p:txBody>
      </p:sp>
      <p:sp>
        <p:nvSpPr>
          <p:cNvPr id="13" name="">
            <a:extLst xmlns:a="http://schemas.openxmlformats.org/drawingml/2006/main">
              <a:ext uri="{FF2B5EF4-FFF2-40B4-BE49-F238E27FC236}">
                <a16:creationId xmlns:a16="http://schemas.microsoft.com/office/drawing/2014/main" id="{81D18824-1348-4A3E-9577-2E5F0186A078}"/>
              </a:ext>
            </a:extLst>
          </p:cNvPr>
          <p:cNvSpPr>
            <a:spLocks xmlns:a="http://schemas.openxmlformats.org/drawingml/2006/main" noGrp="1"/>
          </p:cNvSpPr>
          <p:nvPr/>
        </p:nvSpPr>
        <p:spPr>
          <a:xfrm xmlns:a="http://schemas.openxmlformats.org/drawingml/2006/main">
            <a:off x="5905500" y="2057400"/>
            <a:ext cx="0" cy="4000500"/>
          </a:xfrm>
          <a:prstGeom xmlns:a="http://schemas.openxmlformats.org/drawingml/2006/main" prst="line">
            <a:avLst/>
          </a:prstGeom>
          <a:noFill xmlns:a="http://schemas.openxmlformats.org/drawingml/2006/main"/>
          <a:ln xmlns:a="http://schemas.openxmlformats.org/drawingml/2006/main" w="14288">
            <a:solidFill>
              <a:srgbClr val="B8C7C0"/>
            </a:solidFill>
            <a:prstDash val="dash"/>
          </a:ln>
        </p:spPr>
      </p:sp>
      <p:sp>
        <p:nvSpPr>
          <p:cNvPr id="14" name="">
            <a:extLst xmlns:a="http://schemas.openxmlformats.org/drawingml/2006/main">
              <a:ext uri="{FF2B5EF4-FFF2-40B4-BE49-F238E27FC236}">
                <a16:creationId xmlns:a16="http://schemas.microsoft.com/office/drawing/2014/main" id="{2FF30579-B302-4045-9284-905E5AA92CF2}"/>
              </a:ext>
            </a:extLst>
          </p:cNvPr>
          <p:cNvSpPr>
            <a:spLocks xmlns:a="http://schemas.openxmlformats.org/drawingml/2006/main" noGrp="1"/>
          </p:cNvSpPr>
          <p:nvPr/>
        </p:nvSpPr>
        <p:spPr>
          <a:xfrm xmlns:a="http://schemas.openxmlformats.org/drawingml/2006/main">
            <a:off x="7239000" y="1352550"/>
            <a:ext cx="1619250" cy="609600"/>
          </a:xfrm>
          <a:prstGeom xmlns:a="http://schemas.openxmlformats.org/drawingml/2006/main" prst="roundRect">
            <a:avLst>
              <a:gd name="adj" fmla="val 25000"/>
            </a:avLst>
          </a:prstGeom>
          <a:solidFill xmlns:a="http://schemas.openxmlformats.org/drawingml/2006/main">
            <a:srgbClr val="FBFAF6"/>
          </a:solidFill>
          <a:ln xmlns:a="http://schemas.openxmlformats.org/drawingml/2006/main" w="14288">
            <a:solidFill>
              <a:srgbClr val="B8C7C0"/>
            </a:solidFill>
          </a:ln>
        </p:spPr>
      </p:sp>
      <p:sp>
        <p:nvSpPr>
          <p:cNvPr id="15" name="">
            <a:extLst xmlns:a="http://schemas.openxmlformats.org/drawingml/2006/main">
              <a:ext uri="{FF2B5EF4-FFF2-40B4-BE49-F238E27FC236}">
                <a16:creationId xmlns:a16="http://schemas.microsoft.com/office/drawing/2014/main" id="{547D9C5F-8C1B-4506-BCEA-6D5F728DEBB2}"/>
              </a:ext>
            </a:extLst>
          </p:cNvPr>
          <p:cNvSpPr>
            <a:spLocks xmlns:a="http://schemas.openxmlformats.org/drawingml/2006/main" noGrp="1"/>
          </p:cNvSpPr>
          <p:nvPr/>
        </p:nvSpPr>
        <p:spPr>
          <a:xfrm xmlns:a="http://schemas.openxmlformats.org/drawingml/2006/main">
            <a:off x="7410450" y="150495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Hosting</a:t>
            </a:r>
          </a:p>
        </p:txBody>
      </p:sp>
      <p:sp>
        <p:nvSpPr>
          <p:cNvPr id="16" name="">
            <a:extLst xmlns:a="http://schemas.openxmlformats.org/drawingml/2006/main">
              <a:ext uri="{FF2B5EF4-FFF2-40B4-BE49-F238E27FC236}">
                <a16:creationId xmlns:a16="http://schemas.microsoft.com/office/drawing/2014/main" id="{73EDCF7B-9230-44AF-A13D-C10D33F9B998}"/>
              </a:ext>
            </a:extLst>
          </p:cNvPr>
          <p:cNvSpPr>
            <a:spLocks xmlns:a="http://schemas.openxmlformats.org/drawingml/2006/main" noGrp="1"/>
          </p:cNvSpPr>
          <p:nvPr/>
        </p:nvSpPr>
        <p:spPr>
          <a:xfrm xmlns:a="http://schemas.openxmlformats.org/drawingml/2006/main">
            <a:off x="8048625" y="2057400"/>
            <a:ext cx="0" cy="4000500"/>
          </a:xfrm>
          <a:prstGeom xmlns:a="http://schemas.openxmlformats.org/drawingml/2006/main" prst="line">
            <a:avLst/>
          </a:prstGeom>
          <a:noFill xmlns:a="http://schemas.openxmlformats.org/drawingml/2006/main"/>
          <a:ln xmlns:a="http://schemas.openxmlformats.org/drawingml/2006/main" w="14288">
            <a:solidFill>
              <a:srgbClr val="B8C7C0"/>
            </a:solidFill>
            <a:prstDash val="dash"/>
          </a:ln>
        </p:spPr>
      </p:sp>
      <p:sp>
        <p:nvSpPr>
          <p:cNvPr id="17" name="">
            <a:extLst xmlns:a="http://schemas.openxmlformats.org/drawingml/2006/main">
              <a:ext uri="{FF2B5EF4-FFF2-40B4-BE49-F238E27FC236}">
                <a16:creationId xmlns:a16="http://schemas.microsoft.com/office/drawing/2014/main" id="{7B033925-4F42-4840-86D2-7689EE2AC913}"/>
              </a:ext>
            </a:extLst>
          </p:cNvPr>
          <p:cNvSpPr>
            <a:spLocks xmlns:a="http://schemas.openxmlformats.org/drawingml/2006/main" noGrp="1"/>
          </p:cNvSpPr>
          <p:nvPr/>
        </p:nvSpPr>
        <p:spPr>
          <a:xfrm xmlns:a="http://schemas.openxmlformats.org/drawingml/2006/main">
            <a:off x="9429750" y="1352550"/>
            <a:ext cx="1619250" cy="609600"/>
          </a:xfrm>
          <a:prstGeom xmlns:a="http://schemas.openxmlformats.org/drawingml/2006/main" prst="roundRect">
            <a:avLst>
              <a:gd name="adj" fmla="val 25000"/>
            </a:avLst>
          </a:prstGeom>
          <a:solidFill xmlns:a="http://schemas.openxmlformats.org/drawingml/2006/main">
            <a:srgbClr val="FBFAF6"/>
          </a:solidFill>
          <a:ln xmlns:a="http://schemas.openxmlformats.org/drawingml/2006/main" w="14288">
            <a:solidFill>
              <a:srgbClr val="B8C7C0"/>
            </a:solidFill>
          </a:ln>
        </p:spPr>
      </p:sp>
      <p:sp>
        <p:nvSpPr>
          <p:cNvPr id="18" name="">
            <a:extLst xmlns:a="http://schemas.openxmlformats.org/drawingml/2006/main">
              <a:ext uri="{FF2B5EF4-FFF2-40B4-BE49-F238E27FC236}">
                <a16:creationId xmlns:a16="http://schemas.microsoft.com/office/drawing/2014/main" id="{A38D7F5E-F47A-436C-BA0A-C9B676EE592A}"/>
              </a:ext>
            </a:extLst>
          </p:cNvPr>
          <p:cNvSpPr>
            <a:spLocks xmlns:a="http://schemas.openxmlformats.org/drawingml/2006/main" noGrp="1"/>
          </p:cNvSpPr>
          <p:nvPr/>
        </p:nvSpPr>
        <p:spPr>
          <a:xfrm xmlns:a="http://schemas.openxmlformats.org/drawingml/2006/main">
            <a:off x="9601200" y="150495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Agent API</a:t>
            </a:r>
          </a:p>
        </p:txBody>
      </p:sp>
      <p:sp>
        <p:nvSpPr>
          <p:cNvPr id="19" name="">
            <a:extLst xmlns:a="http://schemas.openxmlformats.org/drawingml/2006/main">
              <a:ext uri="{FF2B5EF4-FFF2-40B4-BE49-F238E27FC236}">
                <a16:creationId xmlns:a16="http://schemas.microsoft.com/office/drawing/2014/main" id="{418B24BA-68A0-4963-87C1-15EA11552441}"/>
              </a:ext>
            </a:extLst>
          </p:cNvPr>
          <p:cNvSpPr>
            <a:spLocks xmlns:a="http://schemas.openxmlformats.org/drawingml/2006/main" noGrp="1"/>
          </p:cNvSpPr>
          <p:nvPr/>
        </p:nvSpPr>
        <p:spPr>
          <a:xfrm xmlns:a="http://schemas.openxmlformats.org/drawingml/2006/main">
            <a:off x="9582150" y="1828800"/>
            <a:ext cx="1314450" cy="5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external to static page</a:t>
            </a:r>
          </a:p>
        </p:txBody>
      </p:sp>
      <p:sp>
        <p:nvSpPr>
          <p:cNvPr id="20" name="">
            <a:extLst xmlns:a="http://schemas.openxmlformats.org/drawingml/2006/main">
              <a:ext uri="{FF2B5EF4-FFF2-40B4-BE49-F238E27FC236}">
                <a16:creationId xmlns:a16="http://schemas.microsoft.com/office/drawing/2014/main" id="{95BB6DCF-8C6A-4933-A982-00DB2BCC0324}"/>
              </a:ext>
            </a:extLst>
          </p:cNvPr>
          <p:cNvSpPr>
            <a:spLocks xmlns:a="http://schemas.openxmlformats.org/drawingml/2006/main" noGrp="1"/>
          </p:cNvSpPr>
          <p:nvPr/>
        </p:nvSpPr>
        <p:spPr>
          <a:xfrm xmlns:a="http://schemas.openxmlformats.org/drawingml/2006/main">
            <a:off x="10239375" y="2057400"/>
            <a:ext cx="0" cy="4000500"/>
          </a:xfrm>
          <a:prstGeom xmlns:a="http://schemas.openxmlformats.org/drawingml/2006/main" prst="line">
            <a:avLst/>
          </a:prstGeom>
          <a:noFill xmlns:a="http://schemas.openxmlformats.org/drawingml/2006/main"/>
          <a:ln xmlns:a="http://schemas.openxmlformats.org/drawingml/2006/main" w="14288">
            <a:solidFill>
              <a:srgbClr val="B8C7C0"/>
            </a:solidFill>
            <a:prstDash val="dash"/>
          </a:ln>
        </p:spPr>
      </p:sp>
      <p:sp>
        <p:nvSpPr>
          <p:cNvPr id="21" name="">
            <a:extLst xmlns:a="http://schemas.openxmlformats.org/drawingml/2006/main">
              <a:ext uri="{FF2B5EF4-FFF2-40B4-BE49-F238E27FC236}">
                <a16:creationId xmlns:a16="http://schemas.microsoft.com/office/drawing/2014/main" id="{ADF8D128-23FB-4C9F-AB13-E89189A2C533}"/>
              </a:ext>
            </a:extLst>
          </p:cNvPr>
          <p:cNvSpPr>
            <a:spLocks xmlns:a="http://schemas.openxmlformats.org/drawingml/2006/main" noGrp="1"/>
          </p:cNvSpPr>
          <p:nvPr/>
        </p:nvSpPr>
        <p:spPr>
          <a:xfrm xmlns:a="http://schemas.openxmlformats.org/drawingml/2006/main">
            <a:off x="1666875" y="2381250"/>
            <a:ext cx="2095500"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22" name="">
            <a:extLst xmlns:a="http://schemas.openxmlformats.org/drawingml/2006/main">
              <a:ext uri="{FF2B5EF4-FFF2-40B4-BE49-F238E27FC236}">
                <a16:creationId xmlns:a16="http://schemas.microsoft.com/office/drawing/2014/main" id="{B28947E4-954A-4D1B-9A2A-CBE029088453}"/>
              </a:ext>
            </a:extLst>
          </p:cNvPr>
          <p:cNvSpPr>
            <a:spLocks xmlns:a="http://schemas.openxmlformats.org/drawingml/2006/main" noGrp="1"/>
          </p:cNvSpPr>
          <p:nvPr/>
        </p:nvSpPr>
        <p:spPr>
          <a:xfrm xmlns:a="http://schemas.openxmlformats.org/drawingml/2006/main">
            <a:off x="1724025" y="2152650"/>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1  Trigger action</a:t>
            </a:r>
          </a:p>
        </p:txBody>
      </p:sp>
      <p:sp>
        <p:nvSpPr>
          <p:cNvPr id="23" name="">
            <a:extLst xmlns:a="http://schemas.openxmlformats.org/drawingml/2006/main">
              <a:ext uri="{FF2B5EF4-FFF2-40B4-BE49-F238E27FC236}">
                <a16:creationId xmlns:a16="http://schemas.microsoft.com/office/drawing/2014/main" id="{5BDB78CD-E7BF-4E9A-A403-5242C312BA3A}"/>
              </a:ext>
            </a:extLst>
          </p:cNvPr>
          <p:cNvSpPr>
            <a:spLocks xmlns:a="http://schemas.openxmlformats.org/drawingml/2006/main" noGrp="1"/>
          </p:cNvSpPr>
          <p:nvPr/>
        </p:nvSpPr>
        <p:spPr>
          <a:xfrm xmlns:a="http://schemas.openxmlformats.org/drawingml/2006/main">
            <a:off x="3762375" y="2952750"/>
            <a:ext cx="2143125"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24" name="">
            <a:extLst xmlns:a="http://schemas.openxmlformats.org/drawingml/2006/main">
              <a:ext uri="{FF2B5EF4-FFF2-40B4-BE49-F238E27FC236}">
                <a16:creationId xmlns:a16="http://schemas.microsoft.com/office/drawing/2014/main" id="{471AE30D-94C2-4C37-8E16-4B0AF1F39D1A}"/>
              </a:ext>
            </a:extLst>
          </p:cNvPr>
          <p:cNvSpPr>
            <a:spLocks xmlns:a="http://schemas.openxmlformats.org/drawingml/2006/main" noGrp="1"/>
          </p:cNvSpPr>
          <p:nvPr/>
        </p:nvSpPr>
        <p:spPr>
          <a:xfrm xmlns:a="http://schemas.openxmlformats.org/drawingml/2006/main">
            <a:off x="3819525" y="2724150"/>
            <a:ext cx="2028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2  Request ID token</a:t>
            </a:r>
          </a:p>
        </p:txBody>
      </p:sp>
      <p:sp>
        <p:nvSpPr>
          <p:cNvPr id="25" name="">
            <a:extLst xmlns:a="http://schemas.openxmlformats.org/drawingml/2006/main">
              <a:ext uri="{FF2B5EF4-FFF2-40B4-BE49-F238E27FC236}">
                <a16:creationId xmlns:a16="http://schemas.microsoft.com/office/drawing/2014/main" id="{CE3E43B9-1A01-4D0C-B078-A0A8A833AE69}"/>
              </a:ext>
            </a:extLst>
          </p:cNvPr>
          <p:cNvSpPr>
            <a:spLocks xmlns:a="http://schemas.openxmlformats.org/drawingml/2006/main" noGrp="1"/>
          </p:cNvSpPr>
          <p:nvPr/>
        </p:nvSpPr>
        <p:spPr>
          <a:xfrm xmlns:a="http://schemas.openxmlformats.org/drawingml/2006/main">
            <a:off x="3762375" y="3524250"/>
            <a:ext cx="2143125"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26" name="">
            <a:extLst xmlns:a="http://schemas.openxmlformats.org/drawingml/2006/main">
              <a:ext uri="{FF2B5EF4-FFF2-40B4-BE49-F238E27FC236}">
                <a16:creationId xmlns:a16="http://schemas.microsoft.com/office/drawing/2014/main" id="{A3E8142D-C697-4D8A-ABC2-9D19568A11FB}"/>
              </a:ext>
            </a:extLst>
          </p:cNvPr>
          <p:cNvSpPr>
            <a:spLocks xmlns:a="http://schemas.openxmlformats.org/drawingml/2006/main" noGrp="1"/>
          </p:cNvSpPr>
          <p:nvPr/>
        </p:nvSpPr>
        <p:spPr>
          <a:xfrm xmlns:a="http://schemas.openxmlformats.org/drawingml/2006/main">
            <a:off x="3819525" y="3295650"/>
            <a:ext cx="2028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3  Return token</a:t>
            </a:r>
          </a:p>
        </p:txBody>
      </p:sp>
      <p:sp>
        <p:nvSpPr>
          <p:cNvPr id="27" name="">
            <a:extLst xmlns:a="http://schemas.openxmlformats.org/drawingml/2006/main">
              <a:ext uri="{FF2B5EF4-FFF2-40B4-BE49-F238E27FC236}">
                <a16:creationId xmlns:a16="http://schemas.microsoft.com/office/drawing/2014/main" id="{9A2E03BC-3E7A-4F66-9861-2805248A3B60}"/>
              </a:ext>
            </a:extLst>
          </p:cNvPr>
          <p:cNvSpPr>
            <a:spLocks xmlns:a="http://schemas.openxmlformats.org/drawingml/2006/main" noGrp="1"/>
          </p:cNvSpPr>
          <p:nvPr/>
        </p:nvSpPr>
        <p:spPr>
          <a:xfrm xmlns:a="http://schemas.openxmlformats.org/drawingml/2006/main">
            <a:off x="3762375" y="4095750"/>
            <a:ext cx="4286250"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28" name="">
            <a:extLst xmlns:a="http://schemas.openxmlformats.org/drawingml/2006/main">
              <a:ext uri="{FF2B5EF4-FFF2-40B4-BE49-F238E27FC236}">
                <a16:creationId xmlns:a16="http://schemas.microsoft.com/office/drawing/2014/main" id="{6A24604A-813C-4D99-8662-0924CAEE1453}"/>
              </a:ext>
            </a:extLst>
          </p:cNvPr>
          <p:cNvSpPr>
            <a:spLocks xmlns:a="http://schemas.openxmlformats.org/drawingml/2006/main" noGrp="1"/>
          </p:cNvSpPr>
          <p:nvPr/>
        </p:nvSpPr>
        <p:spPr>
          <a:xfrm xmlns:a="http://schemas.openxmlformats.org/drawingml/2006/main">
            <a:off x="3819525" y="3867150"/>
            <a:ext cx="417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4  Send /v1 request + Bearer token</a:t>
            </a:r>
          </a:p>
        </p:txBody>
      </p:sp>
      <p:sp>
        <p:nvSpPr>
          <p:cNvPr id="29" name="">
            <a:extLst xmlns:a="http://schemas.openxmlformats.org/drawingml/2006/main">
              <a:ext uri="{FF2B5EF4-FFF2-40B4-BE49-F238E27FC236}">
                <a16:creationId xmlns:a16="http://schemas.microsoft.com/office/drawing/2014/main" id="{E600F711-E11F-4939-853F-67F0D4A97CC2}"/>
              </a:ext>
            </a:extLst>
          </p:cNvPr>
          <p:cNvSpPr>
            <a:spLocks xmlns:a="http://schemas.openxmlformats.org/drawingml/2006/main" noGrp="1"/>
          </p:cNvSpPr>
          <p:nvPr/>
        </p:nvSpPr>
        <p:spPr>
          <a:xfrm xmlns:a="http://schemas.openxmlformats.org/drawingml/2006/main">
            <a:off x="8048625" y="4667250"/>
            <a:ext cx="2190750"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30" name="">
            <a:extLst xmlns:a="http://schemas.openxmlformats.org/drawingml/2006/main">
              <a:ext uri="{FF2B5EF4-FFF2-40B4-BE49-F238E27FC236}">
                <a16:creationId xmlns:a16="http://schemas.microsoft.com/office/drawing/2014/main" id="{F613F3EB-7ACF-4BE1-89A9-60377883F2D5}"/>
              </a:ext>
            </a:extLst>
          </p:cNvPr>
          <p:cNvSpPr>
            <a:spLocks xmlns:a="http://schemas.openxmlformats.org/drawingml/2006/main" noGrp="1"/>
          </p:cNvSpPr>
          <p:nvPr/>
        </p:nvSpPr>
        <p:spPr>
          <a:xfrm xmlns:a="http://schemas.openxmlformats.org/drawingml/2006/main">
            <a:off x="8105775" y="4438650"/>
            <a:ext cx="2076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5  Rewrite request</a:t>
            </a:r>
          </a:p>
        </p:txBody>
      </p:sp>
      <p:sp>
        <p:nvSpPr>
          <p:cNvPr id="31" name="">
            <a:extLst xmlns:a="http://schemas.openxmlformats.org/drawingml/2006/main">
              <a:ext uri="{FF2B5EF4-FFF2-40B4-BE49-F238E27FC236}">
                <a16:creationId xmlns:a16="http://schemas.microsoft.com/office/drawing/2014/main" id="{D3142273-A48A-4DC5-9351-F026F07D6020}"/>
              </a:ext>
            </a:extLst>
          </p:cNvPr>
          <p:cNvSpPr>
            <a:spLocks xmlns:a="http://schemas.openxmlformats.org/drawingml/2006/main" noGrp="1"/>
          </p:cNvSpPr>
          <p:nvPr/>
        </p:nvSpPr>
        <p:spPr>
          <a:xfrm xmlns:a="http://schemas.openxmlformats.org/drawingml/2006/main">
            <a:off x="10239375" y="5238750"/>
            <a:ext cx="0" cy="0"/>
          </a:xfrm>
          <a:prstGeom xmlns:a="http://schemas.openxmlformats.org/drawingml/2006/main" prst="line">
            <a:avLst/>
          </a:prstGeom>
          <a:noFill xmlns:a="http://schemas.openxmlformats.org/drawingml/2006/main"/>
          <a:ln xmlns:a="http://schemas.openxmlformats.org/drawingml/2006/main" w="19050">
            <a:solidFill>
              <a:srgbClr val="A56C0A"/>
            </a:solidFill>
          </a:ln>
        </p:spPr>
      </p:sp>
      <p:sp>
        <p:nvSpPr>
          <p:cNvPr id="32" name="">
            <a:extLst xmlns:a="http://schemas.openxmlformats.org/drawingml/2006/main">
              <a:ext uri="{FF2B5EF4-FFF2-40B4-BE49-F238E27FC236}">
                <a16:creationId xmlns:a16="http://schemas.microsoft.com/office/drawing/2014/main" id="{EBF15CB0-4A4C-4675-81AA-7CB1DB68FDD4}"/>
              </a:ext>
            </a:extLst>
          </p:cNvPr>
          <p:cNvSpPr>
            <a:spLocks xmlns:a="http://schemas.openxmlformats.org/drawingml/2006/main" noGrp="1"/>
          </p:cNvSpPr>
          <p:nvPr/>
        </p:nvSpPr>
        <p:spPr>
          <a:xfrm xmlns:a="http://schemas.openxmlformats.org/drawingml/2006/main">
            <a:off x="10296525" y="50101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13211B"/>
                </a:solidFill>
                <a:latin typeface="Helvetica Neue"/>
                <a:ea typeface="Helvetica Neue"/>
                <a:cs typeface="Helvetica Neue"/>
              </a:defRPr>
            </a:pPr>
            <a:r>
              <a:rPr sz="975" b="1">
                <a:solidFill>
                  <a:srgbClr val="13211B"/>
                </a:solidFill>
                <a:latin typeface="Helvetica Neue"/>
                <a:ea typeface="Helvetica Neue"/>
                <a:cs typeface="Helvetica Neue"/>
              </a:rPr>
              <a:t>6  Verify identity and role</a:t>
            </a:r>
          </a:p>
        </p:txBody>
      </p:sp>
      <p:sp>
        <p:nvSpPr>
          <p:cNvPr id="33" name="">
            <a:extLst xmlns:a="http://schemas.openxmlformats.org/drawingml/2006/main">
              <a:ext uri="{FF2B5EF4-FFF2-40B4-BE49-F238E27FC236}">
                <a16:creationId xmlns:a16="http://schemas.microsoft.com/office/drawing/2014/main" id="{39A369E6-80B5-4605-BCDF-F465DED1E0EF}"/>
              </a:ext>
            </a:extLst>
          </p:cNvPr>
          <p:cNvSpPr>
            <a:spLocks xmlns:a="http://schemas.openxmlformats.org/drawingml/2006/main" noGrp="1"/>
          </p:cNvSpPr>
          <p:nvPr/>
        </p:nvSpPr>
        <p:spPr>
          <a:xfrm xmlns:a="http://schemas.openxmlformats.org/drawingml/2006/main">
            <a:off x="3762375" y="5810250"/>
            <a:ext cx="6477000" cy="0"/>
          </a:xfrm>
          <a:prstGeom xmlns:a="http://schemas.openxmlformats.org/drawingml/2006/main" prst="line">
            <a:avLst/>
          </a:prstGeom>
          <a:noFill xmlns:a="http://schemas.openxmlformats.org/drawingml/2006/main"/>
          <a:ln xmlns:a="http://schemas.openxmlformats.org/drawingml/2006/main" w="19050">
            <a:solidFill>
              <a:srgbClr val="3E8C7A"/>
            </a:solidFill>
          </a:ln>
        </p:spPr>
      </p:sp>
      <p:sp>
        <p:nvSpPr>
          <p:cNvPr id="34" name="">
            <a:extLst xmlns:a="http://schemas.openxmlformats.org/drawingml/2006/main">
              <a:ext uri="{FF2B5EF4-FFF2-40B4-BE49-F238E27FC236}">
                <a16:creationId xmlns:a16="http://schemas.microsoft.com/office/drawing/2014/main" id="{84FAA099-0552-4BF8-B1C8-7BFE132DBCD5}"/>
              </a:ext>
            </a:extLst>
          </p:cNvPr>
          <p:cNvSpPr>
            <a:spLocks xmlns:a="http://schemas.openxmlformats.org/drawingml/2006/main" noGrp="1"/>
          </p:cNvSpPr>
          <p:nvPr/>
        </p:nvSpPr>
        <p:spPr>
          <a:xfrm xmlns:a="http://schemas.openxmlformats.org/drawingml/2006/main">
            <a:off x="3819525" y="5581650"/>
            <a:ext cx="6362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0">
                <a:solidFill>
                  <a:srgbClr val="13211B"/>
                </a:solidFill>
                <a:latin typeface="Helvetica Neue"/>
                <a:ea typeface="Helvetica Neue"/>
                <a:cs typeface="Helvetica Neue"/>
              </a:defRPr>
            </a:pPr>
            <a:r>
              <a:rPr sz="975" b="0">
                <a:solidFill>
                  <a:srgbClr val="13211B"/>
                </a:solidFill>
                <a:latin typeface="Helvetica Neue"/>
                <a:ea typeface="Helvetica Neue"/>
                <a:cs typeface="Helvetica Neue"/>
              </a:rPr>
              <a:t>7  Return data or safe error</a:t>
            </a:r>
          </a:p>
        </p:txBody>
      </p:sp>
    </p:spTree>
    <p:extLst>
      <p:ext uri="{BB962C8B-B14F-4D97-AF65-F5344CB8AC3E}">
        <p14:creationId xmlns:p14="http://schemas.microsoft.com/office/powerpoint/2010/main" val="1796314853"/>
      </p:ext>
    </p:extLst>
  </p:cSld>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011E69E-C464-4F65-B7FF-D2E209BD0C66}"/>
              </a:ext>
            </a:extLst>
          </p:cNvPr>
          <p:cNvSpPr>
            <a:spLocks xmlns:a="http://schemas.openxmlformats.org/drawingml/2006/main" noGrp="1"/>
          </p:cNvSpPr>
          <p:nvPr/>
        </p:nvSpPr>
        <p:spPr>
          <a:xfrm xmlns:a="http://schemas.openxmlformats.org/drawingml/2006/main">
            <a:off x="609600" y="4000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3211B"/>
                </a:solidFill>
                <a:latin typeface="Helvetica Neue"/>
                <a:ea typeface="Helvetica Neue"/>
                <a:cs typeface="Helvetica Neue"/>
              </a:defRPr>
            </a:pPr>
            <a:r>
              <a:rPr sz="2550" b="1">
                <a:solidFill>
                  <a:srgbClr val="13211B"/>
                </a:solidFill>
                <a:latin typeface="Helvetica Neue"/>
                <a:ea typeface="Helvetica Neue"/>
                <a:cs typeface="Helvetica Neue"/>
              </a:rPr>
              <a:t>Upload and observation lifecycle</a:t>
            </a:r>
          </a:p>
        </p:txBody>
      </p:sp>
      <p:sp>
        <p:nvSpPr>
          <p:cNvPr id="2" name="">
            <a:extLst xmlns:a="http://schemas.openxmlformats.org/drawingml/2006/main">
              <a:ext uri="{FF2B5EF4-FFF2-40B4-BE49-F238E27FC236}">
                <a16:creationId xmlns:a16="http://schemas.microsoft.com/office/drawing/2014/main" id="{D2324E11-D549-4055-9EC2-BD3C86BF5B2E}"/>
              </a:ext>
            </a:extLst>
          </p:cNvPr>
          <p:cNvSpPr>
            <a:spLocks xmlns:a="http://schemas.openxmlformats.org/drawingml/2006/main" noGrp="1"/>
          </p:cNvSpPr>
          <p:nvPr/>
        </p:nvSpPr>
        <p:spPr>
          <a:xfrm xmlns:a="http://schemas.openxmlformats.org/drawingml/2006/main">
            <a:off x="609600" y="1066800"/>
            <a:ext cx="10972800" cy="0"/>
          </a:xfrm>
          <a:prstGeom xmlns:a="http://schemas.openxmlformats.org/drawingml/2006/main" prst="line">
            <a:avLst/>
          </a:prstGeom>
          <a:noFill xmlns:a="http://schemas.openxmlformats.org/drawingml/2006/main"/>
          <a:ln xmlns:a="http://schemas.openxmlformats.org/drawingml/2006/main" w="14288">
            <a:solidFill>
              <a:srgbClr val="B8C7C0"/>
            </a:solidFill>
          </a:ln>
        </p:spPr>
      </p:sp>
      <p:sp>
        <p:nvSpPr>
          <p:cNvPr id="3" name="">
            <a:extLst xmlns:a="http://schemas.openxmlformats.org/drawingml/2006/main">
              <a:ext uri="{FF2B5EF4-FFF2-40B4-BE49-F238E27FC236}">
                <a16:creationId xmlns:a16="http://schemas.microsoft.com/office/drawing/2014/main" id="{35306FD8-5B73-4FB7-91B0-C27BACD1B963}"/>
              </a:ext>
            </a:extLst>
          </p:cNvPr>
          <p:cNvSpPr>
            <a:spLocks xmlns:a="http://schemas.openxmlformats.org/drawingml/2006/main" noGrp="1"/>
          </p:cNvSpPr>
          <p:nvPr/>
        </p:nvSpPr>
        <p:spPr>
          <a:xfrm xmlns:a="http://schemas.openxmlformats.org/drawingml/2006/main">
            <a:off x="11049000" y="4572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67552"/>
                </a:solidFill>
                <a:latin typeface="Helvetica Neue"/>
                <a:ea typeface="Helvetica Neue"/>
                <a:cs typeface="Helvetica Neue"/>
              </a:defRPr>
            </a:pPr>
            <a:r>
              <a:rPr sz="1200" b="1">
                <a:solidFill>
                  <a:srgbClr val="16755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2176B2E-46E8-41C3-A430-8745728591A1}"/>
              </a:ext>
            </a:extLst>
          </p:cNvPr>
          <p:cNvSpPr>
            <a:spLocks xmlns:a="http://schemas.openxmlformats.org/drawingml/2006/main" noGrp="1"/>
          </p:cNvSpPr>
          <p:nvPr/>
        </p:nvSpPr>
        <p:spPr>
          <a:xfrm xmlns:a="http://schemas.openxmlformats.org/drawingml/2006/main">
            <a:off x="4476750" y="1295400"/>
            <a:ext cx="3238500" cy="704850"/>
          </a:xfrm>
          <a:prstGeom xmlns:a="http://schemas.openxmlformats.org/drawingml/2006/main" prst="roundRect">
            <a:avLst>
              <a:gd name="adj" fmla="val 21622"/>
            </a:avLst>
          </a:prstGeom>
          <a:solidFill xmlns:a="http://schemas.openxmlformats.org/drawingml/2006/main">
            <a:srgbClr val="0E2720"/>
          </a:solidFill>
          <a:ln xmlns:a="http://schemas.openxmlformats.org/drawingml/2006/main" w="14288">
            <a:solidFill>
              <a:srgbClr val="0E2720"/>
            </a:solidFill>
          </a:ln>
        </p:spPr>
      </p:sp>
      <p:sp>
        <p:nvSpPr>
          <p:cNvPr id="5" name="">
            <a:extLst xmlns:a="http://schemas.openxmlformats.org/drawingml/2006/main">
              <a:ext uri="{FF2B5EF4-FFF2-40B4-BE49-F238E27FC236}">
                <a16:creationId xmlns:a16="http://schemas.microsoft.com/office/drawing/2014/main" id="{890EABE4-C401-4F71-BB12-946C40C95FE9}"/>
              </a:ext>
            </a:extLst>
          </p:cNvPr>
          <p:cNvSpPr>
            <a:spLocks xmlns:a="http://schemas.openxmlformats.org/drawingml/2006/main" noGrp="1"/>
          </p:cNvSpPr>
          <p:nvPr/>
        </p:nvSpPr>
        <p:spPr>
          <a:xfrm xmlns:a="http://schemas.openxmlformats.org/drawingml/2006/main">
            <a:off x="4667250" y="15049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11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Select and validate file</a:t>
            </a:r>
          </a:p>
        </p:txBody>
      </p:sp>
      <p:sp>
        <p:nvSpPr>
          <p:cNvPr id="6" name="">
            <a:extLst xmlns:a="http://schemas.openxmlformats.org/drawingml/2006/main">
              <a:ext uri="{FF2B5EF4-FFF2-40B4-BE49-F238E27FC236}">
                <a16:creationId xmlns:a16="http://schemas.microsoft.com/office/drawing/2014/main" id="{BB272519-A7F2-46F3-8669-69186B86002C}"/>
              </a:ext>
            </a:extLst>
          </p:cNvPr>
          <p:cNvSpPr>
            <a:spLocks xmlns:a="http://schemas.openxmlformats.org/drawingml/2006/main" noGrp="1"/>
          </p:cNvSpPr>
          <p:nvPr/>
        </p:nvSpPr>
        <p:spPr>
          <a:xfrm xmlns:a="http://schemas.openxmlformats.org/drawingml/2006/main">
            <a:off x="857250" y="2724150"/>
            <a:ext cx="2857500" cy="1162050"/>
          </a:xfrm>
          <a:prstGeom xmlns:a="http://schemas.openxmlformats.org/drawingml/2006/main" prst="roundRect">
            <a:avLst>
              <a:gd name="adj" fmla="val 13115"/>
            </a:avLst>
          </a:prstGeom>
          <a:solidFill xmlns:a="http://schemas.openxmlformats.org/drawingml/2006/main">
            <a:srgbClr val="D9EEE6"/>
          </a:solidFill>
          <a:ln xmlns:a="http://schemas.openxmlformats.org/drawingml/2006/main" w="14288">
            <a:solidFill>
              <a:srgbClr val="167552"/>
            </a:solidFill>
          </a:ln>
        </p:spPr>
      </p:sp>
      <p:sp>
        <p:nvSpPr>
          <p:cNvPr id="7" name="">
            <a:extLst xmlns:a="http://schemas.openxmlformats.org/drawingml/2006/main">
              <a:ext uri="{FF2B5EF4-FFF2-40B4-BE49-F238E27FC236}">
                <a16:creationId xmlns:a16="http://schemas.microsoft.com/office/drawing/2014/main" id="{E94B80C5-17EA-4624-BB0B-E22F1D88F4B1}"/>
              </a:ext>
            </a:extLst>
          </p:cNvPr>
          <p:cNvSpPr>
            <a:spLocks xmlns:a="http://schemas.openxmlformats.org/drawingml/2006/main" noGrp="1"/>
          </p:cNvSpPr>
          <p:nvPr/>
        </p:nvSpPr>
        <p:spPr>
          <a:xfrm xmlns:a="http://schemas.openxmlformats.org/drawingml/2006/main">
            <a:off x="1028700" y="28765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Photograph</a:t>
            </a:r>
          </a:p>
        </p:txBody>
      </p:sp>
      <p:sp>
        <p:nvSpPr>
          <p:cNvPr id="8" name="">
            <a:extLst xmlns:a="http://schemas.openxmlformats.org/drawingml/2006/main">
              <a:ext uri="{FF2B5EF4-FFF2-40B4-BE49-F238E27FC236}">
                <a16:creationId xmlns:a16="http://schemas.microsoft.com/office/drawing/2014/main" id="{5B72074C-2440-48B0-8810-54CBECCC3D71}"/>
              </a:ext>
            </a:extLst>
          </p:cNvPr>
          <p:cNvSpPr>
            <a:spLocks xmlns:a="http://schemas.openxmlformats.org/drawingml/2006/main" noGrp="1"/>
          </p:cNvSpPr>
          <p:nvPr/>
        </p:nvSpPr>
        <p:spPr>
          <a:xfrm xmlns:a="http://schemas.openxmlformats.org/drawingml/2006/main">
            <a:off x="1009650" y="3200400"/>
            <a:ext cx="2552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POST JPEG</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create record and start run</a:t>
            </a:r>
          </a:p>
        </p:txBody>
      </p:sp>
      <p:sp>
        <p:nvSpPr>
          <p:cNvPr id="9" name="">
            <a:extLst xmlns:a="http://schemas.openxmlformats.org/drawingml/2006/main">
              <a:ext uri="{FF2B5EF4-FFF2-40B4-BE49-F238E27FC236}">
                <a16:creationId xmlns:a16="http://schemas.microsoft.com/office/drawing/2014/main" id="{18093717-CEB4-4687-A016-FC9CEF56B5A0}"/>
              </a:ext>
            </a:extLst>
          </p:cNvPr>
          <p:cNvSpPr>
            <a:spLocks xmlns:a="http://schemas.openxmlformats.org/drawingml/2006/main" noGrp="1"/>
          </p:cNvSpPr>
          <p:nvPr/>
        </p:nvSpPr>
        <p:spPr>
          <a:xfrm xmlns:a="http://schemas.openxmlformats.org/drawingml/2006/main">
            <a:off x="4667250" y="2724150"/>
            <a:ext cx="2857500" cy="1162050"/>
          </a:xfrm>
          <a:prstGeom xmlns:a="http://schemas.openxmlformats.org/drawingml/2006/main" prst="roundRect">
            <a:avLst>
              <a:gd name="adj" fmla="val 13115"/>
            </a:avLst>
          </a:prstGeom>
          <a:solidFill xmlns:a="http://schemas.openxmlformats.org/drawingml/2006/main">
            <a:srgbClr val="FBFAF6"/>
          </a:solidFill>
          <a:ln xmlns:a="http://schemas.openxmlformats.org/drawingml/2006/main" w="14288">
            <a:solidFill>
              <a:srgbClr val="A56C0A"/>
            </a:solidFill>
          </a:ln>
        </p:spPr>
      </p:sp>
      <p:sp>
        <p:nvSpPr>
          <p:cNvPr id="10" name="">
            <a:extLst xmlns:a="http://schemas.openxmlformats.org/drawingml/2006/main">
              <a:ext uri="{FF2B5EF4-FFF2-40B4-BE49-F238E27FC236}">
                <a16:creationId xmlns:a16="http://schemas.microsoft.com/office/drawing/2014/main" id="{D2210D1B-646B-4302-B192-75FE272AC4F2}"/>
              </a:ext>
            </a:extLst>
          </p:cNvPr>
          <p:cNvSpPr>
            <a:spLocks xmlns:a="http://schemas.openxmlformats.org/drawingml/2006/main" noGrp="1"/>
          </p:cNvSpPr>
          <p:nvPr/>
        </p:nvSpPr>
        <p:spPr>
          <a:xfrm xmlns:a="http://schemas.openxmlformats.org/drawingml/2006/main">
            <a:off x="4838700" y="28765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Video</a:t>
            </a:r>
          </a:p>
        </p:txBody>
      </p:sp>
      <p:sp>
        <p:nvSpPr>
          <p:cNvPr id="11" name="">
            <a:extLst xmlns:a="http://schemas.openxmlformats.org/drawingml/2006/main">
              <a:ext uri="{FF2B5EF4-FFF2-40B4-BE49-F238E27FC236}">
                <a16:creationId xmlns:a16="http://schemas.microsoft.com/office/drawing/2014/main" id="{FB094037-0D5C-49A5-8C9D-F81AEBCF5536}"/>
              </a:ext>
            </a:extLst>
          </p:cNvPr>
          <p:cNvSpPr>
            <a:spLocks xmlns:a="http://schemas.openxmlformats.org/drawingml/2006/main" noGrp="1"/>
          </p:cNvSpPr>
          <p:nvPr/>
        </p:nvSpPr>
        <p:spPr>
          <a:xfrm xmlns:a="http://schemas.openxmlformats.org/drawingml/2006/main">
            <a:off x="4819650" y="3200400"/>
            <a:ext cx="2552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reserve record</a:t>
            </a:r>
          </a:p>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transfer bytes · complete</a:t>
            </a:r>
          </a:p>
        </p:txBody>
      </p:sp>
      <p:sp>
        <p:nvSpPr>
          <p:cNvPr id="12" name="">
            <a:extLst xmlns:a="http://schemas.openxmlformats.org/drawingml/2006/main">
              <a:ext uri="{FF2B5EF4-FFF2-40B4-BE49-F238E27FC236}">
                <a16:creationId xmlns:a16="http://schemas.microsoft.com/office/drawing/2014/main" id="{D96997C9-BA24-42E9-8CC3-084D22468C72}"/>
              </a:ext>
            </a:extLst>
          </p:cNvPr>
          <p:cNvSpPr>
            <a:spLocks xmlns:a="http://schemas.openxmlformats.org/drawingml/2006/main" noGrp="1"/>
          </p:cNvSpPr>
          <p:nvPr/>
        </p:nvSpPr>
        <p:spPr>
          <a:xfrm xmlns:a="http://schemas.openxmlformats.org/drawingml/2006/main">
            <a:off x="8477250" y="2724150"/>
            <a:ext cx="2857500" cy="1162050"/>
          </a:xfrm>
          <a:prstGeom xmlns:a="http://schemas.openxmlformats.org/drawingml/2006/main" prst="roundRect">
            <a:avLst>
              <a:gd name="adj" fmla="val 13115"/>
            </a:avLst>
          </a:prstGeom>
          <a:solidFill xmlns:a="http://schemas.openxmlformats.org/drawingml/2006/main">
            <a:srgbClr val="FFF4D8"/>
          </a:solidFill>
          <a:ln xmlns:a="http://schemas.openxmlformats.org/drawingml/2006/main" w="14288">
            <a:solidFill>
              <a:srgbClr val="A56C0A"/>
            </a:solidFill>
          </a:ln>
        </p:spPr>
      </p:sp>
      <p:sp>
        <p:nvSpPr>
          <p:cNvPr id="13" name="">
            <a:extLst xmlns:a="http://schemas.openxmlformats.org/drawingml/2006/main">
              <a:ext uri="{FF2B5EF4-FFF2-40B4-BE49-F238E27FC236}">
                <a16:creationId xmlns:a16="http://schemas.microsoft.com/office/drawing/2014/main" id="{B15720D0-A99C-4B98-9063-E3D7677F8296}"/>
              </a:ext>
            </a:extLst>
          </p:cNvPr>
          <p:cNvSpPr>
            <a:spLocks xmlns:a="http://schemas.openxmlformats.org/drawingml/2006/main" noGrp="1"/>
          </p:cNvSpPr>
          <p:nvPr/>
        </p:nvSpPr>
        <p:spPr>
          <a:xfrm xmlns:a="http://schemas.openxmlformats.org/drawingml/2006/main">
            <a:off x="8648700" y="2876550"/>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Recovery</a:t>
            </a:r>
          </a:p>
        </p:txBody>
      </p:sp>
      <p:sp>
        <p:nvSpPr>
          <p:cNvPr id="14" name="">
            <a:extLst xmlns:a="http://schemas.openxmlformats.org/drawingml/2006/main">
              <a:ext uri="{FF2B5EF4-FFF2-40B4-BE49-F238E27FC236}">
                <a16:creationId xmlns:a16="http://schemas.microsoft.com/office/drawing/2014/main" id="{6AD57B7C-7476-412C-A21F-F09F84082007}"/>
              </a:ext>
            </a:extLst>
          </p:cNvPr>
          <p:cNvSpPr>
            <a:spLocks xmlns:a="http://schemas.openxmlformats.org/drawingml/2006/main" noGrp="1"/>
          </p:cNvSpPr>
          <p:nvPr/>
        </p:nvSpPr>
        <p:spPr>
          <a:xfrm xmlns:a="http://schemas.openxmlformats.org/drawingml/2006/main">
            <a:off x="8629650" y="3200400"/>
            <a:ext cx="2552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resume · cancel · start fresh</a:t>
            </a:r>
          </a:p>
        </p:txBody>
      </p:sp>
      <p:cxnSp>
        <p:nvCxnSpPr>
          <p:cNvPr id="39" name=""/>
          <p:cNvCxnSpPr>
            <a:stCxn xmlns:a="http://schemas.openxmlformats.org/drawingml/2006/main" id="6" idx="0"/>
            <a:endCxn xmlns:a="http://schemas.openxmlformats.org/drawingml/2006/main" id="4" idx="2"/>
          </p:cNvCxnSpPr>
          <p:nvPr/>
        </p:nvCxnSpPr>
        <p:spPr>
          <a:xfrm xmlns:a="http://schemas.openxmlformats.org/drawingml/2006/main" flipV="1">
            <a:off x="2286000" y="2000250"/>
            <a:ext cx="3810000" cy="723900"/>
          </a:xfrm>
          <a:prstGeom xmlns:a="http://schemas.openxmlformats.org/drawingml/2006/main" prst="bentConnector4">
            <a:avLst>
              <a:gd name="adj1" fmla="val 0"/>
              <a:gd name="adj2" fmla="val 50000"/>
            </a:avLst>
          </a:prstGeom>
          <a:ln xmlns:a="http://schemas.openxmlformats.org/drawingml/2006/main" w="23813">
            <a:solidFill>
              <a:srgbClr val="167552"/>
            </a:solidFill>
            <a:prstDash val="solid"/>
            <a:headEnd type="arrow" w="med" len="med"/>
          </a:ln>
        </p:spPr>
      </p:cxnSp>
      <p:cxnSp>
        <p:nvCxnSpPr>
          <p:cNvPr id="40" name=""/>
          <p:cNvCxnSpPr>
            <a:stCxn xmlns:a="http://schemas.openxmlformats.org/drawingml/2006/main" id="9" idx="0"/>
            <a:endCxn xmlns:a="http://schemas.openxmlformats.org/drawingml/2006/main" id="4" idx="2"/>
          </p:cNvCxnSpPr>
          <p:nvPr/>
        </p:nvCxnSpPr>
        <p:spPr>
          <a:xfrm xmlns:a="http://schemas.openxmlformats.org/drawingml/2006/main" flipV="1">
            <a:off x="6096000" y="2000250"/>
            <a:ext cx="0" cy="723900"/>
          </a:xfrm>
          <a:prstGeom xmlns:a="http://schemas.openxmlformats.org/drawingml/2006/main" prst="straightConnector1">
            <a:avLst/>
          </a:prstGeom>
          <a:ln xmlns:a="http://schemas.openxmlformats.org/drawingml/2006/main" w="23813">
            <a:solidFill>
              <a:srgbClr val="A56C0A"/>
            </a:solidFill>
            <a:prstDash val="solid"/>
            <a:headEnd type="arrow" w="med" len="med"/>
          </a:ln>
        </p:spPr>
      </p:cxnSp>
      <p:cxnSp>
        <p:nvCxnSpPr>
          <p:cNvPr id="41" name=""/>
          <p:cNvCxnSpPr>
            <a:stCxn xmlns:a="http://schemas.openxmlformats.org/drawingml/2006/main" id="12" idx="1"/>
            <a:endCxn xmlns:a="http://schemas.openxmlformats.org/drawingml/2006/main" id="9" idx="3"/>
          </p:cNvCxnSpPr>
          <p:nvPr/>
        </p:nvCxnSpPr>
        <p:spPr>
          <a:xfrm xmlns:a="http://schemas.openxmlformats.org/drawingml/2006/main" flipH="1">
            <a:off x="7524750" y="3305175"/>
            <a:ext cx="952500" cy="0"/>
          </a:xfrm>
          <a:prstGeom xmlns:a="http://schemas.openxmlformats.org/drawingml/2006/main" prst="straightConnector1">
            <a:avLst/>
          </a:prstGeom>
          <a:ln xmlns:a="http://schemas.openxmlformats.org/drawingml/2006/main" w="23813">
            <a:solidFill>
              <a:srgbClr val="A56C0A"/>
            </a:solidFill>
            <a:prstDash val="dash"/>
            <a:headEnd type="arrow" w="med" len="med"/>
          </a:ln>
        </p:spPr>
      </p:cxnSp>
      <p:sp>
        <p:nvSpPr>
          <p:cNvPr id="18" name="">
            <a:extLst xmlns:a="http://schemas.openxmlformats.org/drawingml/2006/main">
              <a:ext uri="{FF2B5EF4-FFF2-40B4-BE49-F238E27FC236}">
                <a16:creationId xmlns:a16="http://schemas.microsoft.com/office/drawing/2014/main" id="{541D8993-3429-4932-BEA9-7D92A7F15FE1}"/>
              </a:ext>
            </a:extLst>
          </p:cNvPr>
          <p:cNvSpPr>
            <a:spLocks xmlns:a="http://schemas.openxmlformats.org/drawingml/2006/main" noGrp="1"/>
          </p:cNvSpPr>
          <p:nvPr/>
        </p:nvSpPr>
        <p:spPr>
          <a:xfrm xmlns:a="http://schemas.openxmlformats.org/drawingml/2006/main">
            <a:off x="3476625" y="4762500"/>
            <a:ext cx="5238750" cy="990600"/>
          </a:xfrm>
          <a:prstGeom xmlns:a="http://schemas.openxmlformats.org/drawingml/2006/main" prst="roundRect">
            <a:avLst>
              <a:gd name="adj" fmla="val 15385"/>
            </a:avLst>
          </a:prstGeom>
          <a:solidFill xmlns:a="http://schemas.openxmlformats.org/drawingml/2006/main">
            <a:srgbClr val="EAF3EF"/>
          </a:solidFill>
          <a:ln xmlns:a="http://schemas.openxmlformats.org/drawingml/2006/main" w="14288">
            <a:solidFill>
              <a:srgbClr val="3E8C7A"/>
            </a:solidFill>
          </a:ln>
        </p:spPr>
      </p:sp>
      <p:sp>
        <p:nvSpPr>
          <p:cNvPr id="19" name="">
            <a:extLst xmlns:a="http://schemas.openxmlformats.org/drawingml/2006/main">
              <a:ext uri="{FF2B5EF4-FFF2-40B4-BE49-F238E27FC236}">
                <a16:creationId xmlns:a16="http://schemas.microsoft.com/office/drawing/2014/main" id="{E83FEAD1-776A-4BB6-874A-0B754BFC16A0}"/>
              </a:ext>
            </a:extLst>
          </p:cNvPr>
          <p:cNvSpPr>
            <a:spLocks xmlns:a="http://schemas.openxmlformats.org/drawingml/2006/main" noGrp="1"/>
          </p:cNvSpPr>
          <p:nvPr/>
        </p:nvSpPr>
        <p:spPr>
          <a:xfrm xmlns:a="http://schemas.openxmlformats.org/drawingml/2006/main">
            <a:off x="3648075" y="4914900"/>
            <a:ext cx="489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3211B"/>
                </a:solidFill>
                <a:latin typeface="Helvetica Neue"/>
                <a:ea typeface="Helvetica Neue"/>
                <a:cs typeface="Helvetica Neue"/>
              </a:defRPr>
            </a:pPr>
            <a:r>
              <a:rPr sz="1500" b="1">
                <a:solidFill>
                  <a:srgbClr val="13211B"/>
                </a:solidFill>
                <a:latin typeface="Helvetica Neue"/>
                <a:ea typeface="Helvetica Neue"/>
                <a:cs typeface="Helvetica Neue"/>
              </a:rPr>
              <a:t>Observe durable state</a:t>
            </a:r>
          </a:p>
        </p:txBody>
      </p:sp>
      <p:sp>
        <p:nvSpPr>
          <p:cNvPr id="20" name="">
            <a:extLst xmlns:a="http://schemas.openxmlformats.org/drawingml/2006/main">
              <a:ext uri="{FF2B5EF4-FFF2-40B4-BE49-F238E27FC236}">
                <a16:creationId xmlns:a16="http://schemas.microsoft.com/office/drawing/2014/main" id="{352A8499-867C-4B60-8F68-E5C5EDFE8E33}"/>
              </a:ext>
            </a:extLst>
          </p:cNvPr>
          <p:cNvSpPr>
            <a:spLocks xmlns:a="http://schemas.openxmlformats.org/drawingml/2006/main" noGrp="1"/>
          </p:cNvSpPr>
          <p:nvPr/>
        </p:nvSpPr>
        <p:spPr>
          <a:xfrm xmlns:a="http://schemas.openxmlformats.org/drawingml/2006/main">
            <a:off x="3629025" y="5238750"/>
            <a:ext cx="4933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5E6A65"/>
                </a:solidFill>
                <a:latin typeface="Helvetica Neue"/>
                <a:ea typeface="Helvetica Neue"/>
                <a:cs typeface="Helvetica Neue"/>
              </a:defRPr>
            </a:pPr>
            <a:r>
              <a:rPr sz="1050" b="0">
                <a:solidFill>
                  <a:srgbClr val="5E6A65"/>
                </a:solidFill>
                <a:latin typeface="Helvetica Neue"/>
                <a:ea typeface="Helvetica Neue"/>
                <a:cs typeface="Helvetica Neue"/>
              </a:rPr>
              <a:t>render → wait 15 s → GET again</a:t>
            </a:r>
          </a:p>
        </p:txBody>
      </p:sp>
      <p:cxnSp>
        <p:nvCxnSpPr>
          <p:cNvPr id="45" name=""/>
          <p:cNvCxnSpPr>
            <a:stCxn xmlns:a="http://schemas.openxmlformats.org/drawingml/2006/main" id="18" idx="1"/>
            <a:endCxn xmlns:a="http://schemas.openxmlformats.org/drawingml/2006/main" id="6" idx="2"/>
          </p:cNvCxnSpPr>
          <p:nvPr/>
        </p:nvCxnSpPr>
        <p:spPr>
          <a:xfrm xmlns:a="http://schemas.openxmlformats.org/drawingml/2006/main" flipH="1" flipV="1">
            <a:off x="2286000" y="3886200"/>
            <a:ext cx="1190625" cy="1371600"/>
          </a:xfrm>
          <a:prstGeom xmlns:a="http://schemas.openxmlformats.org/drawingml/2006/main" prst="bentConnector2">
            <a:avLst/>
          </a:prstGeom>
          <a:ln xmlns:a="http://schemas.openxmlformats.org/drawingml/2006/main" w="23813">
            <a:solidFill>
              <a:srgbClr val="167552"/>
            </a:solidFill>
            <a:prstDash val="solid"/>
            <a:headEnd type="arrow" w="med" len="med"/>
          </a:ln>
        </p:spPr>
      </p:cxnSp>
      <p:cxnSp>
        <p:nvCxnSpPr>
          <p:cNvPr id="46" name=""/>
          <p:cNvCxnSpPr>
            <a:stCxn xmlns:a="http://schemas.openxmlformats.org/drawingml/2006/main" id="18" idx="0"/>
            <a:endCxn xmlns:a="http://schemas.openxmlformats.org/drawingml/2006/main" id="9" idx="2"/>
          </p:cNvCxnSpPr>
          <p:nvPr/>
        </p:nvCxnSpPr>
        <p:spPr>
          <a:xfrm xmlns:a="http://schemas.openxmlformats.org/drawingml/2006/main" flipV="1">
            <a:off x="6096000" y="3886200"/>
            <a:ext cx="0" cy="876300"/>
          </a:xfrm>
          <a:prstGeom xmlns:a="http://schemas.openxmlformats.org/drawingml/2006/main" prst="straightConnector1">
            <a:avLst/>
          </a:prstGeom>
          <a:ln xmlns:a="http://schemas.openxmlformats.org/drawingml/2006/main" w="23813">
            <a:solidFill>
              <a:srgbClr val="3E8C7A"/>
            </a:solidFill>
            <a:prstDash val="solid"/>
            <a:headEnd type="arrow" w="med" len="med"/>
          </a:ln>
        </p:spPr>
      </p:cxnSp>
      <p:cxnSp>
        <p:nvCxnSpPr>
          <p:cNvPr id="47" name=""/>
          <p:cNvCxnSpPr>
            <a:stCxn xmlns:a="http://schemas.openxmlformats.org/drawingml/2006/main" id="18" idx="3"/>
            <a:endCxn xmlns:a="http://schemas.openxmlformats.org/drawingml/2006/main" id="12" idx="2"/>
          </p:cNvCxnSpPr>
          <p:nvPr/>
        </p:nvCxnSpPr>
        <p:spPr>
          <a:xfrm xmlns:a="http://schemas.openxmlformats.org/drawingml/2006/main" flipV="1">
            <a:off x="8715375" y="3886200"/>
            <a:ext cx="1190625" cy="1371600"/>
          </a:xfrm>
          <a:prstGeom xmlns:a="http://schemas.openxmlformats.org/drawingml/2006/main" prst="bentConnector2">
            <a:avLst/>
          </a:prstGeom>
          <a:ln xmlns:a="http://schemas.openxmlformats.org/drawingml/2006/main" w="23813">
            <a:solidFill>
              <a:srgbClr val="A56C0A"/>
            </a:solidFill>
            <a:prstDash val="solid"/>
            <a:headEnd type="arrow" w="med" len="med"/>
          </a:ln>
        </p:spPr>
      </p:cxnSp>
      <p:sp>
        <p:nvSpPr>
          <p:cNvPr id="24" name="">
            <a:extLst xmlns:a="http://schemas.openxmlformats.org/drawingml/2006/main">
              <a:ext uri="{FF2B5EF4-FFF2-40B4-BE49-F238E27FC236}">
                <a16:creationId xmlns:a16="http://schemas.microsoft.com/office/drawing/2014/main" id="{13E99677-FAAB-4498-9D9B-46819D2BBBAE}"/>
              </a:ext>
            </a:extLst>
          </p:cNvPr>
          <p:cNvSpPr>
            <a:spLocks xmlns:a="http://schemas.openxmlformats.org/drawingml/2006/main" noGrp="1"/>
          </p:cNvSpPr>
          <p:nvPr/>
        </p:nvSpPr>
        <p:spPr>
          <a:xfrm xmlns:a="http://schemas.openxmlformats.org/drawingml/2006/main">
            <a:off x="2381250" y="617220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0">
                <a:solidFill>
                  <a:srgbClr val="5E6A65"/>
                </a:solidFill>
                <a:latin typeface="Helvetica Neue"/>
                <a:ea typeface="Helvetica Neue"/>
                <a:cs typeface="Helvetica Neue"/>
              </a:defRPr>
            </a:pPr>
            <a:r>
              <a:rPr sz="1275" b="0">
                <a:solidFill>
                  <a:srgbClr val="5E6A65"/>
                </a:solidFill>
                <a:latin typeface="Helvetica Neue"/>
                <a:ea typeface="Helvetica Neue"/>
                <a:cs typeface="Helvetica Neue"/>
              </a:rPr>
              <a:t>Exit: analyzed · failed · cancelled · hidden page · observation ceiling</a:t>
            </a:r>
          </a:p>
        </p:txBody>
      </p:sp>
    </p:spTree>
    <p:extLst>
      <p:ext uri="{BB962C8B-B14F-4D97-AF65-F5344CB8AC3E}">
        <p14:creationId xmlns:p14="http://schemas.microsoft.com/office/powerpoint/2010/main" val="557504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2026-09-17T01:52:02.2710000Z</dcterms:created>
  <dcterms:modified xsi:type="dcterms:W3CDTF">2026-09-17T01:52:02.2710000Z</dcterms:modified>
</coreProperties>
</file>