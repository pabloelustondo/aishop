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ec404f1bf8844f1" /><Relationship Type="http://schemas.openxmlformats.org/officeDocument/2006/relationships/extended-properties" Target="/docProps/app.xml" Id="Rb871d0ea71d94b2e" /><Relationship Type="http://schemas.openxmlformats.org/officeDocument/2006/relationships/officeDocument" Target="/ppt/presentation.xml" Id="Rdd76b268b0494244" /></Relationships>
</file>

<file path=ppt/presentation.xml><?xml version="1.0" encoding="utf-8"?>
<p:presentation xmlns:p="http://schemas.openxmlformats.org/presentationml/2006/main">
  <p:sldMasterIdLst>
    <p:sldMasterId xmlns:r="http://schemas.openxmlformats.org/officeDocument/2006/relationships" id="2147483648" r:id="Rac509c47a3b54b47"/>
  </p:sldMasterIdLst>
  <p:notesMasterIdLst>
    <p:notesMasterId xmlns:r="http://schemas.openxmlformats.org/officeDocument/2006/relationships" r:id="R22f4a4a2923643a6"/>
  </p:notesMasterIdLst>
  <p:sldIdLst>
    <p:sldId xmlns:r="http://schemas.openxmlformats.org/officeDocument/2006/relationships" id="256" r:id="R9e836856653b4b89"/>
    <p:sldId xmlns:r="http://schemas.openxmlformats.org/officeDocument/2006/relationships" id="257" r:id="R36bad81bf1e64b2b"/>
    <p:sldId xmlns:r="http://schemas.openxmlformats.org/officeDocument/2006/relationships" id="258" r:id="Rfa3fbe64af4340a0"/>
    <p:sldId xmlns:r="http://schemas.openxmlformats.org/officeDocument/2006/relationships" id="259" r:id="Rb843ca5c0e734793"/>
    <p:sldId xmlns:r="http://schemas.openxmlformats.org/officeDocument/2006/relationships" id="260" r:id="Re8213c97f50c4d1b"/>
    <p:sldId xmlns:r="http://schemas.openxmlformats.org/officeDocument/2006/relationships" id="261" r:id="R0be05f5b22354a7b"/>
    <p:sldId xmlns:r="http://schemas.openxmlformats.org/officeDocument/2006/relationships" id="262" r:id="Rc98b6593a5324ce6"/>
    <p:sldId xmlns:r="http://schemas.openxmlformats.org/officeDocument/2006/relationships" id="263" r:id="R392ce31d54bc42cf"/>
    <p:sldId xmlns:r="http://schemas.openxmlformats.org/officeDocument/2006/relationships" id="264" r:id="Ra4a7c088a05e4a5f"/>
    <p:sldId xmlns:r="http://schemas.openxmlformats.org/officeDocument/2006/relationships" id="265" r:id="R0b5350433d224d8c"/>
    <p:sldId xmlns:r="http://schemas.openxmlformats.org/officeDocument/2006/relationships" id="266" r:id="R908e731152eb4239"/>
    <p:sldId xmlns:r="http://schemas.openxmlformats.org/officeDocument/2006/relationships" id="267" r:id="R2f4dbcf3a0254773"/>
    <p:sldId xmlns:r="http://schemas.openxmlformats.org/officeDocument/2006/relationships" id="268" r:id="Ra9265cb327b049f1"/>
    <p:sldId xmlns:r="http://schemas.openxmlformats.org/officeDocument/2006/relationships" id="269" r:id="R24b83430e26a471c"/>
    <p:sldId xmlns:r="http://schemas.openxmlformats.org/officeDocument/2006/relationships" id="270" r:id="R600c26ef77e44b4c"/>
    <p:sldId xmlns:r="http://schemas.openxmlformats.org/officeDocument/2006/relationships" id="271" r:id="R852db4c06ef24edd"/>
    <p:sldId xmlns:r="http://schemas.openxmlformats.org/officeDocument/2006/relationships" id="272" r:id="Rf92c47ecbe3c4fcb"/>
    <p:sldId xmlns:r="http://schemas.openxmlformats.org/officeDocument/2006/relationships" id="273" r:id="R26613cad03ed4fdb"/>
    <p:sldId xmlns:r="http://schemas.openxmlformats.org/officeDocument/2006/relationships" id="274" r:id="R03f9ea4a5fc94e19"/>
    <p:sldId xmlns:r="http://schemas.openxmlformats.org/officeDocument/2006/relationships" id="275" r:id="Rf5a57b076a8e400d"/>
    <p:sldId xmlns:r="http://schemas.openxmlformats.org/officeDocument/2006/relationships" id="276" r:id="R2dc5a928e3094876"/>
    <p:sldId xmlns:r="http://schemas.openxmlformats.org/officeDocument/2006/relationships" id="277" r:id="Ra494127dcb2f49b4"/>
    <p:sldId xmlns:r="http://schemas.openxmlformats.org/officeDocument/2006/relationships" id="278" r:id="R74a99132119b4fb4"/>
    <p:sldId xmlns:r="http://schemas.openxmlformats.org/officeDocument/2006/relationships" id="279" r:id="R3960a35549cd40bf"/>
    <p:sldId xmlns:r="http://schemas.openxmlformats.org/officeDocument/2006/relationships" id="280" r:id="R7ac9b409595243d3"/>
    <p:sldId xmlns:r="http://schemas.openxmlformats.org/officeDocument/2006/relationships" id="281" r:id="R83fd96dcfeac4b59"/>
    <p:sldId xmlns:r="http://schemas.openxmlformats.org/officeDocument/2006/relationships" id="282" r:id="R584ba04cf6664b4a"/>
    <p:sldId xmlns:r="http://schemas.openxmlformats.org/officeDocument/2006/relationships" id="283" r:id="R97f2c1aa240a4b46"/>
    <p:sldId xmlns:r="http://schemas.openxmlformats.org/officeDocument/2006/relationships" id="284" r:id="Rc32c9015f58d4ef7"/>
    <p:sldId xmlns:r="http://schemas.openxmlformats.org/officeDocument/2006/relationships" id="285" r:id="Rd0fe75cc45a54535"/>
    <p:sldId xmlns:r="http://schemas.openxmlformats.org/officeDocument/2006/relationships" id="286" r:id="R5d26d15276d849b1"/>
    <p:sldId xmlns:r="http://schemas.openxmlformats.org/officeDocument/2006/relationships" id="287" r:id="R91b40c80f57a4b63"/>
    <p:sldId xmlns:r="http://schemas.openxmlformats.org/officeDocument/2006/relationships" id="288" r:id="R78178b5271fd4565"/>
    <p:sldId xmlns:r="http://schemas.openxmlformats.org/officeDocument/2006/relationships" id="289" r:id="Rf56e067baf5b4558"/>
    <p:sldId xmlns:r="http://schemas.openxmlformats.org/officeDocument/2006/relationships" id="290" r:id="R1a4cd23855d34559"/>
  </p:sldIdLst>
  <p:sldSz cx="10287000" cy="1371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9dd8a2050a457a" /><Relationship Type="http://schemas.openxmlformats.org/officeDocument/2006/relationships/slideMaster" Target="/ppt/slideMasters/slideMaster1.xml" Id="Rac509c47a3b54b47" /><Relationship Type="http://schemas.openxmlformats.org/officeDocument/2006/relationships/notesMaster" Target="/ppt/notesMasters/notesMaster1.xml" Id="R22f4a4a2923643a6" /><Relationship Type="http://schemas.openxmlformats.org/officeDocument/2006/relationships/presProps" Target="/ppt/presProps.xml" Id="R025492df715f4c5b" /><Relationship Type="http://schemas.openxmlformats.org/officeDocument/2006/relationships/tableStyles" Target="/ppt/tableStyles.xml" Id="R30dbcd4301524626" /><Relationship Type="http://schemas.openxmlformats.org/officeDocument/2006/relationships/slide" Target="/ppt/slides/slide1.xml" Id="R9e836856653b4b89" /><Relationship Type="http://schemas.openxmlformats.org/officeDocument/2006/relationships/slide" Target="/ppt/slides/slide2.xml" Id="R36bad81bf1e64b2b" /><Relationship Type="http://schemas.openxmlformats.org/officeDocument/2006/relationships/slide" Target="/ppt/slides/slide3.xml" Id="Rfa3fbe64af4340a0" /><Relationship Type="http://schemas.openxmlformats.org/officeDocument/2006/relationships/slide" Target="/ppt/slides/slide4.xml" Id="Rb843ca5c0e734793" /><Relationship Type="http://schemas.openxmlformats.org/officeDocument/2006/relationships/slide" Target="/ppt/slides/slide5.xml" Id="Re8213c97f50c4d1b" /><Relationship Type="http://schemas.openxmlformats.org/officeDocument/2006/relationships/slide" Target="/ppt/slides/slide6.xml" Id="R0be05f5b22354a7b" /><Relationship Type="http://schemas.openxmlformats.org/officeDocument/2006/relationships/slide" Target="/ppt/slides/slide7.xml" Id="Rc98b6593a5324ce6" /><Relationship Type="http://schemas.openxmlformats.org/officeDocument/2006/relationships/slide" Target="/ppt/slides/slide8.xml" Id="R392ce31d54bc42cf" /><Relationship Type="http://schemas.openxmlformats.org/officeDocument/2006/relationships/slide" Target="/ppt/slides/slide9.xml" Id="Ra4a7c088a05e4a5f" /><Relationship Type="http://schemas.openxmlformats.org/officeDocument/2006/relationships/slide" Target="/ppt/slides/slide10.xml" Id="R0b5350433d224d8c" /><Relationship Type="http://schemas.openxmlformats.org/officeDocument/2006/relationships/slide" Target="/ppt/slides/slide11.xml" Id="R908e731152eb4239" /><Relationship Type="http://schemas.openxmlformats.org/officeDocument/2006/relationships/slide" Target="/ppt/slides/slide12.xml" Id="R2f4dbcf3a0254773" /><Relationship Type="http://schemas.openxmlformats.org/officeDocument/2006/relationships/slide" Target="/ppt/slides/slide13.xml" Id="Ra9265cb327b049f1" /><Relationship Type="http://schemas.openxmlformats.org/officeDocument/2006/relationships/slide" Target="/ppt/slides/slide14.xml" Id="R24b83430e26a471c" /><Relationship Type="http://schemas.openxmlformats.org/officeDocument/2006/relationships/slide" Target="/ppt/slides/slide15.xml" Id="R600c26ef77e44b4c" /><Relationship Type="http://schemas.openxmlformats.org/officeDocument/2006/relationships/slide" Target="/ppt/slides/slide16.xml" Id="R852db4c06ef24edd" /><Relationship Type="http://schemas.openxmlformats.org/officeDocument/2006/relationships/slide" Target="/ppt/slides/slide17.xml" Id="Rf92c47ecbe3c4fcb" /><Relationship Type="http://schemas.openxmlformats.org/officeDocument/2006/relationships/slide" Target="/ppt/slides/slide18.xml" Id="R26613cad03ed4fdb" /><Relationship Type="http://schemas.openxmlformats.org/officeDocument/2006/relationships/slide" Target="/ppt/slides/slide19.xml" Id="R03f9ea4a5fc94e19" /><Relationship Type="http://schemas.openxmlformats.org/officeDocument/2006/relationships/slide" Target="/ppt/slides/slide20.xml" Id="Rf5a57b076a8e400d" /><Relationship Type="http://schemas.openxmlformats.org/officeDocument/2006/relationships/slide" Target="/ppt/slides/slide21.xml" Id="R2dc5a928e3094876" /><Relationship Type="http://schemas.openxmlformats.org/officeDocument/2006/relationships/slide" Target="/ppt/slides/slide22.xml" Id="Ra494127dcb2f49b4" /><Relationship Type="http://schemas.openxmlformats.org/officeDocument/2006/relationships/slide" Target="/ppt/slides/slide23.xml" Id="R74a99132119b4fb4" /><Relationship Type="http://schemas.openxmlformats.org/officeDocument/2006/relationships/slide" Target="/ppt/slides/slide24.xml" Id="R3960a35549cd40bf" /><Relationship Type="http://schemas.openxmlformats.org/officeDocument/2006/relationships/slide" Target="/ppt/slides/slide25.xml" Id="R7ac9b409595243d3" /><Relationship Type="http://schemas.openxmlformats.org/officeDocument/2006/relationships/slide" Target="/ppt/slides/slide26.xml" Id="R83fd96dcfeac4b59" /><Relationship Type="http://schemas.openxmlformats.org/officeDocument/2006/relationships/slide" Target="/ppt/slides/slide27.xml" Id="R584ba04cf6664b4a" /><Relationship Type="http://schemas.openxmlformats.org/officeDocument/2006/relationships/slide" Target="/ppt/slides/slide28.xml" Id="R97f2c1aa240a4b46" /><Relationship Type="http://schemas.openxmlformats.org/officeDocument/2006/relationships/slide" Target="/ppt/slides/slide29.xml" Id="Rc32c9015f58d4ef7" /><Relationship Type="http://schemas.openxmlformats.org/officeDocument/2006/relationships/slide" Target="/ppt/slides/slide30.xml" Id="Rd0fe75cc45a54535" /><Relationship Type="http://schemas.openxmlformats.org/officeDocument/2006/relationships/slide" Target="/ppt/slides/slide31.xml" Id="R5d26d15276d849b1" /><Relationship Type="http://schemas.openxmlformats.org/officeDocument/2006/relationships/slide" Target="/ppt/slides/slide32.xml" Id="R91b40c80f57a4b63" /><Relationship Type="http://schemas.openxmlformats.org/officeDocument/2006/relationships/slide" Target="/ppt/slides/slide33.xml" Id="R78178b5271fd4565" /><Relationship Type="http://schemas.openxmlformats.org/officeDocument/2006/relationships/slide" Target="/ppt/slides/slide34.xml" Id="Rf56e067baf5b4558" /><Relationship Type="http://schemas.openxmlformats.org/officeDocument/2006/relationships/slide" Target="/ppt/slides/slide35.xml" Id="R1a4cd23855d345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a492bc0a4948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3ef776408144f5" /><Relationship Type="http://schemas.openxmlformats.org/officeDocument/2006/relationships/notesMaster" Target="/ppt/notesMasters/notesMaster1.xml" Id="R6d090ff9c6e845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2b20b372b44ea6" /><Relationship Type="http://schemas.openxmlformats.org/officeDocument/2006/relationships/notesMaster" Target="/ppt/notesMasters/notesMaster1.xml" Id="Rf93bb7ca4b0d42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2c7e39ae6144cc" /><Relationship Type="http://schemas.openxmlformats.org/officeDocument/2006/relationships/notesMaster" Target="/ppt/notesMasters/notesMaster1.xml" Id="R3a526263990140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44643373d24a55" /><Relationship Type="http://schemas.openxmlformats.org/officeDocument/2006/relationships/notesMaster" Target="/ppt/notesMasters/notesMaster1.xml" Id="R7ea96328b12743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745629a7fd41a7" /><Relationship Type="http://schemas.openxmlformats.org/officeDocument/2006/relationships/notesMaster" Target="/ppt/notesMasters/notesMaster1.xml" Id="Rc7722066e40040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7d7d51ae8541d1" /><Relationship Type="http://schemas.openxmlformats.org/officeDocument/2006/relationships/notesMaster" Target="/ppt/notesMasters/notesMaster1.xml" Id="Rcfb88b2cab9347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dcea42aca4461f" /><Relationship Type="http://schemas.openxmlformats.org/officeDocument/2006/relationships/notesMaster" Target="/ppt/notesMasters/notesMaster1.xml" Id="R2decd35124874d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feda54481646e6" /><Relationship Type="http://schemas.openxmlformats.org/officeDocument/2006/relationships/notesMaster" Target="/ppt/notesMasters/notesMaster1.xml" Id="R30ed4853efa340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49787a6ff347c1" /><Relationship Type="http://schemas.openxmlformats.org/officeDocument/2006/relationships/notesMaster" Target="/ppt/notesMasters/notesMaster1.xml" Id="R7086694db1964c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69d9346a6648b5" /><Relationship Type="http://schemas.openxmlformats.org/officeDocument/2006/relationships/notesMaster" Target="/ppt/notesMasters/notesMaster1.xml" Id="Rb6373d71d5a645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c8c682bfee44d7" /><Relationship Type="http://schemas.openxmlformats.org/officeDocument/2006/relationships/notesMaster" Target="/ppt/notesMasters/notesMaster1.xml" Id="Rcc2c3404f76844a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d2a61da4444d43" /><Relationship Type="http://schemas.openxmlformats.org/officeDocument/2006/relationships/notesMaster" Target="/ppt/notesMasters/notesMaster1.xml" Id="Rc13a4c8e4fbb48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3672b72ab1490c" /><Relationship Type="http://schemas.openxmlformats.org/officeDocument/2006/relationships/notesMaster" Target="/ppt/notesMasters/notesMaster1.xml" Id="Rd34351520ad64d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ea15fff0ed459b" /><Relationship Type="http://schemas.openxmlformats.org/officeDocument/2006/relationships/notesMaster" Target="/ppt/notesMasters/notesMaster1.xml" Id="Ra5994ec14c7a44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ec03bcb5954e48" /><Relationship Type="http://schemas.openxmlformats.org/officeDocument/2006/relationships/notesMaster" Target="/ppt/notesMasters/notesMaster1.xml" Id="R5ad2e8cf89a84f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dfa8d7d3a94087" /><Relationship Type="http://schemas.openxmlformats.org/officeDocument/2006/relationships/notesMaster" Target="/ppt/notesMasters/notesMaster1.xml" Id="Rd4fb4d6d9ad2498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1149de78764dac" /><Relationship Type="http://schemas.openxmlformats.org/officeDocument/2006/relationships/notesMaster" Target="/ppt/notesMasters/notesMaster1.xml" Id="R860f8c55cddb4f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217745e412d4968" /><Relationship Type="http://schemas.openxmlformats.org/officeDocument/2006/relationships/notesMaster" Target="/ppt/notesMasters/notesMaster1.xml" Id="R7b6ada1278de4b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ceed01e11b24b08" /><Relationship Type="http://schemas.openxmlformats.org/officeDocument/2006/relationships/notesMaster" Target="/ppt/notesMasters/notesMaster1.xml" Id="R62a080286dff482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d80038099d1476c" /><Relationship Type="http://schemas.openxmlformats.org/officeDocument/2006/relationships/notesMaster" Target="/ppt/notesMasters/notesMaster1.xml" Id="Rb3f612a8f0dd4d8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deb7c3bd1c54bdf" /><Relationship Type="http://schemas.openxmlformats.org/officeDocument/2006/relationships/notesMaster" Target="/ppt/notesMasters/notesMaster1.xml" Id="Rc418edbe79d34a6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95b6842fd304340" /><Relationship Type="http://schemas.openxmlformats.org/officeDocument/2006/relationships/notesMaster" Target="/ppt/notesMasters/notesMaster1.xml" Id="R08b2b2952bea414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3406f10178f452e" /><Relationship Type="http://schemas.openxmlformats.org/officeDocument/2006/relationships/notesMaster" Target="/ppt/notesMasters/notesMaster1.xml" Id="R484b87d59f534c1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7a6ee77da684cf8" /><Relationship Type="http://schemas.openxmlformats.org/officeDocument/2006/relationships/notesMaster" Target="/ppt/notesMasters/notesMaster1.xml" Id="Re98e0316fce64d0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cfd603f194b4aa6" /><Relationship Type="http://schemas.openxmlformats.org/officeDocument/2006/relationships/notesMaster" Target="/ppt/notesMasters/notesMaster1.xml" Id="Rb1d8e2e5f4f946a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e1d3315011c4b02" /><Relationship Type="http://schemas.openxmlformats.org/officeDocument/2006/relationships/notesMaster" Target="/ppt/notesMasters/notesMaster1.xml" Id="R5c15c5c004d4461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5b697eb0eee4d99" /><Relationship Type="http://schemas.openxmlformats.org/officeDocument/2006/relationships/notesMaster" Target="/ppt/notesMasters/notesMaster1.xml" Id="R45b2ed12903c4d6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7ad85e63f5641ed" /><Relationship Type="http://schemas.openxmlformats.org/officeDocument/2006/relationships/notesMaster" Target="/ppt/notesMasters/notesMaster1.xml" Id="R6c13505ab690488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37e3b57dad04817" /><Relationship Type="http://schemas.openxmlformats.org/officeDocument/2006/relationships/notesMaster" Target="/ppt/notesMasters/notesMaster1.xml" Id="R46a44d75880f405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6e16af9fca84d05" /><Relationship Type="http://schemas.openxmlformats.org/officeDocument/2006/relationships/notesMaster" Target="/ppt/notesMasters/notesMaster1.xml" Id="Rde044345f7614b0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018b27944894e9c" /><Relationship Type="http://schemas.openxmlformats.org/officeDocument/2006/relationships/notesMaster" Target="/ppt/notesMasters/notesMaster1.xml" Id="Re93ed6efcc41402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268544c9c484d4f" /><Relationship Type="http://schemas.openxmlformats.org/officeDocument/2006/relationships/notesMaster" Target="/ppt/notesMasters/notesMaster1.xml" Id="R4544315aa8db48f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4ec8570e189436d" /><Relationship Type="http://schemas.openxmlformats.org/officeDocument/2006/relationships/notesMaster" Target="/ppt/notesMasters/notesMaster1.xml" Id="Rab53df8d3d3c454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de5032c1ff74126" /><Relationship Type="http://schemas.openxmlformats.org/officeDocument/2006/relationships/notesMaster" Target="/ppt/notesMasters/notesMaster1.xml" Id="R878b662c4dd2476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bad16f43bc848c1" /><Relationship Type="http://schemas.openxmlformats.org/officeDocument/2006/relationships/notesMaster" Target="/ppt/notesMasters/notesMaster1.xml" Id="Re92c4401b0d448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Pablo’s human code review: understand the experiment, follow the execution, then open the exact files and evidence behind it.</a:t>
            </a:r>
          </a:p>
          <a:p xmlns:a="http://schemas.openxmlformats.org/drawingml/2006/main">
            <a:r>
              <a:t/>
            </a:r>
          </a:p>
          <a:p xmlns:a="http://schemas.openxmlformats.org/drawingml/2006/main">
            <a:r>
              <a:t>This portrait revision follows the 21 September visual and navigation criteria. Pictures show appearance; UML 2 diagrams show structure and behavior. Short tables and one measured chart are deliberate exceptions.</a:t>
            </a:r>
          </a:p>
          <a:p xmlns:a="http://schemas.openxmlformats.org/drawingml/2006/main">
            <a:r>
              <a:t/>
            </a:r>
          </a:p>
          <a:p xmlns:a="http://schemas.openxmlformats.org/drawingml/2006/main">
            <a:r>
              <a:t>The source bytes read on 21 September match the R11 working-tree snapshot, based on HEAD 90a5f8b and sprint base cbc68ad. Much of the implementation is not in that GitHub commit. The saved Mac run is dated 20 September. Physical-iPhone acceptance remains pending.</a:t>
            </a:r>
          </a:p>
          <a:p xmlns:a="http://schemas.openxmlformats.org/drawingml/2006/main">
            <a:r>
              <a:t/>
            </a:r>
          </a:p>
          <a:p xmlns:a="http://schemas.openxmlformats.org/drawingml/2006/main">
            <a:r>
              <a:t>A separate documentation patch adds source introductions without changing implementation statements. It has not been applied to the Drive files because the connector rejected write access.</a:t>
            </a:r>
          </a:p>
          <a:p xmlns:a="http://schemas.openxmlformats.org/drawingml/2006/main">
            <a:r>
              <a:t/>
            </a:r>
          </a:p>
          <a:p xmlns:a="http://schemas.openxmlformats.org/drawingml/2006/main">
            <a:r>
              <a:t>Fine print</a:t>
            </a:r>
          </a:p>
          <a:p xmlns:a="http://schemas.openxmlformats.org/drawingml/2006/main">
            <a:r>
              <a:t>Product intent: https://github.com/pabloelustondo/aishop/blob/34f246b/ios/AIShop/01-docs/02-intent/intent.md</a:t>
            </a:r>
          </a:p>
          <a:p xmlns:a="http://schemas.openxmlformats.org/drawingml/2006/main">
            <a:r>
              <a:t>Reference: https://drive.google.com/file/d/1LF4-wPIU6RYOBK9V3S405TrdGhd86uz4/view</a:t>
            </a:r>
          </a:p>
          <a:p xmlns:a="http://schemas.openxmlformats.org/drawingml/2006/main">
            <a:r>
              <a:t>Source snapshot: https://drive.google.com/file/d/1ii_sO0b-T-r6IDZMFgUMMAui8UwM6BVg/view</a:t>
            </a:r>
          </a:p>
          <a:p xmlns:a="http://schemas.openxmlformats.org/drawingml/2006/main">
            <a:r>
              <a:t>UML notation: https://www.omg.org/spec/UML/2.5.1/About-UML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increment is a provisional signal before playback finishes, supported by inspectable evidence. The report grows from recorded events during the run. It does not require another video pass after Stop.</a:t>
            </a:r>
          </a:p>
          <a:p xmlns:a="http://schemas.openxmlformats.org/drawingml/2006/main">
            <a:r>
              <a:t/>
            </a:r>
          </a:p>
          <a:p xmlns:a="http://schemas.openxmlformats.org/drawingml/2006/main">
            <a:r>
              <a:t>This sprint uses one local target and prerecorded fixtures. The signal is not a product-identity guarantee or a calibrated probability. There is no object detector or live camera in this experiment.</a:t>
            </a:r>
          </a:p>
          <a:p xmlns:a="http://schemas.openxmlformats.org/drawingml/2006/main">
            <a:r>
              <a:t/>
            </a:r>
          </a:p>
          <a:p xmlns:a="http://schemas.openxmlformats.org/drawingml/2006/main">
            <a:r>
              <a:t>Fine print</a:t>
            </a:r>
          </a:p>
          <a:p xmlns:a="http://schemas.openxmlformats.org/drawingml/2006/main">
            <a:r>
              <a:t>Pipeline: https://drive.google.com/file/d/14M5TR7ay3bKgzb_pcc_dNRO4go1F7fsy/view?usp=drivesdk</a:t>
            </a:r>
          </a:p>
          <a:p xmlns:a="http://schemas.openxmlformats.org/drawingml/2006/main">
            <a:r>
              <a:t>Intent: https://github.com/pabloelustondo/aishop/blob/34f246b/ios/AIShop/01-docs/02-intent/intent.md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positive and control fixtures use the same pipeline. The evaluator knows the expected zones. Production scoring does not receive those annotations.</a:t>
            </a:r>
          </a:p>
          <a:p xmlns:a="http://schemas.openxmlformats.org/drawingml/2006/main">
            <a:r>
              <a:t/>
            </a:r>
          </a:p>
          <a:p xmlns:a="http://schemas.openxmlformats.org/drawingml/2006/main">
            <a:r>
              <a:t>A candidate episode is a sighting over time, not a count of unique physical products.</a:t>
            </a:r>
          </a:p>
          <a:p xmlns:a="http://schemas.openxmlformats.org/drawingml/2006/main">
            <a:r>
              <a:t/>
            </a:r>
          </a:p>
          <a:p xmlns:a="http://schemas.openxmlformats.org/drawingml/2006/main">
            <a:r>
              <a:t>Fine print</a:t>
            </a:r>
          </a:p>
          <a:p xmlns:a="http://schemas.openxmlformats.org/drawingml/2006/main">
            <a:r>
              <a:t>Diagnostic fixtures: https://drive.google.com/file/d/1SipNb8yZeYdV-rSrrNZ-2FfQYIRiFsBN/view?usp=drivesdk</a:t>
            </a:r>
          </a:p>
          <a:p xmlns:a="http://schemas.openxmlformats.org/drawingml/2006/main">
            <a:r>
              <a:t>Annotations: https://drive.google.com/file/d/1lq1K9Y8fA9MSrPMJdSlNin74RBdW_UzX/view</a:t>
            </a:r>
          </a:p>
          <a:p xmlns:a="http://schemas.openxmlformats.org/drawingml/2006/main">
            <a:r>
              <a:t>Harness: https://drive.google.com/file/d/1i6zZ-yxCdc8PqkUY3d4HawzS8vxqQCP8/view?usp=drivesdk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UML nodes distinguish execution environments rather than imply that tests ran on a phone. Real-Vision evidence comes from the saved macOS run. Simulator tests cover app wiring and resource setup.</a:t>
            </a:r>
          </a:p>
          <a:p xmlns:a="http://schemas.openxmlformats.org/drawingml/2006/main">
            <a:r>
              <a:t/>
            </a:r>
          </a:p>
          <a:p xmlns:a="http://schemas.openxmlformats.org/drawingml/2006/main">
            <a:r>
              <a:t>The iPhone session is pending. A complete review includes that limitation, even though source code is available for inspection.</a:t>
            </a:r>
          </a:p>
          <a:p xmlns:a="http://schemas.openxmlformats.org/drawingml/2006/main">
            <a:r>
              <a:t/>
            </a:r>
          </a:p>
          <a:p xmlns:a="http://schemas.openxmlformats.org/drawingml/2006/main">
            <a:r>
              <a:t>Fine print</a:t>
            </a:r>
          </a:p>
          <a:p xmlns:a="http://schemas.openxmlformats.org/drawingml/2006/main">
            <a:r>
              <a:t>Mac gate: https://drive.google.com/file/d/1G7UaQ3bd2oePjI2dLO3TS7BMBO50kQ0K/view</a:t>
            </a:r>
          </a:p>
          <a:p xmlns:a="http://schemas.openxmlformats.org/drawingml/2006/main">
            <a:r>
              <a:t>App tests: https://drive.google.com/file/d/1c9iIimH8VLP8gruQfwAFxX0RrtewKodp/view</a:t>
            </a:r>
          </a:p>
          <a:p xmlns:a="http://schemas.openxmlformats.org/drawingml/2006/main">
            <a:r>
              <a:t>Manual runbook: https://drive.google.com/file/d/1zb0O0CZdWipehcKvMou47Pcx7a5Avqax/view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Dependencies point from the coordinator toward its services. The lower two component boxes group closely related responsibilities to keep the overview readable. Later pages name every underlying source file.</a:t>
            </a:r>
          </a:p>
          <a:p xmlns:a="http://schemas.openxmlformats.org/drawingml/2006/main">
            <a:r>
              <a:t/>
            </a:r>
          </a:p>
          <a:p xmlns:a="http://schemas.openxmlformats.org/drawingml/2006/main">
            <a:r>
              <a:t>The offline evaluator is a separate package target. It reads completed logs and annotations. It does not feed expected answers into production scoring.</a:t>
            </a:r>
          </a:p>
          <a:p xmlns:a="http://schemas.openxmlformats.org/drawingml/2006/main">
            <a:r>
              <a:t/>
            </a:r>
          </a:p>
          <a:p xmlns:a="http://schemas.openxmlformats.org/drawingml/2006/main">
            <a:r>
              <a:t>The app and integration test host reuse the same pipeline.</a:t>
            </a:r>
          </a:p>
          <a:p xmlns:a="http://schemas.openxmlformats.org/drawingml/2006/main">
            <a:r>
              <a:t/>
            </a:r>
          </a:p>
          <a:p xmlns:a="http://schemas.openxmlformats.org/drawingml/2006/main">
            <a:r>
              <a:t>Fine print</a:t>
            </a:r>
          </a:p>
          <a:p xmlns:a="http://schemas.openxmlformats.org/drawingml/2006/main">
            <a:r>
              <a:t>Manifest: https://drive.google.com/file/d/16kZWAT__6SRWLn35EKFh0rrcozpP1n5b/view?usp=drivesdk</a:t>
            </a:r>
          </a:p>
          <a:p xmlns:a="http://schemas.openxmlformats.org/drawingml/2006/main">
            <a:r>
              <a:t>Coordinator: https://drive.google.com/file/d/14M5TR7ay3bKgzb_pcc_dNRO4go1F7fsy/view?usp=drivesdk</a:t>
            </a:r>
          </a:p>
          <a:p xmlns:a="http://schemas.openxmlformats.org/drawingml/2006/main">
            <a:r>
              <a:t>Evaluator: https://drive.google.com/file/d/1VWx2MUWLFW-lPTrljIPkzhYV1U7e6aoU/view?usp=drivesdk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set of iPhone source, test, script, and project areas involved in the review. Subsequent pages list all 43 added or modified source/configuration/script files observed relative to sprint base cbc68ad. Binary fixtures are identified separately.</a:t>
            </a:r>
          </a:p>
          <a:p xmlns:a="http://schemas.openxmlformats.org/drawingml/2006/main">
            <a:r>
              <a:t/>
            </a:r>
          </a:p>
          <a:p xmlns:a="http://schemas.openxmlformats.org/drawingml/2006/main">
            <a:r>
              <a:t>Existing application neighbors appear later with their responsibilities. Server and dashboard are separate applications outside this iPhone sprint. Their code is not claimed as part of the reviewed implementation.</a:t>
            </a:r>
          </a:p>
          <a:p xmlns:a="http://schemas.openxmlformats.org/drawingml/2006/main">
            <a:r>
              <a:t/>
            </a:r>
          </a:p>
          <a:p xmlns:a="http://schemas.openxmlformats.org/drawingml/2006/main">
            <a:r>
              <a:t>The browser links open Drive working-tree files. Repository-relative paths let you navigate the same locations in your Mac checkout.</a:t>
            </a:r>
          </a:p>
          <a:p xmlns:a="http://schemas.openxmlformats.org/drawingml/2006/main">
            <a:r>
              <a:t/>
            </a:r>
          </a:p>
          <a:p xmlns:a="http://schemas.openxmlformats.org/drawingml/2006/main">
            <a:r>
              <a:t>Fine print</a:t>
            </a:r>
          </a:p>
          <a:p xmlns:a="http://schemas.openxmlformats.org/drawingml/2006/main">
            <a:r>
              <a:t>Source snapshot: https://drive.google.com/file/d/1ii_sO0b-T-r6IDZMFgUMMAui8UwM6BVg/view</a:t>
            </a:r>
          </a:p>
          <a:p xmlns:a="http://schemas.openxmlformats.org/drawingml/2006/main">
            <a:r>
              <a:t>iPhone root: undefined</a:t>
            </a:r>
          </a:p>
          <a:p xmlns:a="http://schemas.openxmlformats.org/drawingml/2006/main">
            <a:r>
              <a:t>Package: https://drive.google.com/drive/folders/1xisMPlUCh6-jAh4EmAI6w5yE8aUfgZyJ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these files in order if starting from the app. AIShopApp.swift is modified relative to the sprint base. The bootstrap and diagnostics files are added.</a:t>
            </a:r>
          </a:p>
          <a:p xmlns:a="http://schemas.openxmlformats.org/drawingml/2006/main">
            <a:r>
              <a:t/>
            </a:r>
          </a:p>
          <a:p xmlns:a="http://schemas.openxmlformats.org/drawingml/2006/main">
            <a:r>
              <a:t>AppConfiguration.swift remains beside the changed app files and is unchanged. Debug-only declarations exclude diagnostics from Release.</a:t>
            </a:r>
          </a:p>
          <a:p xmlns:a="http://schemas.openxmlformats.org/drawingml/2006/main">
            <a:r>
              <a:t/>
            </a:r>
          </a:p>
          <a:p xmlns:a="http://schemas.openxmlformats.org/drawingml/2006/main">
            <a:r>
              <a:t>The documentation patch adds a short introduction before each implementation, naming responsibility and the reading entry point.</a:t>
            </a:r>
          </a:p>
          <a:p xmlns:a="http://schemas.openxmlformats.org/drawingml/2006/main">
            <a:r>
              <a:t/>
            </a:r>
          </a:p>
          <a:p xmlns:a="http://schemas.openxmlformats.org/drawingml/2006/main">
            <a:r>
              <a:t>Fine print</a:t>
            </a:r>
          </a:p>
          <a:p xmlns:a="http://schemas.openxmlformats.org/drawingml/2006/main">
            <a:r>
              <a:t>App: https://drive.google.com/file/d/1Yn_RiyuDQsIXyxboOGWOS5Iw_xvWUX6z/view?usp=drivesdk</a:t>
            </a:r>
          </a:p>
          <a:p xmlns:a="http://schemas.openxmlformats.org/drawingml/2006/main">
            <a:r>
              <a:t>Bootstrap: https://drive.google.com/file/d/1mKFo4gPb8aCVD3my1tH4E17GcbkzQGKL/view?usp=drivesdk</a:t>
            </a:r>
          </a:p>
          <a:p xmlns:a="http://schemas.openxmlformats.org/drawingml/2006/main">
            <a:r>
              <a:t>Model: https://drive.google.com/file/d/1vt_1-VAPTHjzlXDFcHeqeiLXp2myTA08/view?usp=drivesdk</a:t>
            </a:r>
          </a:p>
          <a:p xmlns:a="http://schemas.openxmlformats.org/drawingml/2006/main">
            <a:r>
              <a:t>View: https://drive.google.com/file/d/1i6zZ-yxCdc8PqkUY3d4HawzS8vxqQCP8/view?usp=drivesdk</a:t>
            </a:r>
          </a:p>
          <a:p xmlns:a="http://schemas.openxmlformats.org/drawingml/2006/main">
            <a:r>
              <a:t>Fixtures: https://drive.google.com/file/d/1SipNb8yZeYdV-rSrrNZ-2FfQYIRiFsBN/view?usp=drivesdk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diagnostic-screen action opens VisionDiagnosticHarness. The launch switch is available only in Debug. ApplicationBootstrap.normalSession invokes normal initialization only for the ordinary route. This separation avoids creating Firebase or Auth before diagnostics chooses its local path.</a:t>
            </a:r>
          </a:p>
          <a:p xmlns:a="http://schemas.openxmlformats.org/drawingml/2006/main">
            <a:r>
              <a:t/>
            </a:r>
          </a:p>
          <a:p xmlns:a="http://schemas.openxmlformats.org/drawingml/2006/main">
            <a:r>
              <a:t>The excerpt from VisionHarnessModel.start() preserves the statements and wraps the capture list for display. Before this call, start constructs a timestamp-paced stream and target catalog. Updates arrive during the run; PipelineResult arrives after it finishes.</a:t>
            </a:r>
          </a:p>
          <a:p xmlns:a="http://schemas.openxmlformats.org/drawingml/2006/main">
            <a:r>
              <a:t/>
            </a:r>
          </a:p>
          <a:p xmlns:a="http://schemas.openxmlformats.org/drawingml/2006/main">
            <a:r>
              <a:t>Opening the normal app icon without the diagnostic argument chooses the ordinary route.</a:t>
            </a:r>
          </a:p>
          <a:p xmlns:a="http://schemas.openxmlformats.org/drawingml/2006/main">
            <a:r>
              <a:t/>
            </a:r>
          </a:p>
          <a:p xmlns:a="http://schemas.openxmlformats.org/drawingml/2006/main">
            <a:r>
              <a:t>Fine print</a:t>
            </a:r>
          </a:p>
          <a:p xmlns:a="http://schemas.openxmlformats.org/drawingml/2006/main">
            <a:r>
              <a:t>Bootstrap: https://drive.google.com/file/d/1mKFo4gPb8aCVD3my1tH4E17GcbkzQGKL/view?usp=drivesdk</a:t>
            </a:r>
          </a:p>
          <a:p xmlns:a="http://schemas.openxmlformats.org/drawingml/2006/main">
            <a:r>
              <a:t>Actual call: https://drive.google.com/file/d/1vt_1-VAPTHjzlXDFcHeqeiLXp2myTA08/view?usp=drivesdk</a:t>
            </a:r>
          </a:p>
          <a:p xmlns:a="http://schemas.openxmlformats.org/drawingml/2006/main">
            <a:r>
              <a:t>Startup tests: https://drive.google.com/file/d/1SHcAow4_9oreGvLI9xuH-aVWqZ-VUfum/view?usp=drivesdk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Package.swift for boundaries, then LocalTargetCatalog.loadTarget() and VisionFeatureAdapter.featurePrint(for:). The catalog hashes the reference and caches its descriptor. The adapter preserves image orientation and uses Vision revision 2 with scaleFill.</a:t>
            </a:r>
          </a:p>
          <a:p xmlns:a="http://schemas.openxmlformats.org/drawingml/2006/main">
            <a:r>
              <a:t/>
            </a:r>
          </a:p>
          <a:p xmlns:a="http://schemas.openxmlformats.org/drawingml/2006/main">
            <a:r>
              <a:t>ImageFeaturePrint.distance(to:) compares compatible feature representations. It does not classify a banana or locate an object. No annotation enters either production component.</a:t>
            </a:r>
          </a:p>
          <a:p xmlns:a="http://schemas.openxmlformats.org/drawingml/2006/main">
            <a:r>
              <a:t/>
            </a:r>
          </a:p>
          <a:p xmlns:a="http://schemas.openxmlformats.org/drawingml/2006/main">
            <a:r>
              <a:t>Fine print</a:t>
            </a:r>
          </a:p>
          <a:p xmlns:a="http://schemas.openxmlformats.org/drawingml/2006/main">
            <a:r>
              <a:t>Manifest: https://drive.google.com/file/d/16kZWAT__6SRWLn35EKFh0rrcozpP1n5b/view?usp=drivesdk</a:t>
            </a:r>
          </a:p>
          <a:p xmlns:a="http://schemas.openxmlformats.org/drawingml/2006/main">
            <a:r>
              <a:t>Catalog: https://drive.google.com/file/d/1O9QFLGbAxh0-a7v41gT-3cI11m5XNmqT/view?usp=drivesdk</a:t>
            </a:r>
          </a:p>
          <a:p xmlns:a="http://schemas.openxmlformats.org/drawingml/2006/main">
            <a:r>
              <a:t>Adapter: https://drive.google.com/file/d/1gsg9q4uKodYz18YD5lON1XWTuWm4xvea/view?usp=drivesdk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activity abbreviates the eligible-frame path. produce also records every received frame, skips those before the next sampling time, applies the track transform, and accounts for dropped work.</a:t>
            </a:r>
          </a:p>
          <a:p xmlns:a="http://schemas.openxmlformats.org/drawingml/2006/main">
            <a:r>
              <a:t/>
            </a:r>
          </a:p>
          <a:p xmlns:a="http://schemas.openxmlformats.org/drawingml/2006/main">
            <a:r>
              <a:t>VideoFrame.timestamp is media time in seconds. sampleIndex is the eligible slot rather than the raw decoded-frame index. A missing slot matters to episode opening.</a:t>
            </a:r>
          </a:p>
          <a:p xmlns:a="http://schemas.openxmlformats.org/drawingml/2006/main">
            <a:r>
              <a:t/>
            </a:r>
          </a:p>
          <a:p xmlns:a="http://schemas.openxmlformats.org/drawingml/2006/main">
            <a:r>
              <a:t>The current fixture videos are upright. Their success does not verify every rotated-video case.</a:t>
            </a:r>
          </a:p>
          <a:p xmlns:a="http://schemas.openxmlformats.org/drawingml/2006/main">
            <a:r>
              <a:t/>
            </a:r>
          </a:p>
          <a:p xmlns:a="http://schemas.openxmlformats.org/drawingml/2006/main">
            <a:r>
              <a:t>Fine print</a:t>
            </a:r>
          </a:p>
          <a:p xmlns:a="http://schemas.openxmlformats.org/drawingml/2006/main">
            <a:r>
              <a:t>Stream contract: https://drive.google.com/file/d/1wE9Z43msZwnxCUKyNkrb9HOQYTGhJq6a/view?usp=drivesdk</a:t>
            </a:r>
          </a:p>
          <a:p xmlns:a="http://schemas.openxmlformats.org/drawingml/2006/main">
            <a:r>
              <a:t>Decoder: https://drive.google.com/file/d/1XhzGrIh_cYvOyCGV2IpiNo3uR3XfOG1z/view?usp=drivesdk</a:t>
            </a:r>
          </a:p>
          <a:p xmlns:a="http://schemas.openxmlformats.org/drawingml/2006/main">
            <a:r>
              <a:t>Stream tests: https://drive.google.com/file/d/1E4s8PvxdU2gVmmdwiUjOXDBrBdayEB28/view?usp=drivesdk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branches describe the two loop strategies. Deterministic execution does not advance to the next eligible sample until the consumer returns. Timestamp-paced execution has a detached producer and an AsyncThrowingStream bufferingNewest(1). Replacement produces a frameDropped event.</a:t>
            </a:r>
          </a:p>
          <a:p xmlns:a="http://schemas.openxmlformats.org/drawingml/2006/main">
            <a:r>
              <a:t/>
            </a:r>
          </a:p>
          <a:p xmlns:a="http://schemas.openxmlformats.org/drawingml/2006/main">
            <a:r>
              <a:t>The stream still performs cancellation/error cleanup. This diagram focuses on backpressure. It does not imply that the whole session has bounded memory.</a:t>
            </a:r>
          </a:p>
          <a:p xmlns:a="http://schemas.openxmlformats.org/drawingml/2006/main">
            <a:r>
              <a:t/>
            </a:r>
          </a:p>
          <a:p xmlns:a="http://schemas.openxmlformats.org/drawingml/2006/main">
            <a:r>
              <a:t>Fine print</a:t>
            </a:r>
          </a:p>
          <a:p xmlns:a="http://schemas.openxmlformats.org/drawingml/2006/main">
            <a:r>
              <a:t>Stream mode implementation: https://drive.google.com/file/d/1XhzGrIh_cYvOyCGV2IpiNo3uR3XfOG1z/view?usp=drivesdk</a:t>
            </a:r>
          </a:p>
          <a:p xmlns:a="http://schemas.openxmlformats.org/drawingml/2006/main">
            <a:r>
              <a:t>Slow-consumer test: https://drive.google.com/file/d/1E4s8PvxdU2gVmmdwiUjOXDBrBdayEB28/view?usp=drivesdk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images reuse the same 25-second fixture frame deliberately so the two scorer inputs are directly comparable. The crop takes the central 60 percent of width and height.</a:t>
            </a:r>
          </a:p>
          <a:p xmlns:a="http://schemas.openxmlformats.org/drawingml/2006/main">
            <a:r>
              <a:t/>
            </a:r>
          </a:p>
          <a:p xmlns:a="http://schemas.openxmlformats.org/drawingml/2006/main">
            <a:r>
              <a:t>CandidateScorer.measure returns wholeDistance, cropDistance, and processingLatency. CandidateFrameScore derives the minimum distance, variant, and similarity. The similarity transform is not a probability.</a:t>
            </a:r>
          </a:p>
          <a:p xmlns:a="http://schemas.openxmlformats.org/drawingml/2006/main">
            <a:r>
              <a:t/>
            </a:r>
          </a:p>
          <a:p xmlns:a="http://schemas.openxmlformats.org/drawingml/2006/main">
            <a:r>
              <a:t>The saved 25-second sample uses the central crop with distance 0.3489357531. ScoringProfile records the frozen support threshold 0.4293864220380783.</a:t>
            </a:r>
          </a:p>
          <a:p xmlns:a="http://schemas.openxmlformats.org/drawingml/2006/main">
            <a:r>
              <a:t/>
            </a:r>
          </a:p>
          <a:p xmlns:a="http://schemas.openxmlformats.org/drawingml/2006/main">
            <a:r>
              <a:t>Fine print</a:t>
            </a:r>
          </a:p>
          <a:p xmlns:a="http://schemas.openxmlformats.org/drawingml/2006/main">
            <a:r>
              <a:t>Scorer: https://drive.google.com/file/d/1rJrhximOmw3ViR7iRNxbwKZ4d73rnt5X/view?usp=drivesdk</a:t>
            </a:r>
          </a:p>
          <a:p xmlns:a="http://schemas.openxmlformats.org/drawingml/2006/main">
            <a:r>
              <a:t>Profile: https://drive.google.com/file/d/1SiHsgWtxUrL8l7Uoy-UWPB0vD3U_SAYA/view?usp=drivesdk</a:t>
            </a:r>
          </a:p>
          <a:p xmlns:a="http://schemas.openxmlformats.org/drawingml/2006/main">
            <a:r>
              <a:t>Saved trace: https://drive.google.com/file/d/1bmFRmY7DbulEx3t8704Nz6ieZQ-wfC1u/view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follows one sighting through conceptual states, not a Swift state enum. Quiet and Pending describe support tracking; Open describes the active episode; Closed describes the retained episode. Final is the end of this sighting, not the aggregator or video. The aggregator can start another sighting. Pending support discarded at session end is omitted.</a:t>
            </a:r>
          </a:p>
          <a:p xmlns:a="http://schemas.openxmlformats.org/drawingml/2006/main">
            <a:r>
              <a:t/>
            </a:r>
          </a:p>
          <a:p xmlns:a="http://schemas.openxmlformats.org/drawingml/2006/main">
            <a:r>
              <a:t>consume checks a closing gap before processing a new score. Missing slots and unsupported samples reset pending support. While active, supporting samples update lastSupportedAt and may replace the best frame. A lower distance wins; ties preserve the earlier best frame.</a:t>
            </a:r>
          </a:p>
          <a:p xmlns:a="http://schemas.openxmlformats.org/drawingml/2006/main">
            <a:r>
              <a:t/>
            </a:r>
          </a:p>
          <a:p xmlns:a="http://schemas.openxmlformats.org/drawingml/2006/main">
            <a:r>
              <a:t>A new score can close an old episode and start a new pending sequence in the same call. finish handles end, stop, cancellation, and error. Sightings do not count unique products.</a:t>
            </a:r>
          </a:p>
          <a:p xmlns:a="http://schemas.openxmlformats.org/drawingml/2006/main">
            <a:r>
              <a:t/>
            </a:r>
          </a:p>
          <a:p xmlns:a="http://schemas.openxmlformats.org/drawingml/2006/main">
            <a:r>
              <a:t>Folder Sources/AIShopVision/CandidateEpisodeAggregator contains this added source file.</a:t>
            </a:r>
          </a:p>
          <a:p xmlns:a="http://schemas.openxmlformats.org/drawingml/2006/main">
            <a:r>
              <a:t/>
            </a:r>
          </a:p>
          <a:p xmlns:a="http://schemas.openxmlformats.org/drawingml/2006/main">
            <a:r>
              <a:t>Fine print</a:t>
            </a:r>
          </a:p>
          <a:p xmlns:a="http://schemas.openxmlformats.org/drawingml/2006/main">
            <a:r>
              <a:t>Aggregator: https://drive.google.com/file/d/1901X7Y9Sns2jesyFvKskqVa1Iz2sUymo/view?usp=drivesdk</a:t>
            </a:r>
          </a:p>
          <a:p xmlns:a="http://schemas.openxmlformats.org/drawingml/2006/main">
            <a:r>
              <a:t>Boundary tests: https://drive.google.com/file/d/18TZJ2u0vJMbHwNg1l890KIw9LlkHwgNl/view?usp=drivesdk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Lifeline aliases map to CandidateAnalysisPipeline, CandidateScorer, and CandidateEpisodeAggregator. This sequence names actual operations and separates callers from return values. The frame stream invokes the pipeline’s consume closure. The pipeline logs the sampled frame, calls scorer.measure, and records the score before calling aggregator.consume.</a:t>
            </a:r>
          </a:p>
          <a:p xmlns:a="http://schemas.openxmlformats.org/drawingml/2006/main">
            <a:r>
              <a:t/>
            </a:r>
          </a:p>
          <a:p xmlns:a="http://schemas.openxmlformats.org/drawingml/2006/main">
            <a:r>
              <a:t>The aggregator returns changes. It does not call the recorder. The next page follows what the pipeline does with those returned changes.</a:t>
            </a:r>
          </a:p>
          <a:p xmlns:a="http://schemas.openxmlformats.org/drawingml/2006/main">
            <a:r>
              <a:t/>
            </a:r>
          </a:p>
          <a:p xmlns:a="http://schemas.openxmlformats.org/drawingml/2006/main">
            <a:r>
              <a:t>Some logging and failure branches are omitted here to keep this interaction readable. Both source files are added relative to the sprint base.</a:t>
            </a:r>
          </a:p>
          <a:p xmlns:a="http://schemas.openxmlformats.org/drawingml/2006/main">
            <a:r>
              <a:t/>
            </a:r>
          </a:p>
          <a:p xmlns:a="http://schemas.openxmlformats.org/drawingml/2006/main">
            <a:r>
              <a:t>Fine print</a:t>
            </a:r>
          </a:p>
          <a:p xmlns:a="http://schemas.openxmlformats.org/drawingml/2006/main">
            <a:r>
              <a:t>Coordinator: https://drive.google.com/file/d/14M5TR7ay3bKgzb_pcc_dNRO4go1F7fsy/view?usp=drivesdk</a:t>
            </a:r>
          </a:p>
          <a:p xmlns:a="http://schemas.openxmlformats.org/drawingml/2006/main">
            <a:r>
              <a:t>Recorder: https://drive.google.com/file/d/1yc9kgqlS7J_iKg-L20lnnNtlkYbAlGSP/view?usp=drivesdk</a:t>
            </a:r>
          </a:p>
          <a:p xmlns:a="http://schemas.openxmlformats.org/drawingml/2006/main">
            <a:r>
              <a:t>Scorer: https://drive.google.com/file/d/1rJrhximOmw3ViR7iRNxbwKZ4d73rnt5X/view?usp=drivesdk</a:t>
            </a:r>
          </a:p>
          <a:p xmlns:a="http://schemas.openxmlformats.org/drawingml/2006/main">
            <a:r>
              <a:t>Aggregator: https://drive.google.com/file/d/1901X7Y9Sns2jesyFvKskqVa1Iz2sUymo/view?usp=drivesdk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store is RetainedImageStore; the recorder is PipelineRecorder. This is the image-bearing opening or best-frame-change path. A close event does not retain another image. When an opening’s best sample is the previous frame, the pipeline retrieves previousFrame rather than assuming the newest frame is best.</a:t>
            </a:r>
          </a:p>
          <a:p xmlns:a="http://schemas.openxmlformats.org/drawingml/2006/main">
            <a:r>
              <a:t/>
            </a:r>
          </a:p>
          <a:p xmlns:a="http://schemas.openxmlformats.org/drawingml/2006/main">
            <a:r>
              <a:t>PipelineRecorder appends the event and reduces it into the live report under one lock. The host receives its update after that evidence step.</a:t>
            </a:r>
          </a:p>
          <a:p xmlns:a="http://schemas.openxmlformats.org/drawingml/2006/main">
            <a:r>
              <a:t/>
            </a:r>
          </a:p>
          <a:p xmlns:a="http://schemas.openxmlformats.org/drawingml/2006/main">
            <a:r>
              <a:t>This is a sequence diagram: participants sit beside one another and time moves down. The four participants keep the diagram within portrait reading width.</a:t>
            </a:r>
          </a:p>
          <a:p xmlns:a="http://schemas.openxmlformats.org/drawingml/2006/main">
            <a:r>
              <a:t/>
            </a:r>
          </a:p>
          <a:p xmlns:a="http://schemas.openxmlformats.org/drawingml/2006/main">
            <a:r>
              <a:t>Fine print</a:t>
            </a:r>
          </a:p>
          <a:p xmlns:a="http://schemas.openxmlformats.org/drawingml/2006/main">
            <a:r>
              <a:t>Actual order: https://drive.google.com/file/d/14M5TR7ay3bKgzb_pcc_dNRO4go1F7fsy/view?usp=drivesdk</a:t>
            </a:r>
          </a:p>
          <a:p xmlns:a="http://schemas.openxmlformats.org/drawingml/2006/main">
            <a:r>
              <a:t>Image storage: https://drive.google.com/file/d/11MaGlbs5PJ2W1nLkT2Jhw40DaaIsqW1K/view?usp=drivesdk</a:t>
            </a:r>
          </a:p>
          <a:p xmlns:a="http://schemas.openxmlformats.org/drawingml/2006/main">
            <a:r>
              <a:t>Recorder: https://drive.google.com/file/d/1yc9kgqlS7J_iKg-L20lnnNtlkYbAlGSP/view?usp=drivesdk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names and types use UML instance notation. Values come from the saved positive trace. Distances shown here are rounded for reading.</a:t>
            </a:r>
          </a:p>
          <a:p xmlns:a="http://schemas.openxmlformats.org/drawingml/2006/main">
            <a:r>
              <a:t/>
            </a:r>
          </a:p>
          <a:p xmlns:a="http://schemas.openxmlformats.org/drawingml/2006/main">
            <a:r>
              <a:t>The first support arrived at 24.0 seconds. The second at 24.5 opens the episode, while the earlier frame remains best because its distance is lower. At 25.0 seconds a new best replaces it.</a:t>
            </a:r>
          </a:p>
          <a:p xmlns:a="http://schemas.openxmlformats.org/drawingml/2006/main">
            <a:r>
              <a:t/>
            </a:r>
          </a:p>
          <a:p xmlns:a="http://schemas.openxmlformats.org/drawingml/2006/main">
            <a:r>
              <a:t>PipelineUpdate carries the current frame, score, activeEpisode, signal, and report metrics to the host.</a:t>
            </a:r>
          </a:p>
          <a:p xmlns:a="http://schemas.openxmlformats.org/drawingml/2006/main">
            <a:r>
              <a:t/>
            </a:r>
          </a:p>
          <a:p xmlns:a="http://schemas.openxmlformats.org/drawingml/2006/main">
            <a:r>
              <a:t>Fine print</a:t>
            </a:r>
          </a:p>
          <a:p xmlns:a="http://schemas.openxmlformats.org/drawingml/2006/main">
            <a:r>
              <a:t>Trace: https://drive.google.com/file/d/1bmFRmY7DbulEx3t8704Nz6ieZQ-wfC1u/view</a:t>
            </a:r>
          </a:p>
          <a:p xmlns:a="http://schemas.openxmlformats.org/drawingml/2006/main">
            <a:r>
              <a:t>Frame: https://drive.google.com/file/d/1wE9Z43msZwnxCUKyNkrb9HOQYTGhJq6a/view?usp=drivesdk</a:t>
            </a:r>
          </a:p>
          <a:p xmlns:a="http://schemas.openxmlformats.org/drawingml/2006/main">
            <a:r>
              <a:t>Score: https://drive.google.com/file/d/1rJrhximOmw3ViR7iRNxbwKZ4d73rnt5X/view?usp=drivesdk</a:t>
            </a:r>
          </a:p>
          <a:p xmlns:a="http://schemas.openxmlformats.org/drawingml/2006/main">
            <a:r>
              <a:t>Episode: https://drive.google.com/file/d/1901X7Y9Sns2jesyFvKskqVa1Iz2sUymo/view?usp=drivesdk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main-actor isolated. CandidateAnalysisPipeline.run starts execute on a detached worker. Paced replay additionally creates a producer task and bounded pending buffer.</a:t>
            </a:r>
          </a:p>
          <a:p xmlns:a="http://schemas.openxmlformats.org/drawingml/2006/main">
            <a:r>
              <a:t/>
            </a:r>
          </a:p>
          <a:p xmlns:a="http://schemas.openxmlformats.org/drawingml/2006/main">
            <a:r>
              <a:t>The frame handoff is abbreviated: the pipeline’s consumer iterates the AsyncThrowingStream; the producer does not directly mutate the UI. The await to receive returns to the main actor.</a:t>
            </a:r>
          </a:p>
          <a:p xmlns:a="http://schemas.openxmlformats.org/drawingml/2006/main">
            <a:r>
              <a:t/>
            </a:r>
          </a:p>
          <a:p xmlns:a="http://schemas.openxmlformats.org/drawingml/2006/main">
            <a:r>
              <a:t>The model checks the generation token and running phase before publishing. Stop pauses playback and requests stream stop. Cancellation and producer cleanup are handled by pipeline and stream.</a:t>
            </a:r>
          </a:p>
          <a:p xmlns:a="http://schemas.openxmlformats.org/drawingml/2006/main">
            <a:r>
              <a:t/>
            </a:r>
          </a:p>
          <a:p xmlns:a="http://schemas.openxmlformats.org/drawingml/2006/main">
            <a:r>
              <a:t>Fine print</a:t>
            </a:r>
          </a:p>
          <a:p xmlns:a="http://schemas.openxmlformats.org/drawingml/2006/main">
            <a:r>
              <a:t>Model: https://drive.google.com/file/d/1vt_1-VAPTHjzlXDFcHeqeiLXp2myTA08/view?usp=drivesdk</a:t>
            </a:r>
          </a:p>
          <a:p xmlns:a="http://schemas.openxmlformats.org/drawingml/2006/main">
            <a:r>
              <a:t>Pipeline: https://drive.google.com/file/d/14M5TR7ay3bKgzb_pcc_dNRO4go1F7fsy/view?usp=drivesdk</a:t>
            </a:r>
          </a:p>
          <a:p xmlns:a="http://schemas.openxmlformats.org/drawingml/2006/main">
            <a:r>
              <a:t>Stream: https://drive.google.com/file/d/1XhzGrIh_cYvOyCGV2IpiNo3uR3XfOG1z/view?usp=drivesdk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LogValue.swift defines data. SessionLog.swift owns ordered persistence and validation. SessionReportBuilder.swift reduces events into report values. RetainedImageStore.swift saves selected pixels separately.</a:t>
            </a:r>
          </a:p>
          <a:p xmlns:a="http://schemas.openxmlformats.org/drawingml/2006/main">
            <a:r>
              <a:t/>
            </a:r>
          </a:p>
          <a:p xmlns:a="http://schemas.openxmlformats.org/drawingml/2006/main">
            <a:r>
              <a:t>PipelineRecorder joins log append and live reduction under its lock. Log replay rebuilds the report without replaying video. It cannot reconstruct images whose files are missing.</a:t>
            </a:r>
          </a:p>
          <a:p xmlns:a="http://schemas.openxmlformats.org/drawingml/2006/main">
            <a:r>
              <a:t/>
            </a:r>
          </a:p>
          <a:p xmlns:a="http://schemas.openxmlformats.org/drawingml/2006/main">
            <a:r>
              <a:t>Fine print</a:t>
            </a:r>
          </a:p>
          <a:p xmlns:a="http://schemas.openxmlformats.org/drawingml/2006/main">
            <a:r>
              <a:t>Log values: https://drive.google.com/file/d/1p434lAX6Ng7a1YLruLPuEgccp8N2TGf1/view?usp=drivesdk</a:t>
            </a:r>
          </a:p>
          <a:p xmlns:a="http://schemas.openxmlformats.org/drawingml/2006/main">
            <a:r>
              <a:t>Log: https://drive.google.com/file/d/116AOtiYIxeoCES-j_RvsmOzyyj4DaWNc/view?usp=drivesdk</a:t>
            </a:r>
          </a:p>
          <a:p xmlns:a="http://schemas.openxmlformats.org/drawingml/2006/main">
            <a:r>
              <a:t>Report: https://drive.google.com/file/d/1oj6uY_Dlu9ourdUFF1gz6MzhuevJl1Is/view?usp=drivesdk</a:t>
            </a:r>
          </a:p>
          <a:p xmlns:a="http://schemas.openxmlformats.org/drawingml/2006/main">
            <a:r>
              <a:t>Images: https://drive.google.com/file/d/11MaGlbs5PJ2W1nLkT2Jhw40DaaIsqW1K/view?usp=drivesdk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recorder lock covers append and report reduction, so concurrent inference/stream events see the same ordering in JSONL and the live builder.</a:t>
            </a:r>
          </a:p>
          <a:p xmlns:a="http://schemas.openxmlformats.org/drawingml/2006/main">
            <a:r>
              <a:t/>
            </a:r>
          </a:p>
          <a:p xmlns:a="http://schemas.openxmlformats.org/drawingml/2006/main">
            <a:r>
              <a:t>If writing or reduction fails, the error propagates. This ordering is not a transactional rollback mechanism: a write can precede a later failure. Invalid evidence must remain visibly invalid.</a:t>
            </a:r>
          </a:p>
          <a:p xmlns:a="http://schemas.openxmlformats.org/drawingml/2006/main">
            <a:r>
              <a:t/>
            </a:r>
          </a:p>
          <a:p xmlns:a="http://schemas.openxmlformats.org/drawingml/2006/main">
            <a:r>
              <a:t>Pipeline finish adds terminal evidence and summary, then closes the log.</a:t>
            </a:r>
          </a:p>
          <a:p xmlns:a="http://schemas.openxmlformats.org/drawingml/2006/main">
            <a:r>
              <a:t/>
            </a:r>
          </a:p>
          <a:p xmlns:a="http://schemas.openxmlformats.org/drawingml/2006/main">
            <a:r>
              <a:t>Fine print</a:t>
            </a:r>
          </a:p>
          <a:p xmlns:a="http://schemas.openxmlformats.org/drawingml/2006/main">
            <a:r>
              <a:t>Recorder: https://drive.google.com/file/d/1yc9kgqlS7J_iKg-L20lnnNtlkYbAlGSP/view?usp=drivesdk</a:t>
            </a:r>
          </a:p>
          <a:p xmlns:a="http://schemas.openxmlformats.org/drawingml/2006/main">
            <a:r>
              <a:t>Log tests: https://drive.google.com/file/d/1vOHV30-0p1gfcaAXOvZCrVypEMrllAKS/view?usp=drivesdk</a:t>
            </a:r>
          </a:p>
          <a:p xmlns:a="http://schemas.openxmlformats.org/drawingml/2006/main">
            <a:r>
              <a:t>Replay tests: https://drive.google.com/file/d/1jgTAaRAP42QjJgkCGWM8Ul5428Ch0w-u/view?usp=drivesdk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 diagram selects review-relevant attributes rather than reproduce each complete declaration. Optionality is explicit on event frame identity and time because session-level events do not always belong to a frame.</a:t>
            </a:r>
          </a:p>
          <a:p xmlns:a="http://schemas.openxmlformats.org/drawingml/2006/main">
            <a:r>
              <a:t/>
            </a:r>
          </a:p>
          <a:p xmlns:a="http://schemas.openxmlformats.org/drawingml/2006/main">
            <a:r>
              <a:t>SessionReport latency means scorer execution time in seconds. It is not end-to-end perceived response time. Counts distinguish received, skipped, dropped, and analyzed work.</a:t>
            </a:r>
          </a:p>
          <a:p xmlns:a="http://schemas.openxmlformats.org/drawingml/2006/main">
            <a:r>
              <a:t/>
            </a:r>
          </a:p>
          <a:p xmlns:a="http://schemas.openxmlformats.org/drawingml/2006/main">
            <a:r>
              <a:t>Full fields and validations are linked below.</a:t>
            </a:r>
          </a:p>
          <a:p xmlns:a="http://schemas.openxmlformats.org/drawingml/2006/main">
            <a:r>
              <a:t/>
            </a:r>
          </a:p>
          <a:p xmlns:a="http://schemas.openxmlformats.org/drawingml/2006/main">
            <a:r>
              <a:t>Fine print</a:t>
            </a:r>
          </a:p>
          <a:p xmlns:a="http://schemas.openxmlformats.org/drawingml/2006/main">
            <a:r>
              <a:t>VideoFrame: https://drive.google.com/file/d/1wE9Z43msZwnxCUKyNkrb9HOQYTGhJq6a/view?usp=drivesdk</a:t>
            </a:r>
          </a:p>
          <a:p xmlns:a="http://schemas.openxmlformats.org/drawingml/2006/main">
            <a:r>
              <a:t>Event envelope: https://drive.google.com/file/d/1p434lAX6Ng7a1YLruLPuEgccp8N2TGf1/view?usp=drivesdk</a:t>
            </a:r>
          </a:p>
          <a:p xmlns:a="http://schemas.openxmlformats.org/drawingml/2006/main">
            <a:r>
              <a:t>Report contract: https://drive.google.com/file/d/1oj6uY_Dlu9ourdUFF1gz6MzhuevJl1Is/view?usp=drivesdk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exhaustion can legitimately yield no episodes, as in the control fixture. Stop and cancellation preserve a different termination reason. An active episode closes when the session ends.</a:t>
            </a:r>
          </a:p>
          <a:p xmlns:a="http://schemas.openxmlformats.org/drawingml/2006/main">
            <a:r>
              <a:t/>
            </a:r>
          </a:p>
          <a:p xmlns:a="http://schemas.openxmlformats.org/drawingml/2006/main">
            <a:r>
              <a:t>After logging initializes, runtime failure attempts to record error, close active state, and finish evidence before rethrowing. Earlier setup or storage errors may prevent completion. The error branch does not promise a valid report for every failure.</a:t>
            </a:r>
          </a:p>
          <a:p xmlns:a="http://schemas.openxmlformats.org/drawingml/2006/main">
            <a:r>
              <a:t/>
            </a:r>
          </a:p>
          <a:p xmlns:a="http://schemas.openxmlformats.org/drawingml/2006/main">
            <a:r>
              <a:t>The evaluator requires complete, compatible, normally exhausted evidence for a fixture gate.</a:t>
            </a:r>
          </a:p>
          <a:p xmlns:a="http://schemas.openxmlformats.org/drawingml/2006/main">
            <a:r>
              <a:t/>
            </a:r>
          </a:p>
          <a:p xmlns:a="http://schemas.openxmlformats.org/drawingml/2006/main">
            <a:r>
              <a:t>Fine print</a:t>
            </a:r>
          </a:p>
          <a:p xmlns:a="http://schemas.openxmlformats.org/drawingml/2006/main">
            <a:r>
              <a:t>Pipeline: https://drive.google.com/file/d/14M5TR7ay3bKgzb_pcc_dNRO4go1F7fsy/view?usp=drivesdk</a:t>
            </a:r>
          </a:p>
          <a:p xmlns:a="http://schemas.openxmlformats.org/drawingml/2006/main">
            <a:r>
              <a:t>Evidence validation: https://drive.google.com/file/d/1VWx2MUWLFW-lPTrljIPkzhYV1U7e6aoU/view?usp=drivesdk</a:t>
            </a:r>
          </a:p>
          <a:p xmlns:a="http://schemas.openxmlformats.org/drawingml/2006/main">
            <a:r>
              <a:t>Cancellation tests: https://drive.google.com/file/d/1RMKz3RX4UsbsP6_XFTOn6i7DcID52tZW/view?usp=drivesdk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experimental settings, not general accuracy guarantees. Some choices, including two-hit opening and parts of feature/crop configuration, also appear as implementation constants. Editing the profile alone is not a complete reconfiguration mechanism.</a:t>
            </a:r>
          </a:p>
          <a:p xmlns:a="http://schemas.openxmlformats.org/drawingml/2006/main">
            <a:r>
              <a:t/>
            </a:r>
          </a:p>
          <a:p xmlns:a="http://schemas.openxmlformats.org/drawingml/2006/main">
            <a:r>
              <a:t>FixtureEvaluator validates profile compatibility. Calibration is a separate explicit operation, never part of the regression gate.</a:t>
            </a:r>
          </a:p>
          <a:p xmlns:a="http://schemas.openxmlformats.org/drawingml/2006/main">
            <a:r>
              <a:t/>
            </a:r>
          </a:p>
          <a:p xmlns:a="http://schemas.openxmlformats.org/drawingml/2006/main">
            <a:r>
              <a:t>Fine print</a:t>
            </a:r>
          </a:p>
          <a:p xmlns:a="http://schemas.openxmlformats.org/drawingml/2006/main">
            <a:r>
              <a:t>Profile: https://drive.google.com/file/d/1SiHsgWtxUrL8l7Uoy-UWPB0vD3U_SAYA/view?usp=drivesdk</a:t>
            </a:r>
          </a:p>
          <a:p xmlns:a="http://schemas.openxmlformats.org/drawingml/2006/main">
            <a:r>
              <a:t>Calibration script: https://drive.google.com/file/d/17k_pAegwXQoF4aGWexoarbjGjs76zE_Q/view?usp=drivesdk</a:t>
            </a:r>
          </a:p>
          <a:p xmlns:a="http://schemas.openxmlformats.org/drawingml/2006/main">
            <a:r>
              <a:t>Evaluator: https://drive.google.com/file/d/1VWx2MUWLFW-lPTrljIPkzhYV1U7e6aoU/view?usp=drivesdk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frames are extracted from the actual fixture for visual context. The annotation, not the first displayed image, fixes expected visibility at 18.3 seconds. First support is 24.0, opening 24.5, best frame 25.0, last support 26.0, and gap closure 27.5 seconds.</a:t>
            </a:r>
          </a:p>
          <a:p xmlns:a="http://schemas.openxmlformats.org/drawingml/2006/main">
            <a:r>
              <a:t/>
            </a:r>
          </a:p>
          <a:p xmlns:a="http://schemas.openxmlformats.org/drawingml/2006/main">
            <a:r>
              <a:t>The 6.2-second response delay is an important result despite the passing fixture gate. It is different from the few-millisecond scoring latency.</a:t>
            </a:r>
          </a:p>
          <a:p xmlns:a="http://schemas.openxmlformats.org/drawingml/2006/main">
            <a:r>
              <a:t/>
            </a:r>
          </a:p>
          <a:p xmlns:a="http://schemas.openxmlformats.org/drawingml/2006/main">
            <a:r>
              <a:t>Fine print</a:t>
            </a:r>
          </a:p>
          <a:p xmlns:a="http://schemas.openxmlformats.org/drawingml/2006/main">
            <a:r>
              <a:t>Annotations: https://drive.google.com/file/d/1lq1K9Y8fA9MSrPMJdSlNin74RBdW_UzX/view</a:t>
            </a:r>
          </a:p>
          <a:p xmlns:a="http://schemas.openxmlformats.org/drawingml/2006/main">
            <a:r>
              <a:t>Positive evaluation: https://drive.google.com/file/d/1T4aHnpL8RDOXdyBqJ7aQzP1UyWFYgfBC/view</a:t>
            </a:r>
          </a:p>
          <a:p xmlns:a="http://schemas.openxmlformats.org/drawingml/2006/main">
            <a:r>
              <a:t>Episode report: https://drive.google.com/file/d/1BYeEZwW57BhgfX4I4Gp7RQiqzPRSH0mt/view</a:t>
            </a:r>
          </a:p>
          <a:p xmlns:a="http://schemas.openxmlformats.org/drawingml/2006/main">
            <a:r>
              <a:t>Source video: https://drive.google.com/file/d/1ugotSTVkWaQLHmXozepil3Psv317oOg6/view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data chart is the deliberate visual exception here: it preserves the measured numeric relationship better than a UML diagram or a photo. The native editable chart uses nine-decimal-place workbook values; the linked JSONL retains exact values.</a:t>
            </a:r>
          </a:p>
          <a:p xmlns:a="http://schemas.openxmlformats.org/drawingml/2006/main">
            <a:r>
              <a:t/>
            </a:r>
          </a:p>
          <a:p xmlns:a="http://schemas.openxmlformats.org/drawingml/2006/main">
            <a:r>
              <a:t>Five samples cross the frozen threshold. The nearest non-supporting positive sample is approximately 0.481, and the best is approximately 0.349. The minimum absolute decision margin is approximately 0.051. These observations do not establish out-of-sample recognition performance.</a:t>
            </a:r>
          </a:p>
          <a:p xmlns:a="http://schemas.openxmlformats.org/drawingml/2006/main">
            <a:r>
              <a:t/>
            </a:r>
          </a:p>
          <a:p xmlns:a="http://schemas.openxmlformats.org/drawingml/2006/main">
            <a:r>
              <a:t>Fine print</a:t>
            </a:r>
          </a:p>
          <a:p xmlns:a="http://schemas.openxmlformats.org/drawingml/2006/main">
            <a:r>
              <a:t>Exact scores: https://drive.google.com/file/d/1bmFRmY7DbulEx3t8704Nz6ieZQ-wfC1u/view</a:t>
            </a:r>
          </a:p>
          <a:p xmlns:a="http://schemas.openxmlformats.org/drawingml/2006/main">
            <a:r>
              <a:t>Evaluation: https://drive.google.com/file/d/1T4aHnpL8RDOXdyBqJ7aQzP1UyWFYgfBC/view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repeated fixture images intentionally keep the results attached to the same experiment introduced at the beginning. Both saved Mac gates pass.</a:t>
            </a:r>
          </a:p>
          <a:p xmlns:a="http://schemas.openxmlformats.org/drawingml/2006/main">
            <a:r>
              <a:t/>
            </a:r>
          </a:p>
          <a:p xmlns:a="http://schemas.openxmlformats.org/drawingml/2006/main">
            <a:r>
              <a:t>The evaluator judges opening timestamps, not frame-by-frame accuracy or every moment an episode remains active. There is one target and two fixtures. General accuracy, distractor resistance, and phone equivalence remain unproven.</a:t>
            </a:r>
          </a:p>
          <a:p xmlns:a="http://schemas.openxmlformats.org/drawingml/2006/main">
            <a:r>
              <a:t/>
            </a:r>
          </a:p>
          <a:p xmlns:a="http://schemas.openxmlformats.org/drawingml/2006/main">
            <a:r>
              <a:t>Fine print</a:t>
            </a:r>
          </a:p>
          <a:p xmlns:a="http://schemas.openxmlformats.org/drawingml/2006/main">
            <a:r>
              <a:t>Positive: https://drive.google.com/file/d/1T4aHnpL8RDOXdyBqJ7aQzP1UyWFYgfBC/view</a:t>
            </a:r>
          </a:p>
          <a:p xmlns:a="http://schemas.openxmlformats.org/drawingml/2006/main">
            <a:r>
              <a:t>Control: https://drive.google.com/file/d/17iEwan4LpTMTUJQCKyzzhVNixNUqOD9j/view</a:t>
            </a:r>
          </a:p>
          <a:p xmlns:a="http://schemas.openxmlformats.org/drawingml/2006/main">
            <a:r>
              <a:t>Gate semantics: https://drive.google.com/file/d/1VWx2MUWLFW-lPTrljIPkzhYV1U7e6aoU/view?usp=drivesdk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evaluate checks the fixture outcome. compare first requires compatible, complete Mac and iPhone runs with matching frame identities and no dropped eligible samples. Only then does it compare distances and support decisions.</a:t>
            </a:r>
          </a:p>
          <a:p xmlns:a="http://schemas.openxmlformats.org/drawingml/2006/main">
            <a:r>
              <a:t/>
            </a:r>
          </a:p>
          <a:p xmlns:a="http://schemas.openxmlformats.org/drawingml/2006/main">
            <a:r>
              <a:t>Exit 2 means phone outcomes pass but support decisions differ. It is a finding, not a passing calibration. Exit 1 indicates failed or invalid evidence. Synthetic phone labels in tests exercise this logic without supplying device evidence.</a:t>
            </a:r>
          </a:p>
          <a:p xmlns:a="http://schemas.openxmlformats.org/drawingml/2006/main">
            <a:r>
              <a:t/>
            </a:r>
          </a:p>
          <a:p xmlns:a="http://schemas.openxmlformats.org/drawingml/2006/main">
            <a:r>
              <a:t>Fine print</a:t>
            </a:r>
          </a:p>
          <a:p xmlns:a="http://schemas.openxmlformats.org/drawingml/2006/main">
            <a:r>
              <a:t>Evaluator: https://drive.google.com/file/d/1VWx2MUWLFW-lPTrljIPkzhYV1U7e6aoU/view?usp=drivesdk</a:t>
            </a:r>
          </a:p>
          <a:p xmlns:a="http://schemas.openxmlformats.org/drawingml/2006/main">
            <a:r>
              <a:t>CLI: https://drive.google.com/file/d/1AKTpMBAjYYoaOnltXDhGP6CHvzTdtZog/view?usp=drivesdk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tests live in the package test target. Start at each test method name to see the promised behavior, then follow its fixture setup into the implementation.</a:t>
            </a:r>
          </a:p>
          <a:p xmlns:a="http://schemas.openxmlformats.org/drawingml/2006/main">
            <a:r>
              <a:t/>
            </a:r>
          </a:p>
          <a:p xmlns:a="http://schemas.openxmlformats.org/drawingml/2006/main">
            <a:r>
              <a:t>Some tests use constructed scores to isolate temporal or log rules. Tests claiming real feature extraction run the actual Vision implementation on macOS. Do not treat all tests as recognition benchmarks.</a:t>
            </a:r>
          </a:p>
          <a:p xmlns:a="http://schemas.openxmlformats.org/drawingml/2006/main">
            <a:r>
              <a:t/>
            </a:r>
          </a:p>
          <a:p xmlns:a="http://schemas.openxmlformats.org/drawingml/2006/main">
            <a:r>
              <a:t>Fine print</a:t>
            </a:r>
          </a:p>
          <a:p xmlns:a="http://schemas.openxmlformats.org/drawingml/2006/main">
            <a:r>
              <a:t>VisionFeatureAdapterTests.swift: https://drive.google.com/file/d/1HThCNRuyHtscmMLhCi9AgGhNNsOMCVZt/view?usp=drivesdk</a:t>
            </a:r>
          </a:p>
          <a:p xmlns:a="http://schemas.openxmlformats.org/drawingml/2006/main">
            <a:r>
              <a:t>LocalTargetCatalogTests.swift: https://drive.google.com/file/d/1UxbrjxFIhbM-Z_DMGnUPku5Kr8TWq3ed/view?usp=drivesdk</a:t>
            </a:r>
          </a:p>
          <a:p xmlns:a="http://schemas.openxmlformats.org/drawingml/2006/main">
            <a:r>
              <a:t>VideoFixtureFrameStreamTests.swift: https://drive.google.com/file/d/1E4s8PvxdU2gVmmdwiUjOXDBrBdayEB28/view?usp=drivesdk</a:t>
            </a:r>
          </a:p>
          <a:p xmlns:a="http://schemas.openxmlformats.org/drawingml/2006/main">
            <a:r>
              <a:t>CandidateScorerTests.swift: https://drive.google.com/file/d/1p1L5S4Ly2U3wP6CWUucKIJAaP4eu9-e8/view?usp=drivesdk</a:t>
            </a:r>
          </a:p>
          <a:p xmlns:a="http://schemas.openxmlformats.org/drawingml/2006/main">
            <a:r>
              <a:t>CandidateEpisodeAggregatorTests.swift: https://drive.google.com/file/d/18TZJ2u0vJMbHwNg1l890KIw9LlkHwgNl/view?usp=drivesdk</a:t>
            </a:r>
          </a:p>
          <a:p xmlns:a="http://schemas.openxmlformats.org/drawingml/2006/main">
            <a:r>
              <a:t>CandidateAnalysisPipelineTests.swift: https://drive.google.com/file/d/1H_VNhhlPiBlO-zrPzliUY60ZcEnxE5Ki/view?usp=drivesdk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PipelineIntegrationSuite connects the production pipeline to the evaluator and saved artifacts. FixtureResources is support code, not a test case. The test introductions in the patch state what each file proves and where its evidence stops.</a:t>
            </a:r>
          </a:p>
          <a:p xmlns:a="http://schemas.openxmlformats.org/drawingml/2006/main">
            <a:r>
              <a:t/>
            </a:r>
          </a:p>
          <a:p xmlns:a="http://schemas.openxmlformats.org/drawingml/2006/main">
            <a:r>
              <a:t>ApplicationBootstrapTests includes a host-level assertion that requires the diagnostics scheme. VisionHarnessModelTests checks setup and resource identities. The remaining pre-existing app tests are unchanged by this sprint.</a:t>
            </a:r>
          </a:p>
          <a:p xmlns:a="http://schemas.openxmlformats.org/drawingml/2006/main">
            <a:r>
              <a:t/>
            </a:r>
          </a:p>
          <a:p xmlns:a="http://schemas.openxmlformats.org/drawingml/2006/main">
            <a:r>
              <a:t>Fine print</a:t>
            </a:r>
          </a:p>
          <a:p xmlns:a="http://schemas.openxmlformats.org/drawingml/2006/main">
            <a:r>
              <a:t>SessionLogTests.swift: https://drive.google.com/file/d/1vOHV30-0p1gfcaAXOvZCrVypEMrllAKS/view?usp=drivesdk</a:t>
            </a:r>
          </a:p>
          <a:p xmlns:a="http://schemas.openxmlformats.org/drawingml/2006/main">
            <a:r>
              <a:t>SessionReportBuilderTests.swift: https://drive.google.com/file/d/1jgTAaRAP42QjJgkCGWM8Ul5428Ch0w-u/view?usp=drivesdk</a:t>
            </a:r>
          </a:p>
          <a:p xmlns:a="http://schemas.openxmlformats.org/drawingml/2006/main">
            <a:r>
              <a:t>FixtureEvaluatorTests.swift: https://drive.google.com/file/d/1jZk28R69sRybwzYDM96lnF_eeeoADQNq/view?usp=drivesdk</a:t>
            </a:r>
          </a:p>
          <a:p xmlns:a="http://schemas.openxmlformats.org/drawingml/2006/main">
            <a:r>
              <a:t>PipelineIntegrationSuite.swift: https://drive.google.com/file/d/1RMKz3RX4UsbsP6_XFTOn6i7DcID52tZW/view?usp=drivesdk</a:t>
            </a:r>
          </a:p>
          <a:p xmlns:a="http://schemas.openxmlformats.org/drawingml/2006/main">
            <a:r>
              <a:t>FixtureResources.swift: https://drive.google.com/file/d/1BcaKRLUpMthH-rS_kdGDvNiJSvNua7GE/view?usp=drivesdk</a:t>
            </a:r>
          </a:p>
          <a:p xmlns:a="http://schemas.openxmlformats.org/drawingml/2006/main">
            <a:r>
              <a:t>FixtureResourcesTests.swift: https://drive.google.com/file/d/1CxEOuSkWSbS77Tl3CLVHbmN5Z-olRJTr/view?usp=drivesdk</a:t>
            </a:r>
          </a:p>
          <a:p xmlns:a="http://schemas.openxmlformats.org/drawingml/2006/main">
            <a:r>
              <a:t>App startup: https://drive.google.com/file/d/1SHcAow4_9oreGvLI9xuH-aVWqZ-VUfum/view?usp=drivesdk</a:t>
            </a:r>
          </a:p>
          <a:p xmlns:a="http://schemas.openxmlformats.org/drawingml/2006/main">
            <a:r>
              <a:t>Harness setup: https://drive.google.com/file/d/1KPBLjeiDriored4Cd7zoH6mSceEHCURE/view?usp=drivesdk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six files shown are added relative to the sprint base. run.zsh executes the offline macOS gate; verify-results.rb ensures a successful shell status does not conceal incomplete tests. required-tests.txt is configuration, not executable code.</a:t>
            </a:r>
          </a:p>
          <a:p xmlns:a="http://schemas.openxmlformats.org/drawingml/2006/main">
            <a:r>
              <a:t/>
            </a:r>
          </a:p>
          <a:p xmlns:a="http://schemas.openxmlformats.org/drawingml/2006/main">
            <a:r>
              <a:t>calibrate-scorer.rb is deliberately separate. The gate does not select its own threshold. copy-vision-fixtures.sh controls the app bundle, and verify-app-bundle.rb independently checks the result.</a:t>
            </a:r>
          </a:p>
          <a:p xmlns:a="http://schemas.openxmlformats.org/drawingml/2006/main">
            <a:r>
              <a:t/>
            </a:r>
          </a:p>
          <a:p xmlns:a="http://schemas.openxmlformats.org/drawingml/2006/main">
            <a:r>
              <a:t>The code-comment patch preserves shebang lines and every executable statement.</a:t>
            </a:r>
          </a:p>
          <a:p xmlns:a="http://schemas.openxmlformats.org/drawingml/2006/main">
            <a:r>
              <a:t/>
            </a:r>
          </a:p>
          <a:p xmlns:a="http://schemas.openxmlformats.org/drawingml/2006/main">
            <a:r>
              <a:t>Fine print</a:t>
            </a:r>
          </a:p>
          <a:p xmlns:a="http://schemas.openxmlformats.org/drawingml/2006/main">
            <a:r>
              <a:t>run.zsh: https://drive.google.com/file/d/10Y8fOEfpG-f4NUULUA1dT3xoUAs-2to1/view?usp=drivesdk</a:t>
            </a:r>
          </a:p>
          <a:p xmlns:a="http://schemas.openxmlformats.org/drawingml/2006/main">
            <a:r>
              <a:t>required-tests.txt: https://drive.google.com/file/d/1C0viIjgbVD-62GKbrhfGIAjdulFmdClt/view?usp=drivesdk</a:t>
            </a:r>
          </a:p>
          <a:p xmlns:a="http://schemas.openxmlformats.org/drawingml/2006/main">
            <a:r>
              <a:t>verify-results.rb: https://drive.google.com/file/d/1yl03h9aBriFDmPgJWTNt9v7Oi-fGhVLb/view?usp=drivesdk</a:t>
            </a:r>
          </a:p>
          <a:p xmlns:a="http://schemas.openxmlformats.org/drawingml/2006/main">
            <a:r>
              <a:t>calibrate-scorer.rb: https://drive.google.com/file/d/17k_pAegwXQoF4aGWexoarbjGjs76zE_Q/view?usp=drivesdk</a:t>
            </a:r>
          </a:p>
          <a:p xmlns:a="http://schemas.openxmlformats.org/drawingml/2006/main">
            <a:r>
              <a:t>verify-app-bundle.rb: https://drive.google.com/file/d/1xJafUe0eSHiZp3XQBDHca8y8XXhicrfE/view?usp=drivesdk</a:t>
            </a:r>
          </a:p>
          <a:p xmlns:a="http://schemas.openxmlformats.org/drawingml/2006/main">
            <a:r>
              <a:t>Packaging: https://drive.google.com/file/d/1n4RudQ84f06JgtH8OJGcHytnscH0rsjA/view?usp=drivesdk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project.pbxproj is modified; the diagnostics scheme is added. The resource folder contains the banana reference, two trimmed movies, and annotations. These are input artifacts rather than source code.</a:t>
            </a:r>
          </a:p>
          <a:p xmlns:a="http://schemas.openxmlformats.org/drawingml/2006/main">
            <a:r>
              <a:t/>
            </a:r>
          </a:p>
          <a:p xmlns:a="http://schemas.openxmlformats.org/drawingml/2006/main">
            <a:r>
              <a:t>The original videos are AIShopTests/video_with_banana.MOV and video_without_banana.MOV. The base branch did not contain these inputs. The review snapshot places the runtime fixtures in package test resources.</a:t>
            </a:r>
          </a:p>
          <a:p xmlns:a="http://schemas.openxmlformats.org/drawingml/2006/main">
            <a:r>
              <a:t/>
            </a:r>
          </a:p>
          <a:p xmlns:a="http://schemas.openxmlformats.org/drawingml/2006/main">
            <a:r>
              <a:t>Package.swift owns resource copying for tests. The Debug app build copies only reference plus trimmed videos. Release excludes diagnostics and fixtures.</a:t>
            </a:r>
          </a:p>
          <a:p xmlns:a="http://schemas.openxmlformats.org/drawingml/2006/main">
            <a:r>
              <a:t/>
            </a:r>
          </a:p>
          <a:p xmlns:a="http://schemas.openxmlformats.org/drawingml/2006/main">
            <a:r>
              <a:t>Resource paths and hashes come from the verified R11 snapshot. No binary input was changed in this documentation revision.</a:t>
            </a:r>
          </a:p>
          <a:p xmlns:a="http://schemas.openxmlformats.org/drawingml/2006/main">
            <a:r>
              <a:t/>
            </a:r>
          </a:p>
          <a:p xmlns:a="http://schemas.openxmlformats.org/drawingml/2006/main">
            <a:r>
              <a:t>Fine print</a:t>
            </a:r>
          </a:p>
          <a:p xmlns:a="http://schemas.openxmlformats.org/drawingml/2006/main">
            <a:r>
              <a:t>Project: https://drive.google.com/file/d/1jo7_m2i5YTkt6zw6TWajf1ggpfidgDWg/view?usp=drivesdk</a:t>
            </a:r>
          </a:p>
          <a:p xmlns:a="http://schemas.openxmlformats.org/drawingml/2006/main">
            <a:r>
              <a:t>Scheme: https://drive.google.com/file/d/1DjYdomtt-x1Ykvw7-r5tSvAg9SpQcaER/view?usp=drivesdk</a:t>
            </a:r>
          </a:p>
          <a:p xmlns:a="http://schemas.openxmlformats.org/drawingml/2006/main">
            <a:r>
              <a:t>Annotations: https://drive.google.com/file/d/1lq1K9Y8fA9MSrPMJdSlNin74RBdW_UzX/view</a:t>
            </a:r>
          </a:p>
          <a:p xmlns:a="http://schemas.openxmlformats.org/drawingml/2006/main">
            <a:r>
              <a:t>Input snapshot: https://drive.google.com/file/d/1ii_sO0b-T-r6IDZMFgUMMAui8UwM6BVg/view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dependency arrow shows the evaluator consumes the session evidence; the evaluator does not own production image capture. Its generated evaluation output is separate from the pipeline’s session log.</a:t>
            </a:r>
          </a:p>
          <a:p xmlns:a="http://schemas.openxmlformats.org/drawingml/2006/main">
            <a:r>
              <a:t/>
            </a:r>
          </a:p>
          <a:p xmlns:a="http://schemas.openxmlformats.org/drawingml/2006/main">
            <a:r>
              <a:t>On the app, the parent is Documents/VisionDiagnostics/&lt;fixture&gt;-&lt;run UUID&gt;/. On the macOS gate, run.zsh prints a temporary evidence directory. The retained Mac examples live under docs/09-build-test-document/basic-video-stream-object-recognition/artifacts/evidence/.</a:t>
            </a:r>
          </a:p>
          <a:p xmlns:a="http://schemas.openxmlformats.org/drawingml/2006/main">
            <a:r>
              <a:t/>
            </a:r>
          </a:p>
          <a:p xmlns:a="http://schemas.openxmlformats.org/drawingml/2006/main">
            <a:r>
              <a:t>A log export alone does not include report.json and images. Preserve those separately from the app container during the phone session.</a:t>
            </a:r>
          </a:p>
          <a:p xmlns:a="http://schemas.openxmlformats.org/drawingml/2006/main">
            <a:r>
              <a:t/>
            </a:r>
          </a:p>
          <a:p xmlns:a="http://schemas.openxmlformats.org/drawingml/2006/main">
            <a:r>
              <a:t>Fine print</a:t>
            </a:r>
          </a:p>
          <a:p xmlns:a="http://schemas.openxmlformats.org/drawingml/2006/main">
            <a:r>
              <a:t>Harness output path: https://drive.google.com/file/d/1vt_1-VAPTHjzlXDFcHeqeiLXp2myTA08/view?usp=drivesdk</a:t>
            </a:r>
          </a:p>
          <a:p xmlns:a="http://schemas.openxmlformats.org/drawingml/2006/main">
            <a:r>
              <a:t>Mac gate script: https://drive.google.com/file/d/10Y8fOEfpG-f4NUULUA1dT3xoUAs-2to1/view?usp=drivesdk</a:t>
            </a:r>
          </a:p>
          <a:p xmlns:a="http://schemas.openxmlformats.org/drawingml/2006/main">
            <a:r>
              <a:t>Log: https://drive.google.com/file/d/1bmFRmY7DbulEx3t8704Nz6ieZQ-wfC1u/view</a:t>
            </a:r>
          </a:p>
          <a:p xmlns:a="http://schemas.openxmlformats.org/drawingml/2006/main">
            <a:r>
              <a:t>Report: https://drive.google.com/file/d/1BYeEZwW57BhgfX4I4Gp7RQiqzPRSH0mt/view</a:t>
            </a:r>
          </a:p>
          <a:p xmlns:a="http://schemas.openxmlformats.org/drawingml/2006/main">
            <a:r>
              <a:t>Evaluation: https://drive.google.com/file/d/1T4aHnpL8RDOXdyBqJ7aQzP1UyWFYgfBC/view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existing Swift source files in these application folders were read and compared with the sprint base. They are unchanged. This page explains their roles so the reviewer can distinguish new on-device analysis from the existing server-driven app.</a:t>
            </a:r>
          </a:p>
          <a:p xmlns:a="http://schemas.openxmlformats.org/drawingml/2006/main">
            <a:r>
              <a:t/>
            </a:r>
          </a:p>
          <a:p xmlns:a="http://schemas.openxmlformats.org/drawingml/2006/main">
            <a:r>
              <a:t>Support holds configuration rather than Swift implementation. It appears because it is part of the app boundary. Secrets/configuration values are not reproduced in the deck.</a:t>
            </a:r>
          </a:p>
          <a:p xmlns:a="http://schemas.openxmlformats.org/drawingml/2006/main">
            <a:r>
              <a:t/>
            </a:r>
          </a:p>
          <a:p xmlns:a="http://schemas.openxmlformats.org/drawingml/2006/main">
            <a:r>
              <a:t>Scope is this iPhone sprint. Other repository applications, including server and dashboard, have their own code and review scope.</a:t>
            </a:r>
          </a:p>
          <a:p xmlns:a="http://schemas.openxmlformats.org/drawingml/2006/main">
            <a:r>
              <a:t/>
            </a:r>
          </a:p>
          <a:p xmlns:a="http://schemas.openxmlformats.org/drawingml/2006/main">
            <a:r>
              <a:t>Fine print</a:t>
            </a:r>
          </a:p>
          <a:p xmlns:a="http://schemas.openxmlformats.org/drawingml/2006/main">
            <a:r>
              <a:t>Application folder: https://drive.google.com/drive/folders/1wj2m_abT1EciOoBW_BPAtXi6NaiwLAre</a:t>
            </a:r>
          </a:p>
          <a:p xmlns:a="http://schemas.openxmlformats.org/drawingml/2006/main">
            <a:r>
              <a:t>Analysis folder: https://drive.google.com/drive/folders/1H-jScLpi-NxejNjoqNQzxVHW5TW6XoBs</a:t>
            </a:r>
          </a:p>
          <a:p xmlns:a="http://schemas.openxmlformats.org/drawingml/2006/main">
            <a:r>
              <a:t>Camera folder: https://drive.google.com/drive/folders/1LtXd7pu93hxYx_Qek_kFM5eDNey7wnfZ</a:t>
            </a:r>
          </a:p>
          <a:p xmlns:a="http://schemas.openxmlformats.org/drawingml/2006/main">
            <a:r>
              <a:t>UI folder: https://drive.google.com/drive/folders/13sCt7R3YVfMqHdPCR9oabZK_PpOFB46d</a:t>
            </a:r>
          </a:p>
          <a:p xmlns:a="http://schemas.openxmlformats.org/drawingml/2006/main">
            <a:r>
              <a:t>Auth folder: https://drive.google.com/drive/folders/1t-Q6bjDt5wFKLaxfCB0ZZUMc-bwkM4U5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table is a deliberate exception: the reviewer needs a compact mapping from each concern to where it can be investigated. These are not newly reproduced runtime defects.</a:t>
            </a:r>
          </a:p>
          <a:p xmlns:a="http://schemas.openxmlformats.org/drawingml/2006/main">
            <a:r>
              <a:t/>
            </a:r>
          </a:p>
          <a:p xmlns:a="http://schemas.openxmlformats.org/drawingml/2006/main">
            <a:r>
              <a:t>The saved delay is measured. The dropped-frame mismatch follows from paced buffering and comparator validation. The existing upright fixtures do not establish rotated-video correctness. The bounded queue does not bound report-history memory or image files.</a:t>
            </a:r>
          </a:p>
          <a:p xmlns:a="http://schemas.openxmlformats.org/drawingml/2006/main">
            <a:r>
              <a:t/>
            </a:r>
          </a:p>
          <a:p xmlns:a="http://schemas.openxmlformats.org/drawingml/2006/main">
            <a:r>
              <a:t>The diagnostic scheme and one app test depend on the special launch route. No real iPhone run has been performed during this revision.</a:t>
            </a:r>
          </a:p>
          <a:p xmlns:a="http://schemas.openxmlformats.org/drawingml/2006/main">
            <a:r>
              <a:t/>
            </a:r>
          </a:p>
          <a:p xmlns:a="http://schemas.openxmlformats.org/drawingml/2006/main">
            <a:r>
              <a:t>Fine print</a:t>
            </a:r>
          </a:p>
          <a:p xmlns:a="http://schemas.openxmlformats.org/drawingml/2006/main">
            <a:r>
              <a:t>Delay: https://drive.google.com/file/d/1T4aHnpL8RDOXdyBqJ7aQzP1UyWFYgfBC/view</a:t>
            </a:r>
          </a:p>
          <a:p xmlns:a="http://schemas.openxmlformats.org/drawingml/2006/main">
            <a:r>
              <a:t>Stream: https://drive.google.com/file/d/1XhzGrIh_cYvOyCGV2IpiNo3uR3XfOG1z/view?usp=drivesdk</a:t>
            </a:r>
          </a:p>
          <a:p xmlns:a="http://schemas.openxmlformats.org/drawingml/2006/main">
            <a:r>
              <a:t>Comparator: https://drive.google.com/file/d/1VWx2MUWLFW-lPTrljIPkzhYV1U7e6aoU/view?usp=drivesdk</a:t>
            </a:r>
          </a:p>
          <a:p xmlns:a="http://schemas.openxmlformats.org/drawingml/2006/main">
            <a:r>
              <a:t>Report lifetime: https://drive.google.com/file/d/1oj6uY_Dlu9ourdUFF1gz6MzhuevJl1Is/view?usp=drivesdk</a:t>
            </a:r>
          </a:p>
          <a:p xmlns:a="http://schemas.openxmlformats.org/drawingml/2006/main">
            <a:r>
              <a:t>Images: https://drive.google.com/file/d/11MaGlbs5PJ2W1nLkT2Jhw40DaaIsqW1K/view?usp=drivesdk</a:t>
            </a:r>
          </a:p>
          <a:p xmlns:a="http://schemas.openxmlformats.org/drawingml/2006/main">
            <a:r>
              <a:t>Scheme: https://drive.google.com/file/d/1DjYdomtt-x1Ykvw7-r5tSvAg9SpQcaER/view?usp=drivesdk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physical-device steps have not been executed here. Choose the diagnostic Xcode scheme, which supplies the special Debug launch route. The ordinary icon does not supply those arguments.</a:t>
            </a:r>
          </a:p>
          <a:p xmlns:a="http://schemas.openxmlformats.org/drawingml/2006/main">
            <a:r>
              <a:t/>
            </a:r>
          </a:p>
          <a:p xmlns:a="http://schemas.openxmlformats.org/drawingml/2006/main">
            <a:r>
              <a:t>Use identical fixture bytes, reference, profile, and source revision. Run both fixtures to completion; exercise Stop separately because interrupted evidence is not a completed fixture gate.</a:t>
            </a:r>
          </a:p>
          <a:p xmlns:a="http://schemas.openxmlformats.org/drawingml/2006/main">
            <a:r>
              <a:t/>
            </a:r>
          </a:p>
          <a:p xmlns:a="http://schemas.openxmlformats.org/drawingml/2006/main">
            <a:r>
              <a:t>The share control exports the session log. Preserve report.json and images from the app container too. Run the existing evaluator before the host comparator. Paced runs with dropped eligible frames are rejected for comparison.</a:t>
            </a:r>
          </a:p>
          <a:p xmlns:a="http://schemas.openxmlformats.org/drawingml/2006/main">
            <a:r>
              <a:t/>
            </a:r>
          </a:p>
          <a:p xmlns:a="http://schemas.openxmlformats.org/drawingml/2006/main">
            <a:r>
              <a:t>Record device model, OS, build, and findings. The linked runbook contains the exact existing commands.</a:t>
            </a:r>
          </a:p>
          <a:p xmlns:a="http://schemas.openxmlformats.org/drawingml/2006/main">
            <a:r>
              <a:t/>
            </a:r>
          </a:p>
          <a:p xmlns:a="http://schemas.openxmlformats.org/drawingml/2006/main">
            <a:r>
              <a:t>Fine print</a:t>
            </a:r>
          </a:p>
          <a:p xmlns:a="http://schemas.openxmlformats.org/drawingml/2006/main">
            <a:r>
              <a:t>Runbook: https://drive.google.com/file/d/1zb0O0CZdWipehcKvMou47Pcx7a5Avqax/view</a:t>
            </a:r>
          </a:p>
          <a:p xmlns:a="http://schemas.openxmlformats.org/drawingml/2006/main">
            <a:r>
              <a:t>Scheme: https://drive.google.com/file/d/1DjYdomtt-x1Ykvw7-r5tSvAg9SpQcaER/view?usp=drivesdk</a:t>
            </a:r>
          </a:p>
          <a:p xmlns:a="http://schemas.openxmlformats.org/drawingml/2006/main">
            <a:r>
              <a:t>CLI: https://drive.google.com/file/d/1AKTpMBAjYYoaOnltXDhGP6CHvzTdtZog/view?usp=drivesdk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Navigation pages and links cover all 43 added/modified source, configuration, and script files compared with sprint base cbc68ad. A companion CSV records exact repository paths, roles, source hashes, and slide numbers. Existing application source folders are explicitly identified as unchanged. Input and output artifacts have their own pages.</a:t>
            </a:r>
          </a:p>
          <a:p xmlns:a="http://schemas.openxmlformats.org/drawingml/2006/main">
            <a:r>
              <a:t/>
            </a:r>
          </a:p>
          <a:p xmlns:a="http://schemas.openxmlformats.org/drawingml/2006/main">
            <a:r>
              <a:t>The source-doc patch contains comment-only changes in 40 source/script files and focused changes in root governance. Drive rejected writes to the existing source file, so these source introductions are delivered for local application rather than claimed as already synced. No commit, push, or staging was performed.</a:t>
            </a:r>
          </a:p>
          <a:p xmlns:a="http://schemas.openxmlformats.org/drawingml/2006/main">
            <a:r>
              <a:t/>
            </a:r>
          </a:p>
          <a:p xmlns:a="http://schemas.openxmlformats.org/drawingml/2006/main">
            <a:r>
              <a:t>Runtime tests were not rerun on this Linux presentation host. The saved Mac evidence is retained as historical evidence with its host and date.</a:t>
            </a:r>
          </a:p>
          <a:p xmlns:a="http://schemas.openxmlformats.org/drawingml/2006/main">
            <a:r>
              <a:t/>
            </a:r>
          </a:p>
          <a:p xmlns:a="http://schemas.openxmlformats.org/drawingml/2006/main">
            <a:r>
              <a:t>Fine print</a:t>
            </a:r>
          </a:p>
          <a:p xmlns:a="http://schemas.openxmlformats.org/drawingml/2006/main">
            <a:r>
              <a:t>App and startup: https://drive.google.com/file/d/1vt_1-VAPTHjzlXDFcHeqeiLXp2myTA08/view?usp=drivesdk</a:t>
            </a:r>
          </a:p>
          <a:p xmlns:a="http://schemas.openxmlformats.org/drawingml/2006/main">
            <a:r>
              <a:t>Reference and sampled video: https://drive.google.com/file/d/1XhzGrIh_cYvOyCGV2IpiNo3uR3XfOG1z/view?usp=drivesdk</a:t>
            </a:r>
          </a:p>
          <a:p xmlns:a="http://schemas.openxmlformats.org/drawingml/2006/main">
            <a:r>
              <a:t>Scoring and episodes: https://drive.google.com/file/d/1901X7Y9Sns2jesyFvKskqVa1Iz2sUymo/view?usp=drivesdk</a:t>
            </a:r>
          </a:p>
          <a:p xmlns:a="http://schemas.openxmlformats.org/drawingml/2006/main">
            <a:r>
              <a:t>Pipeline and persisted evidence: https://drive.google.com/file/d/14M5TR7ay3bKgzb_pcc_dNRO4go1F7fsy/view?usp=drivesdk</a:t>
            </a:r>
          </a:p>
          <a:p xmlns:a="http://schemas.openxmlformats.org/drawingml/2006/main">
            <a:r>
              <a:t>Tests and host comparison: https://drive.google.com/file/d/1RMKz3RX4UsbsP6_XFTOn6i7DcID52tZW/view?usp=drivesdk</a:t>
            </a:r>
          </a:p>
          <a:p xmlns:a="http://schemas.openxmlformats.org/drawingml/2006/main">
            <a:r>
              <a:t>Reviewed source hashes: https://drive.google.com/file/d/1ii_sO0b-T-r6IDZMFgUMMAui8UwM6BVg/view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bce4005c734f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550380cba44a8a" /><Relationship Type="http://schemas.openxmlformats.org/officeDocument/2006/relationships/slideLayout" Target="/ppt/slideLayouts/slideLayout1.xml" Id="R79c460fe758f4a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c460fe758f4a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7927e20a7641f5" /><Relationship Type="http://schemas.openxmlformats.org/officeDocument/2006/relationships/image" Target="/ppt/media/image.jpeg" Id="Re48c6292f1764f9a" /><Relationship Type="http://schemas.openxmlformats.org/officeDocument/2006/relationships/hyperlink" Target="https://github.com/pabloelustondo/aishop/blob/34f246b/ios/AIShop/01-docs/02-intent/intent.md" TargetMode="External" Id="Rb09d5f6130d84093" /><Relationship Type="http://schemas.openxmlformats.org/officeDocument/2006/relationships/notesSlide" Target="/ppt/notesSlides/notesSlide1.xml" Id="R5eba933ca55040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76ce06fc704976" /><Relationship Type="http://schemas.openxmlformats.org/officeDocument/2006/relationships/image" Target="/ppt/media/image2.jpeg" Id="Rb431fc2d4a83405b" /><Relationship Type="http://schemas.openxmlformats.org/officeDocument/2006/relationships/image" Target="/ppt/media/image3.jpeg" Id="R1334faa4206e4059" /><Relationship Type="http://schemas.openxmlformats.org/officeDocument/2006/relationships/hyperlink" Target="https://drive.google.com/file/d/14M5TR7ay3bKgzb_pcc_dNRO4go1F7fsy/view?usp=drivesdk" TargetMode="External" Id="R56504ecba5e24754" /><Relationship Type="http://schemas.openxmlformats.org/officeDocument/2006/relationships/notesSlide" Target="/ppt/notesSlides/notesSlide2.xml" Id="R2e76dea520b940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9bd2cbc8b949f2" /><Relationship Type="http://schemas.openxmlformats.org/officeDocument/2006/relationships/image" Target="/ppt/media/image4.jpeg" Id="R544de30b4a3e4714" /><Relationship Type="http://schemas.openxmlformats.org/officeDocument/2006/relationships/image" Target="/ppt/media/image5.jpeg" Id="R20f5a0e62324466a" /><Relationship Type="http://schemas.openxmlformats.org/officeDocument/2006/relationships/hyperlink" Target="https://drive.google.com/file/d/1SipNb8yZeYdV-rSrrNZ-2FfQYIRiFsBN/view?usp=drivesdk" TargetMode="External" Id="R9351ac03e2ac4203" /><Relationship Type="http://schemas.openxmlformats.org/officeDocument/2006/relationships/notesSlide" Target="/ppt/notesSlides/notesSlide3.xml" Id="Rcc204028e8df4c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c4ae2dca7e48a4" /><Relationship Type="http://schemas.openxmlformats.org/officeDocument/2006/relationships/hyperlink" Target="https://drive.google.com/file/d/1G7UaQ3bd2oePjI2dLO3TS7BMBO50kQ0K/view" TargetMode="External" Id="R09bbf199f24646a9" /><Relationship Type="http://schemas.openxmlformats.org/officeDocument/2006/relationships/hyperlink" Target="https://drive.google.com/file/d/1c9iIimH8VLP8gruQfwAFxX0RrtewKodp/view" TargetMode="External" Id="Re13e22a5ae9143aa" /><Relationship Type="http://schemas.openxmlformats.org/officeDocument/2006/relationships/hyperlink" Target="https://drive.google.com/file/d/1zb0O0CZdWipehcKvMou47Pcx7a5Avqax/view" TargetMode="External" Id="Rd1f7c0d027604dd6" /><Relationship Type="http://schemas.openxmlformats.org/officeDocument/2006/relationships/notesSlide" Target="/ppt/notesSlides/notesSlide4.xml" Id="Re355e8c1bcd84d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289c7fe9284878" /><Relationship Type="http://schemas.openxmlformats.org/officeDocument/2006/relationships/notesSlide" Target="/ppt/notesSlides/notesSlide5.xml" Id="Rd060da1243924e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22c9661e07460a" /><Relationship Type="http://schemas.openxmlformats.org/officeDocument/2006/relationships/notesSlide" Target="/ppt/notesSlides/notesSlide6.xml" Id="R7979f89afb1c4a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1878dd17cc246fa" /><Relationship Type="http://schemas.openxmlformats.org/officeDocument/2006/relationships/hyperlink" Target="https://drive.google.com/file/d/1Yn_RiyuDQsIXyxboOGWOS5Iw_xvWUX6z/view?usp=drivesdk" TargetMode="External" Id="R1c6d918b37d94088" /><Relationship Type="http://schemas.openxmlformats.org/officeDocument/2006/relationships/hyperlink" Target="https://drive.google.com/file/d/1mKFo4gPb8aCVD3my1tH4E17GcbkzQGKL/view?usp=drivesdk" TargetMode="External" Id="R412eb4bd70d240c1" /><Relationship Type="http://schemas.openxmlformats.org/officeDocument/2006/relationships/hyperlink" Target="https://drive.google.com/file/d/1SipNb8yZeYdV-rSrrNZ-2FfQYIRiFsBN/view?usp=drivesdk" TargetMode="External" Id="Re99d7e4453724849" /><Relationship Type="http://schemas.openxmlformats.org/officeDocument/2006/relationships/hyperlink" Target="https://drive.google.com/file/d/1vt_1-VAPTHjzlXDFcHeqeiLXp2myTA08/view?usp=drivesdk" TargetMode="External" Id="Rfc20a02eff914477" /><Relationship Type="http://schemas.openxmlformats.org/officeDocument/2006/relationships/hyperlink" Target="https://drive.google.com/file/d/1i6zZ-yxCdc8PqkUY3d4HawzS8vxqQCP8/view?usp=drivesdk" TargetMode="External" Id="R51093ee1eede478f" /><Relationship Type="http://schemas.openxmlformats.org/officeDocument/2006/relationships/notesSlide" Target="/ppt/notesSlides/notesSlide7.xml" Id="R276c6434a27149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9727d95809344f4" /><Relationship Type="http://schemas.openxmlformats.org/officeDocument/2006/relationships/hyperlink" Target="https://drive.google.com/file/d/1vt_1-VAPTHjzlXDFcHeqeiLXp2myTA08/view?usp=drivesdk" TargetMode="External" Id="R37d34714e50d4c78" /><Relationship Type="http://schemas.openxmlformats.org/officeDocument/2006/relationships/notesSlide" Target="/ppt/notesSlides/notesSlide8.xml" Id="R16b2fde3889447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018234cab7847b5" /><Relationship Type="http://schemas.openxmlformats.org/officeDocument/2006/relationships/hyperlink" Target="https://drive.google.com/file/d/16kZWAT__6SRWLn35EKFh0rrcozpP1n5b/view?usp=drivesdk" TargetMode="External" Id="R904aa2be538247c2" /><Relationship Type="http://schemas.openxmlformats.org/officeDocument/2006/relationships/hyperlink" Target="https://drive.google.com/file/d/1gsg9q4uKodYz18YD5lON1XWTuWm4xvea/view?usp=drivesdk" TargetMode="External" Id="R6bd4792077984233" /><Relationship Type="http://schemas.openxmlformats.org/officeDocument/2006/relationships/hyperlink" Target="https://drive.google.com/file/d/1O9QFLGbAxh0-a7v41gT-3cI11m5XNmqT/view?usp=drivesdk" TargetMode="External" Id="R007a3391aaec4c55" /><Relationship Type="http://schemas.openxmlformats.org/officeDocument/2006/relationships/notesSlide" Target="/ppt/notesSlides/notesSlide9.xml" Id="R80261ee2775f44b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e8d26e2d7b4315" /><Relationship Type="http://schemas.openxmlformats.org/officeDocument/2006/relationships/hyperlink" Target="https://drive.google.com/file/d/1wE9Z43msZwnxCUKyNkrb9HOQYTGhJq6a/view?usp=drivesdk" TargetMode="External" Id="R4dbe9081f5e6477a" /><Relationship Type="http://schemas.openxmlformats.org/officeDocument/2006/relationships/hyperlink" Target="https://drive.google.com/file/d/1XhzGrIh_cYvOyCGV2IpiNo3uR3XfOG1z/view?usp=drivesdk" TargetMode="External" Id="R55f87c0f34b14ba7" /><Relationship Type="http://schemas.openxmlformats.org/officeDocument/2006/relationships/notesSlide" Target="/ppt/notesSlides/notesSlide10.xml" Id="R2bcf409b1bb541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dc7f9840b984f83" /><Relationship Type="http://schemas.openxmlformats.org/officeDocument/2006/relationships/hyperlink" Target="https://drive.google.com/file/d/1XhzGrIh_cYvOyCGV2IpiNo3uR3XfOG1z/view?usp=drivesdk" TargetMode="External" Id="R065adab9ab234c72" /><Relationship Type="http://schemas.openxmlformats.org/officeDocument/2006/relationships/notesSlide" Target="/ppt/notesSlides/notesSlide11.xml" Id="R915638485d994c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6678d7ffc7644ee" /><Relationship Type="http://schemas.openxmlformats.org/officeDocument/2006/relationships/image" Target="/ppt/media/image6.jpeg" Id="R9870fd0f3fca4bb4" /><Relationship Type="http://schemas.openxmlformats.org/officeDocument/2006/relationships/image" Target="/ppt/media/image7.jpeg" Id="R048e5a8d1c154ff3" /><Relationship Type="http://schemas.openxmlformats.org/officeDocument/2006/relationships/hyperlink" Target="https://drive.google.com/file/d/1rJrhximOmw3ViR7iRNxbwKZ4d73rnt5X/view?usp=drivesdk" TargetMode="External" Id="Re9088ef206c940ac" /><Relationship Type="http://schemas.openxmlformats.org/officeDocument/2006/relationships/hyperlink" Target="https://drive.google.com/file/d/1SiHsgWtxUrL8l7Uoy-UWPB0vD3U_SAYA/view?usp=drivesdk" TargetMode="External" Id="Rfbef67a70d804569" /><Relationship Type="http://schemas.openxmlformats.org/officeDocument/2006/relationships/notesSlide" Target="/ppt/notesSlides/notesSlide12.xml" Id="Ra0b7593fc0b64b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243b657f09c4fd1" /><Relationship Type="http://schemas.openxmlformats.org/officeDocument/2006/relationships/hyperlink" Target="https://drive.google.com/file/d/1901X7Y9Sns2jesyFvKskqVa1Iz2sUymo/view?usp=drivesdk" TargetMode="External" Id="R73a38c61f90e4e7e" /><Relationship Type="http://schemas.openxmlformats.org/officeDocument/2006/relationships/notesSlide" Target="/ppt/notesSlides/notesSlide13.xml" Id="R6f94e042cdb543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5d7ef3c23484b93" /><Relationship Type="http://schemas.openxmlformats.org/officeDocument/2006/relationships/hyperlink" Target="https://drive.google.com/file/d/14M5TR7ay3bKgzb_pcc_dNRO4go1F7fsy/view?usp=drivesdk" TargetMode="External" Id="R73963c0441024525" /><Relationship Type="http://schemas.openxmlformats.org/officeDocument/2006/relationships/hyperlink" Target="https://drive.google.com/file/d/1yc9kgqlS7J_iKg-L20lnnNtlkYbAlGSP/view?usp=drivesdk" TargetMode="External" Id="R8556186d374043a2" /><Relationship Type="http://schemas.openxmlformats.org/officeDocument/2006/relationships/notesSlide" Target="/ppt/notesSlides/notesSlide14.xml" Id="Rcb2359f8a3e44f4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fccc6f39b354b01" /><Relationship Type="http://schemas.openxmlformats.org/officeDocument/2006/relationships/hyperlink" Target="https://drive.google.com/file/d/14M5TR7ay3bKgzb_pcc_dNRO4go1F7fsy/view?usp=drivesdk" TargetMode="External" Id="R0897f67f8bc14e37" /><Relationship Type="http://schemas.openxmlformats.org/officeDocument/2006/relationships/notesSlide" Target="/ppt/notesSlides/notesSlide15.xml" Id="R98652377184644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65c539f4a184464" /><Relationship Type="http://schemas.openxmlformats.org/officeDocument/2006/relationships/hyperlink" Target="https://drive.google.com/file/d/1bmFRmY7DbulEx3t8704Nz6ieZQ-wfC1u/view" TargetMode="External" Id="Ree204ead3c6e4abb" /><Relationship Type="http://schemas.openxmlformats.org/officeDocument/2006/relationships/notesSlide" Target="/ppt/notesSlides/notesSlide16.xml" Id="Rab797d1bf4cf432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a63202fb31c4e57" /><Relationship Type="http://schemas.openxmlformats.org/officeDocument/2006/relationships/hyperlink" Target="https://drive.google.com/file/d/1vt_1-VAPTHjzlXDFcHeqeiLXp2myTA08/view?usp=drivesdk" TargetMode="External" Id="R77a8ceac8d2f4d61" /><Relationship Type="http://schemas.openxmlformats.org/officeDocument/2006/relationships/notesSlide" Target="/ppt/notesSlides/notesSlide17.xml" Id="Rd33a6c13ab4441a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593436e0710498c" /><Relationship Type="http://schemas.openxmlformats.org/officeDocument/2006/relationships/hyperlink" Target="https://drive.google.com/file/d/1p434lAX6Ng7a1YLruLPuEgccp8N2TGf1/view?usp=drivesdk" TargetMode="External" Id="R90992ed7571c4164" /><Relationship Type="http://schemas.openxmlformats.org/officeDocument/2006/relationships/hyperlink" Target="https://drive.google.com/file/d/116AOtiYIxeoCES-j_RvsmOzyyj4DaWNc/view?usp=drivesdk" TargetMode="External" Id="Rbb7f3f21fbb6438c" /><Relationship Type="http://schemas.openxmlformats.org/officeDocument/2006/relationships/hyperlink" Target="https://drive.google.com/file/d/1oj6uY_Dlu9ourdUFF1gz6MzhuevJl1Is/view?usp=drivesdk" TargetMode="External" Id="Ra37e84b9e6964fda" /><Relationship Type="http://schemas.openxmlformats.org/officeDocument/2006/relationships/hyperlink" Target="https://drive.google.com/file/d/11MaGlbs5PJ2W1nLkT2Jhw40DaaIsqW1K/view?usp=drivesdk" TargetMode="External" Id="R223708bc1c8e4065" /><Relationship Type="http://schemas.openxmlformats.org/officeDocument/2006/relationships/notesSlide" Target="/ppt/notesSlides/notesSlide18.xml" Id="R70667594b21c4ac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358874f6d294316" /><Relationship Type="http://schemas.openxmlformats.org/officeDocument/2006/relationships/hyperlink" Target="https://drive.google.com/file/d/1yc9kgqlS7J_iKg-L20lnnNtlkYbAlGSP/view?usp=drivesdk" TargetMode="External" Id="R056d20c2a41f49a6" /><Relationship Type="http://schemas.openxmlformats.org/officeDocument/2006/relationships/notesSlide" Target="/ppt/notesSlides/notesSlide19.xml" Id="R7b017046214d4ac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875c30d05f647aa" /><Relationship Type="http://schemas.openxmlformats.org/officeDocument/2006/relationships/notesSlide" Target="/ppt/notesSlides/notesSlide20.xml" Id="R603f47920ea74e9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32b9debda3b4cb0" /><Relationship Type="http://schemas.openxmlformats.org/officeDocument/2006/relationships/hyperlink" Target="https://drive.google.com/file/d/14M5TR7ay3bKgzb_pcc_dNRO4go1F7fsy/view?usp=drivesdk" TargetMode="External" Id="R64f57a8887f54537" /><Relationship Type="http://schemas.openxmlformats.org/officeDocument/2006/relationships/notesSlide" Target="/ppt/notesSlides/notesSlide21.xml" Id="Rd4db8eb06f8a4d6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04b7f417df04468" /><Relationship Type="http://schemas.openxmlformats.org/officeDocument/2006/relationships/hyperlink" Target="https://drive.google.com/file/d/1SiHsgWtxUrL8l7Uoy-UWPB0vD3U_SAYA/view?usp=drivesdk" TargetMode="External" Id="Rc92869a4defe417f" /><Relationship Type="http://schemas.openxmlformats.org/officeDocument/2006/relationships/notesSlide" Target="/ppt/notesSlides/notesSlide22.xml" Id="R63635eb4eb434c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8c3ff6eaa784bc9" /><Relationship Type="http://schemas.openxmlformats.org/officeDocument/2006/relationships/image" Target="/ppt/media/image8.jpeg" Id="Rc5b1891382fd4d34" /><Relationship Type="http://schemas.openxmlformats.org/officeDocument/2006/relationships/image" Target="/ppt/media/image9.jpeg" Id="Rb85c3895fe6e4464" /><Relationship Type="http://schemas.openxmlformats.org/officeDocument/2006/relationships/image" Target="/ppt/media/image10.jpeg" Id="R54e3def9c34b479d" /><Relationship Type="http://schemas.openxmlformats.org/officeDocument/2006/relationships/notesSlide" Target="/ppt/notesSlides/notesSlide23.xml" Id="Rdd9bac8bc0f94f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54d2f53db574abe" /><Relationship Type="http://schemas.openxmlformats.org/officeDocument/2006/relationships/chart" Target="/ppt/slides/charts/chart1.xml" Id="R5bb62de058be4264" /><Relationship Type="http://schemas.openxmlformats.org/officeDocument/2006/relationships/hyperlink" Target="https://drive.google.com/file/d/1bmFRmY7DbulEx3t8704Nz6ieZQ-wfC1u/view" TargetMode="External" Id="Reb1acb6ebf6c4e98" /><Relationship Type="http://schemas.openxmlformats.org/officeDocument/2006/relationships/notesSlide" Target="/ppt/notesSlides/notesSlide24.xml" Id="R174b3fd76e04477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bc0e9e744dc4304" /><Relationship Type="http://schemas.openxmlformats.org/officeDocument/2006/relationships/image" Target="/ppt/media/image11.jpeg" Id="Rd3ccfa596a324b13" /><Relationship Type="http://schemas.openxmlformats.org/officeDocument/2006/relationships/image" Target="/ppt/media/image12.jpeg" Id="Rb603b2cc8a324454" /><Relationship Type="http://schemas.openxmlformats.org/officeDocument/2006/relationships/hyperlink" Target="https://drive.google.com/file/d/1T4aHnpL8RDOXdyBqJ7aQzP1UyWFYgfBC/view" TargetMode="External" Id="Ra68d5cb1527b4a5a" /><Relationship Type="http://schemas.openxmlformats.org/officeDocument/2006/relationships/hyperlink" Target="https://drive.google.com/file/d/17iEwan4LpTMTUJQCKyzzhVNixNUqOD9j/view" TargetMode="External" Id="R2e122058175548b5" /><Relationship Type="http://schemas.openxmlformats.org/officeDocument/2006/relationships/notesSlide" Target="/ppt/notesSlides/notesSlide25.xml" Id="R507ddfef67cb441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ea6deff71474146" /><Relationship Type="http://schemas.openxmlformats.org/officeDocument/2006/relationships/hyperlink" Target="https://drive.google.com/file/d/1VWx2MUWLFW-lPTrljIPkzhYV1U7e6aoU/view?usp=drivesdk" TargetMode="External" Id="Rcdfe8323fdd74459" /><Relationship Type="http://schemas.openxmlformats.org/officeDocument/2006/relationships/hyperlink" Target="https://drive.google.com/file/d/1AKTpMBAjYYoaOnltXDhGP6CHvzTdtZog/view?usp=drivesdk" TargetMode="External" Id="R7adc296dad3c45fa" /><Relationship Type="http://schemas.openxmlformats.org/officeDocument/2006/relationships/notesSlide" Target="/ppt/notesSlides/notesSlide26.xml" Id="Rf0571d3e57cb4e2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bfec1ead8ae40a5" /><Relationship Type="http://schemas.openxmlformats.org/officeDocument/2006/relationships/hyperlink" Target="https://drive.google.com/file/d/1HThCNRuyHtscmMLhCi9AgGhNNsOMCVZt/view?usp=drivesdk" TargetMode="External" Id="R342b64ed0d25444a" /><Relationship Type="http://schemas.openxmlformats.org/officeDocument/2006/relationships/hyperlink" Target="https://drive.google.com/file/d/1UxbrjxFIhbM-Z_DMGnUPku5Kr8TWq3ed/view?usp=drivesdk" TargetMode="External" Id="R58e44426f1284fa0" /><Relationship Type="http://schemas.openxmlformats.org/officeDocument/2006/relationships/hyperlink" Target="https://drive.google.com/file/d/1E4s8PvxdU2gVmmdwiUjOXDBrBdayEB28/view?usp=drivesdk" TargetMode="External" Id="R4ad8fa87233141ff" /><Relationship Type="http://schemas.openxmlformats.org/officeDocument/2006/relationships/hyperlink" Target="https://drive.google.com/file/d/1p1L5S4Ly2U3wP6CWUucKIJAaP4eu9-e8/view?usp=drivesdk" TargetMode="External" Id="R6ba2d58f633e4461" /><Relationship Type="http://schemas.openxmlformats.org/officeDocument/2006/relationships/hyperlink" Target="https://drive.google.com/file/d/18TZJ2u0vJMbHwNg1l890KIw9LlkHwgNl/view?usp=drivesdk" TargetMode="External" Id="Ra1f9e0643af5470f" /><Relationship Type="http://schemas.openxmlformats.org/officeDocument/2006/relationships/hyperlink" Target="https://drive.google.com/file/d/1H_VNhhlPiBlO-zrPzliUY60ZcEnxE5Ki/view?usp=drivesdk" TargetMode="External" Id="R9e42a95e8c904b48" /><Relationship Type="http://schemas.openxmlformats.org/officeDocument/2006/relationships/notesSlide" Target="/ppt/notesSlides/notesSlide27.xml" Id="R56706639b4a64ad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fce198575494eb9" /><Relationship Type="http://schemas.openxmlformats.org/officeDocument/2006/relationships/hyperlink" Target="https://drive.google.com/file/d/1vOHV30-0p1gfcaAXOvZCrVypEMrllAKS/view?usp=drivesdk" TargetMode="External" Id="R13b6de96184e4ad3" /><Relationship Type="http://schemas.openxmlformats.org/officeDocument/2006/relationships/hyperlink" Target="https://drive.google.com/file/d/1jgTAaRAP42QjJgkCGWM8Ul5428Ch0w-u/view?usp=drivesdk" TargetMode="External" Id="R8f3422e5e3394681" /><Relationship Type="http://schemas.openxmlformats.org/officeDocument/2006/relationships/hyperlink" Target="https://drive.google.com/file/d/1jZk28R69sRybwzYDM96lnF_eeeoADQNq/view?usp=drivesdk" TargetMode="External" Id="Rd26bf52f959f4211" /><Relationship Type="http://schemas.openxmlformats.org/officeDocument/2006/relationships/hyperlink" Target="https://drive.google.com/file/d/1RMKz3RX4UsbsP6_XFTOn6i7DcID52tZW/view?usp=drivesdk" TargetMode="External" Id="Rb833d4b79a714b74" /><Relationship Type="http://schemas.openxmlformats.org/officeDocument/2006/relationships/hyperlink" Target="https://drive.google.com/file/d/1BcaKRLUpMthH-rS_kdGDvNiJSvNua7GE/view?usp=drivesdk" TargetMode="External" Id="R27147b5858a242d1" /><Relationship Type="http://schemas.openxmlformats.org/officeDocument/2006/relationships/hyperlink" Target="https://drive.google.com/file/d/1CxEOuSkWSbS77Tl3CLVHbmN5Z-olRJTr/view?usp=drivesdk" TargetMode="External" Id="Ra8d80529901341b6" /><Relationship Type="http://schemas.openxmlformats.org/officeDocument/2006/relationships/hyperlink" Target="https://drive.google.com/file/d/1SHcAow4_9oreGvLI9xuH-aVWqZ-VUfum/view?usp=drivesdk" TargetMode="External" Id="Rfbc0f28626294385" /><Relationship Type="http://schemas.openxmlformats.org/officeDocument/2006/relationships/hyperlink" Target="https://drive.google.com/file/d/1KPBLjeiDriored4Cd7zoH6mSceEHCURE/view?usp=drivesdk" TargetMode="External" Id="R183dcccae55249aa" /><Relationship Type="http://schemas.openxmlformats.org/officeDocument/2006/relationships/notesSlide" Target="/ppt/notesSlides/notesSlide28.xml" Id="Rbf5eae385d56406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a7b1c57ba964972" /><Relationship Type="http://schemas.openxmlformats.org/officeDocument/2006/relationships/hyperlink" Target="https://drive.google.com/file/d/10Y8fOEfpG-f4NUULUA1dT3xoUAs-2to1/view?usp=drivesdk" TargetMode="External" Id="R826e6de0c5044dc8" /><Relationship Type="http://schemas.openxmlformats.org/officeDocument/2006/relationships/hyperlink" Target="https://drive.google.com/file/d/1C0viIjgbVD-62GKbrhfGIAjdulFmdClt/view?usp=drivesdk" TargetMode="External" Id="Rb65a6a6f24374274" /><Relationship Type="http://schemas.openxmlformats.org/officeDocument/2006/relationships/hyperlink" Target="https://drive.google.com/file/d/1yl03h9aBriFDmPgJWTNt9v7Oi-fGhVLb/view?usp=drivesdk" TargetMode="External" Id="R52fe1160767743c9" /><Relationship Type="http://schemas.openxmlformats.org/officeDocument/2006/relationships/hyperlink" Target="https://drive.google.com/file/d/17k_pAegwXQoF4aGWexoarbjGjs76zE_Q/view?usp=drivesdk" TargetMode="External" Id="R5b84e8b420e542a4" /><Relationship Type="http://schemas.openxmlformats.org/officeDocument/2006/relationships/hyperlink" Target="https://drive.google.com/file/d/1xJafUe0eSHiZp3XQBDHca8y8XXhicrfE/view?usp=drivesdk" TargetMode="External" Id="Rd67024080f69453e" /><Relationship Type="http://schemas.openxmlformats.org/officeDocument/2006/relationships/hyperlink" Target="https://drive.google.com/file/d/1n4RudQ84f06JgtH8OJGcHytnscH0rsjA/view?usp=drivesdk" TargetMode="External" Id="Re301888dd0bd4606" /><Relationship Type="http://schemas.openxmlformats.org/officeDocument/2006/relationships/notesSlide" Target="/ppt/notesSlides/notesSlide29.xml" Id="Rab713e13a9ad466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bfc5466831b4f08" /><Relationship Type="http://schemas.openxmlformats.org/officeDocument/2006/relationships/hyperlink" Target="https://drive.google.com/file/d/1jo7_m2i5YTkt6zw6TWajf1ggpfidgDWg/view?usp=drivesdk" TargetMode="External" Id="R989b4f44b1454014" /><Relationship Type="http://schemas.openxmlformats.org/officeDocument/2006/relationships/hyperlink" Target="https://drive.google.com/file/d/1DjYdomtt-x1Ykvw7-r5tSvAg9SpQcaER/view?usp=drivesdk" TargetMode="External" Id="R437a1d0136bb4935" /><Relationship Type="http://schemas.openxmlformats.org/officeDocument/2006/relationships/hyperlink" Target="https://drive.google.com/file/d/1ii_sO0b-T-r6IDZMFgUMMAui8UwM6BVg/view" TargetMode="External" Id="R4bd25a651c224414" /><Relationship Type="http://schemas.openxmlformats.org/officeDocument/2006/relationships/notesSlide" Target="/ppt/notesSlides/notesSlide30.xml" Id="R8cb4248f1db8481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0215396ef1448bd" /><Relationship Type="http://schemas.openxmlformats.org/officeDocument/2006/relationships/hyperlink" Target="https://drive.google.com/file/d/1bmFRmY7DbulEx3t8704Nz6ieZQ-wfC1u/view" TargetMode="External" Id="Rad734c6bcd7f475f" /><Relationship Type="http://schemas.openxmlformats.org/officeDocument/2006/relationships/hyperlink" Target="https://drive.google.com/file/d/1BYeEZwW57BhgfX4I4Gp7RQiqzPRSH0mt/view" TargetMode="External" Id="R60efd88e31b74e99" /><Relationship Type="http://schemas.openxmlformats.org/officeDocument/2006/relationships/hyperlink" Target="https://drive.google.com/file/d/1T4aHnpL8RDOXdyBqJ7aQzP1UyWFYgfBC/view" TargetMode="External" Id="R490d6b4f8dd04b9b" /><Relationship Type="http://schemas.openxmlformats.org/officeDocument/2006/relationships/notesSlide" Target="/ppt/notesSlides/notesSlide31.xml" Id="R360620bf88d344a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ebfd423b3334663" /><Relationship Type="http://schemas.openxmlformats.org/officeDocument/2006/relationships/notesSlide" Target="/ppt/notesSlides/notesSlide32.xml" Id="Rc6ffea7721fa42c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8ae501e47b847d4" /><Relationship Type="http://schemas.openxmlformats.org/officeDocument/2006/relationships/notesSlide" Target="/ppt/notesSlides/notesSlide33.xml" Id="Rc87997e2d3e84ad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6207235ffd74613" /><Relationship Type="http://schemas.openxmlformats.org/officeDocument/2006/relationships/hyperlink" Target="https://drive.google.com/file/d/1zb0O0CZdWipehcKvMou47Pcx7a5Avqax/view" TargetMode="External" Id="R10ca789e928f45bf" /><Relationship Type="http://schemas.openxmlformats.org/officeDocument/2006/relationships/notesSlide" Target="/ppt/notesSlides/notesSlide34.xml" Id="R44a850ce852240f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f973fef08ca4577" /><Relationship Type="http://schemas.openxmlformats.org/officeDocument/2006/relationships/hyperlink" Target="https://drive.google.com/file/d/1vt_1-VAPTHjzlXDFcHeqeiLXp2myTA08/view?usp=drivesdk" TargetMode="External" Id="R44724c4d2123486f" /><Relationship Type="http://schemas.openxmlformats.org/officeDocument/2006/relationships/hyperlink" Target="https://drive.google.com/file/d/1XhzGrIh_cYvOyCGV2IpiNo3uR3XfOG1z/view?usp=drivesdk" TargetMode="External" Id="R135fe2c239f141d1" /><Relationship Type="http://schemas.openxmlformats.org/officeDocument/2006/relationships/hyperlink" Target="https://drive.google.com/file/d/1901X7Y9Sns2jesyFvKskqVa1Iz2sUymo/view?usp=drivesdk" TargetMode="External" Id="R82583cc01d524f5d" /><Relationship Type="http://schemas.openxmlformats.org/officeDocument/2006/relationships/hyperlink" Target="https://drive.google.com/file/d/14M5TR7ay3bKgzb_pcc_dNRO4go1F7fsy/view?usp=drivesdk" TargetMode="External" Id="R7ef55ef286d0423d" /><Relationship Type="http://schemas.openxmlformats.org/officeDocument/2006/relationships/hyperlink" Target="https://drive.google.com/file/d/1RMKz3RX4UsbsP6_XFTOn6i7DcID52tZW/view?usp=drivesdk" TargetMode="External" Id="R9adc2bcdacb24c7f" /><Relationship Type="http://schemas.openxmlformats.org/officeDocument/2006/relationships/hyperlink" Target="https://drive.google.com/file/d/1ii_sO0b-T-r6IDZMFgUMMAui8UwM6BVg/view" TargetMode="External" Id="R386411b2c2994be4" /><Relationship Type="http://schemas.openxmlformats.org/officeDocument/2006/relationships/hyperlink" Target="https://drive.google.com/file/d/1SJRNAqptNhq9Uht3iUa-480vg_UsTmxa/view" TargetMode="External" Id="R14731d49698f4291" /><Relationship Type="http://schemas.openxmlformats.org/officeDocument/2006/relationships/notesSlide" Target="/ppt/notesSlides/notesSlide35.xml" Id="R8ae6c1d47836415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Recorded distance</c:v>
          </c:tx>
          <c:spPr>
            <a:ln xmlns:a="http://schemas.openxmlformats.org/drawingml/2006/main" w="38100">
              <a:solidFill>
                <a:srgbClr val="087F8C"/>
              </a:solidFill>
            </a:ln>
          </c:spPr>
          <c:marker>
            <c:symbol val="circle"/>
            <c:size val="7"/>
            <c:spPr>
              <a:solidFill xmlns:a="http://schemas.openxmlformats.org/drawingml/2006/main">
                <a:srgbClr val="087F8C"/>
              </a:solidFill>
            </c:spPr>
          </c:marker>
          <c:xVal>
            <c:numRef>
              <c:f>'Chart Data'!$A$2:$A$21</c:f>
              <c:numCache>
                <c:formatCode>General</c:formatCode>
                <c:ptCount val="20"/>
                <c:pt idx="0">
                  <c:v>18</c:v>
                </c:pt>
                <c:pt idx="1">
                  <c:v>18.5</c:v>
                </c:pt>
                <c:pt idx="2">
                  <c:v>19</c:v>
                </c:pt>
                <c:pt idx="3">
                  <c:v>19.5</c:v>
                </c:pt>
                <c:pt idx="4">
                  <c:v>20</c:v>
                </c:pt>
                <c:pt idx="5">
                  <c:v>20.5</c:v>
                </c:pt>
                <c:pt idx="6">
                  <c:v>21</c:v>
                </c:pt>
                <c:pt idx="7">
                  <c:v>21.5</c:v>
                </c:pt>
                <c:pt idx="8">
                  <c:v>22</c:v>
                </c:pt>
                <c:pt idx="9">
                  <c:v>22.5</c:v>
                </c:pt>
                <c:pt idx="10">
                  <c:v>23</c:v>
                </c:pt>
                <c:pt idx="11">
                  <c:v>23.5</c:v>
                </c:pt>
                <c:pt idx="12">
                  <c:v>24</c:v>
                </c:pt>
                <c:pt idx="13">
                  <c:v>24.5</c:v>
                </c:pt>
                <c:pt idx="14">
                  <c:v>25</c:v>
                </c:pt>
                <c:pt idx="15">
                  <c:v>25.5</c:v>
                </c:pt>
                <c:pt idx="16">
                  <c:v>26</c:v>
                </c:pt>
                <c:pt idx="17">
                  <c:v>26.5</c:v>
                </c:pt>
                <c:pt idx="18">
                  <c:v>27</c:v>
                </c:pt>
                <c:pt idx="19">
                  <c:v>27.5</c:v>
                </c:pt>
              </c:numCache>
            </c:numRef>
          </c:xVal>
          <c:yVal>
            <c:numRef>
              <c:f>'Chart Data'!$B$2:$B$21</c:f>
              <c:numCache>
                <c:formatCode>0.0</c:formatCode>
                <c:ptCount val="20"/>
                <c:pt idx="0">
                  <c:v>0.960144699</c:v>
                </c:pt>
                <c:pt idx="1">
                  <c:v>0.929382801</c:v>
                </c:pt>
                <c:pt idx="2">
                  <c:v>0.883403838</c:v>
                </c:pt>
                <c:pt idx="3">
                  <c:v>0.889017701</c:v>
                </c:pt>
                <c:pt idx="4">
                  <c:v>0.775456011</c:v>
                </c:pt>
                <c:pt idx="5">
                  <c:v>0.731615543</c:v>
                </c:pt>
                <c:pt idx="6">
                  <c:v>0.710636854</c:v>
                </c:pt>
                <c:pt idx="7">
                  <c:v>0.70229882</c:v>
                </c:pt>
                <c:pt idx="8">
                  <c:v>0.870229244</c:v>
                </c:pt>
                <c:pt idx="9">
                  <c:v>0.669048131</c:v>
                </c:pt>
                <c:pt idx="10">
                  <c:v>0.589627504</c:v>
                </c:pt>
                <c:pt idx="11">
                  <c:v>0.480506361</c:v>
                </c:pt>
                <c:pt idx="12">
                  <c:v>0.373935044</c:v>
                </c:pt>
                <c:pt idx="13">
                  <c:v>0.375090361</c:v>
                </c:pt>
                <c:pt idx="14">
                  <c:v>0.348935753</c:v>
                </c:pt>
                <c:pt idx="15">
                  <c:v>0.373458803</c:v>
                </c:pt>
                <c:pt idx="16">
                  <c:v>0.378266484</c:v>
                </c:pt>
                <c:pt idx="17">
                  <c:v>0.509177685</c:v>
                </c:pt>
                <c:pt idx="18">
                  <c:v>0.767831743</c:v>
                </c:pt>
                <c:pt idx="19">
                  <c:v>0.82376796</c:v>
                </c:pt>
              </c:numCache>
            </c:numRef>
          </c:yVal>
        </c:ser>
        <c:ser>
          <c:idx val="1"/>
          <c:order val="1"/>
          <c:tx>
            <c:v>Frozen threshold</c:v>
          </c:tx>
          <c:spPr>
            <a:ln xmlns:a="http://schemas.openxmlformats.org/drawingml/2006/main" w="28575">
              <a:solidFill>
                <a:srgbClr val="A86406"/>
              </a:solidFill>
              <a:prstDash val="dash"/>
            </a:ln>
          </c:spPr>
          <c:marker>
            <c:symbol val="none"/>
          </c:marker>
          <c:xVal>
            <c:numRef>
              <c:f>'Chart Data'!$C$2:$C$3</c:f>
              <c:numCache>
                <c:formatCode>General</c:formatCode>
                <c:ptCount val="2"/>
                <c:pt idx="0">
                  <c:v>18</c:v>
                </c:pt>
                <c:pt idx="1">
                  <c:v>27.5</c:v>
                </c:pt>
              </c:numCache>
            </c:numRef>
          </c:xVal>
          <c:yVal>
            <c:numRef>
              <c:f>'Chart Data'!$D$2:$D$3</c:f>
              <c:numCache>
                <c:formatCode>0.0</c:formatCode>
                <c:ptCount val="2"/>
                <c:pt idx="0">
                  <c:v>0.429386422</c:v>
                </c:pt>
                <c:pt idx="1">
                  <c:v>0.429386422</c:v>
                </c:pt>
              </c:numCache>
            </c:numRef>
          </c:yVal>
        </c:ser>
        <c:axId val="48650112"/>
        <c:axId val="48672768"/>
      </c:scatterChart>
      <c:valAx>
        <c:axId val="48672768"/>
        <c:scaling>
          <c:orientation val="minMax"/>
          <c:max val="1.1"/>
          <c:min val="0"/>
        </c:scaling>
        <c:delete val="0"/>
        <c:axPos val="l"/>
        <c:majorGridlines>
          <c:spPr>
            <a:ln xmlns:a="http://schemas.openxmlformats.org/drawingml/2006/main" w="9525">
              <a:solidFill>
                <a:srgbClr val="CBD6D8"/>
              </a:solidFill>
            </a:ln>
          </c:spPr>
        </c:majorGridlines>
        <c:title>
          <c:tx>
            <c:rich>
              <a:bodyPr xmlns:a="http://schemas.openxmlformats.org/drawingml/2006/main"/>
              <a:lstStyle xmlns:a="http://schemas.openxmlformats.org/drawingml/2006/main"/>
              <a:p xmlns:a="http://schemas.openxmlformats.org/drawingml/2006/main">
                <a:r>
                  <a:rPr sz="1800">
                    <a:solidFill>
                      <a:srgbClr val="586974"/>
                    </a:solidFill>
                    <a:latin typeface="DejaVu Sans"/>
                    <a:ea typeface="DejaVu Sans"/>
                    <a:cs typeface="DejaVu Sans"/>
                  </a:rPr>
                  <a:t>Feature-print distance</a:t>
                </a:r>
              </a:p>
            </c:rich>
          </c:tx>
          <c:overlay val="0"/>
          <c:txPr>
            <a:bodyPr xmlns:a="http://schemas.openxmlformats.org/drawingml/2006/main" anchorCtr="1"/>
            <a:lstStyle xmlns:a="http://schemas.openxmlformats.org/drawingml/2006/main"/>
            <a:p xmlns:a="http://schemas.openxmlformats.org/drawingml/2006/main">
              <a:pPr>
                <a:defRPr sz="1800">
                  <a:solidFill>
                    <a:srgbClr val="586974"/>
                  </a:solidFill>
                  <a:latin typeface="DejaVu Sans"/>
                  <a:ea typeface="DejaVu Sans"/>
                  <a:cs typeface="DejaVu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2A3A"/>
                </a:solidFill>
                <a:latin typeface="DejaVu Sans"/>
                <a:ea typeface="DejaVu Sans"/>
                <a:cs typeface="DejaVu Sans"/>
              </a:defRPr>
            </a:pPr>
          </a:p>
        </c:txPr>
        <c:crossAx val="48650112"/>
        <c:majorUnit val="0.2"/>
      </c:valAx>
      <c:valAx>
        <c:axId val="48650112"/>
        <c:scaling>
          <c:orientation val="minMax"/>
          <c:max val="28"/>
          <c:min val="18"/>
        </c:scaling>
        <c:delete val="0"/>
        <c:axPos val="b"/>
        <c:title>
          <c:tx>
            <c:rich>
              <a:bodyPr xmlns:a="http://schemas.openxmlformats.org/drawingml/2006/main"/>
              <a:lstStyle xmlns:a="http://schemas.openxmlformats.org/drawingml/2006/main"/>
              <a:p xmlns:a="http://schemas.openxmlformats.org/drawingml/2006/main">
                <a:r>
                  <a:rPr sz="1800">
                    <a:solidFill>
                      <a:srgbClr val="586974"/>
                    </a:solidFill>
                    <a:latin typeface="DejaVu Sans"/>
                    <a:ea typeface="DejaVu Sans"/>
                    <a:cs typeface="DejaVu Sans"/>
                  </a:rPr>
                  <a:t>Media time (seconds)</a:t>
                </a:r>
              </a:p>
            </c:rich>
          </c:tx>
          <c:overlay val="0"/>
          <c:txPr>
            <a:bodyPr xmlns:a="http://schemas.openxmlformats.org/drawingml/2006/main" anchorCtr="1"/>
            <a:lstStyle xmlns:a="http://schemas.openxmlformats.org/drawingml/2006/main"/>
            <a:p xmlns:a="http://schemas.openxmlformats.org/drawingml/2006/main">
              <a:pPr>
                <a:defRPr sz="1800">
                  <a:solidFill>
                    <a:srgbClr val="586974"/>
                  </a:solidFill>
                  <a:latin typeface="DejaVu Sans"/>
                  <a:ea typeface="DejaVu Sans"/>
                  <a:cs typeface="DejaVu San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2A3A"/>
                </a:solidFill>
                <a:latin typeface="DejaVu Sans"/>
                <a:ea typeface="DejaVu Sans"/>
                <a:cs typeface="DejaVu Sans"/>
              </a:defRPr>
            </a:pPr>
          </a:p>
        </c:txPr>
        <c:crossAx val="48672768"/>
        <c:majorUnit val="2"/>
      </c:valAx>
      <c:spPr>
        <a:solidFill xmlns:a="http://schemas.openxmlformats.org/drawingml/2006/main">
          <a:srgbClr val="F7F6F2"/>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A3A"/>
              </a:solidFill>
              <a:latin typeface="DejaVu Sans"/>
              <a:ea typeface="DejaVu Sans"/>
              <a:cs typeface="DejaVu Sans"/>
            </a:defRPr>
          </a:pPr>
        </a:p>
      </c:txPr>
    </c:legend>
    <c:plotVisOnly val="1"/>
  </c:chart>
  <c:spPr>
    <a:solidFill xmlns:a="http://schemas.openxmlformats.org/drawingml/2006/main">
      <a:srgbClr val="F7F6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12" name="u1">
            <a:extLst xmlns:a="http://schemas.openxmlformats.org/drawingml/2006/main">
              <a:ext uri="{FF2B5EF4-FFF2-40B4-BE49-F238E27FC236}">
                <a16:creationId xmlns:a16="http://schemas.microsoft.com/office/drawing/2014/main" id="{9A8D8F8D-D8C3-4CC3-96C1-6404AB26CBCB}"/>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A6C9CD"/>
                </a:solidFill>
                <a:latin typeface="DejaVu Sans"/>
                <a:ea typeface="DejaVu Sans"/>
                <a:cs typeface="DejaVu Sans"/>
              </a:defRPr>
            </a:pPr>
            <a:r>
              <a:rPr sz="1500" b="1">
                <a:solidFill>
                  <a:srgbClr val="A6C9CD"/>
                </a:solidFill>
                <a:latin typeface="DejaVu Sans"/>
                <a:ea typeface="DejaVu Sans"/>
                <a:cs typeface="DejaVu Sans"/>
              </a:rPr>
              <a:t>CODE WALKTHROUGH</a:t>
            </a:r>
          </a:p>
        </p:txBody>
      </p:sp>
      <p:sp>
        <p:nvSpPr>
          <p:cNvPr id="2" name="u2">
            <a:extLst xmlns:a="http://schemas.openxmlformats.org/drawingml/2006/main">
              <a:ext uri="{FF2B5EF4-FFF2-40B4-BE49-F238E27FC236}">
                <a16:creationId xmlns:a16="http://schemas.microsoft.com/office/drawing/2014/main" id="{028B5ADC-26FA-449D-9173-0592C0F6C143}"/>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FFFFFF"/>
                </a:solidFill>
                <a:latin typeface="DejaVu Sans"/>
                <a:ea typeface="DejaVu Sans"/>
                <a:cs typeface="DejaVu Sans"/>
              </a:defRPr>
            </a:pPr>
            <a:r>
              <a:rPr sz="3675" b="1">
                <a:solidFill>
                  <a:srgbClr val="FFFFFF"/>
                </a:solidFill>
                <a:latin typeface="DejaVu Sans"/>
                <a:ea typeface="DejaVu Sans"/>
                <a:cs typeface="DejaVu Sans"/>
              </a:rPr>
              <a:t>Finding a known product</a:t>
            </a:r>
          </a:p>
        </p:txBody>
      </p:sp>
      <p:sp>
        <p:nvSpPr>
          <p:cNvPr id="3" name="u3">
            <a:extLst xmlns:a="http://schemas.openxmlformats.org/drawingml/2006/main">
              <a:ext uri="{FF2B5EF4-FFF2-40B4-BE49-F238E27FC236}">
                <a16:creationId xmlns:a16="http://schemas.microsoft.com/office/drawing/2014/main" id="{612F811C-C530-4992-83FB-F41EB1096C96}"/>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C3D7DC"/>
                </a:solidFill>
                <a:latin typeface="DejaVu Sans"/>
                <a:ea typeface="DejaVu Sans"/>
                <a:cs typeface="DejaVu Sans"/>
              </a:defRPr>
            </a:pPr>
            <a:r>
              <a:rPr sz="2100" b="0">
                <a:solidFill>
                  <a:srgbClr val="C3D7DC"/>
                </a:solidFill>
                <a:latin typeface="DejaVu Sans"/>
                <a:ea typeface="DejaVu Sans"/>
                <a:cs typeface="DejaVu Sans"/>
              </a:rPr>
              <a:t>Can we raise a useful signal while the video is still playing?</a:t>
            </a:r>
          </a:p>
        </p:txBody>
      </p:sp>
      <p:sp>
        <p:nvSpPr>
          <p:cNvPr id="4" name="u4">
            <a:extLst xmlns:a="http://schemas.openxmlformats.org/drawingml/2006/main">
              <a:ext uri="{FF2B5EF4-FFF2-40B4-BE49-F238E27FC236}">
                <a16:creationId xmlns:a16="http://schemas.microsoft.com/office/drawing/2014/main" id="{DB055D02-36AE-4051-811D-F4BE3899E8E4}"/>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5">
            <a:extLst xmlns:a="http://schemas.openxmlformats.org/drawingml/2006/main">
              <a:ext uri="{FF2B5EF4-FFF2-40B4-BE49-F238E27FC236}">
                <a16:creationId xmlns:a16="http://schemas.microsoft.com/office/drawing/2014/main" id="{45795732-D310-4433-8503-03A6AFEEF71D}"/>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17"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3F5964"/>
            </a:solidFill>
            <a:prstDash val="solid"/>
          </a:ln>
        </p:spPr>
      </p:cxnSp>
      <p:sp>
        <p:nvSpPr>
          <p:cNvPr id="7" name="u6">
            <a:extLst xmlns:a="http://schemas.openxmlformats.org/drawingml/2006/main">
              <a:ext uri="{FF2B5EF4-FFF2-40B4-BE49-F238E27FC236}">
                <a16:creationId xmlns:a16="http://schemas.microsoft.com/office/drawing/2014/main" id="{D2593E7E-D7DA-44C0-8472-67FEDEDA6FC8}"/>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ACC3CA"/>
                </a:solidFill>
                <a:latin typeface="DejaVu Sans"/>
                <a:ea typeface="DejaVu Sans"/>
                <a:cs typeface="DejaVu Sans"/>
              </a:defRPr>
            </a:pPr>
            <a:r>
              <a:rPr sz="1350" b="0">
                <a:solidFill>
                  <a:srgbClr val="ACC3CA"/>
                </a:solidFill>
                <a:latin typeface="DejaVu Sans"/>
                <a:ea typeface="DejaVu Sans"/>
                <a:cs typeface="DejaVu Sans"/>
              </a:rPr>
              <a:t>AIShop  /  Sprint 001</a:t>
            </a:r>
          </a:p>
        </p:txBody>
      </p:sp>
      <p:sp>
        <p:nvSpPr>
          <p:cNvPr id="8" name="u7">
            <a:extLst xmlns:a="http://schemas.openxmlformats.org/drawingml/2006/main">
              <a:ext uri="{FF2B5EF4-FFF2-40B4-BE49-F238E27FC236}">
                <a16:creationId xmlns:a16="http://schemas.microsoft.com/office/drawing/2014/main" id="{13097636-AEDA-4FA5-B938-3756A32A99BD}"/>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ACC3CA"/>
                </a:solidFill>
                <a:latin typeface="DejaVu Sans"/>
                <a:ea typeface="DejaVu Sans"/>
                <a:cs typeface="DejaVu Sans"/>
              </a:defRPr>
            </a:pPr>
            <a:r>
              <a:rPr sz="1500" b="0">
                <a:solidFill>
                  <a:srgbClr val="ACC3CA"/>
                </a:solidFill>
                <a:latin typeface="DejaVu Sans"/>
                <a:ea typeface="DejaVu Sans"/>
                <a:cs typeface="DejaVu Sans"/>
              </a:rPr>
              <a:t>01</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48c6292f1764f9a"/>
          <a:srcRect xmlns:a="http://schemas.openxmlformats.org/drawingml/2006/main" l="9524" t="0" r="9524" b="0"/>
          <a:stretch xmlns:a="http://schemas.openxmlformats.org/drawingml/2006/main">
            <a:fillRect l="0" t="0" r="0" b="0"/>
          </a:stretch>
        </p:blipFill>
        <p:spPr>
          <a:xfrm xmlns:a="http://schemas.openxmlformats.org/drawingml/2006/main">
            <a:off x="1905000" y="3619500"/>
            <a:ext cx="6477000" cy="6000750"/>
          </a:xfrm>
          <a:prstGeom xmlns:a="http://schemas.openxmlformats.org/drawingml/2006/main" prst="rect">
            <a:avLst/>
          </a:prstGeom>
        </p:spPr>
      </p:pic>
      <p:sp>
        <p:nvSpPr>
          <p:cNvPr id="10" name="u8">
            <a:extLst xmlns:a="http://schemas.openxmlformats.org/drawingml/2006/main">
              <a:ext uri="{FF2B5EF4-FFF2-40B4-BE49-F238E27FC236}">
                <a16:creationId xmlns:a16="http://schemas.microsoft.com/office/drawing/2014/main" id="{F2B72780-C936-4DE9-B5B2-CA22D76EDEF9}"/>
              </a:ext>
            </a:extLst>
          </p:cNvPr>
          <p:cNvSpPr>
            <a:spLocks xmlns:a="http://schemas.openxmlformats.org/drawingml/2006/main" noGrp="1"/>
          </p:cNvSpPr>
          <p:nvPr/>
        </p:nvSpPr>
        <p:spPr>
          <a:xfrm xmlns:a="http://schemas.openxmlformats.org/drawingml/2006/main">
            <a:off x="628650" y="10144125"/>
            <a:ext cx="9048750" cy="952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850" b="1">
                <a:solidFill>
                  <a:srgbClr val="FFFFFF"/>
                </a:solidFill>
                <a:latin typeface="DejaVu Sans"/>
                <a:ea typeface="DejaVu Sans"/>
                <a:cs typeface="DejaVu Sans"/>
              </a:defRPr>
            </a:pPr>
            <a:r>
              <a:rPr sz="2850" b="1">
                <a:solidFill>
                  <a:srgbClr val="FFFFFF"/>
                </a:solidFill>
                <a:latin typeface="DejaVu Sans"/>
                <a:ea typeface="DejaVu Sans"/>
                <a:cs typeface="DejaVu Sans"/>
              </a:rPr>
              <a:t>One target. One arriving frame.</a:t>
            </a:r>
          </a:p>
          <a:p xmlns:a="http://schemas.openxmlformats.org/drawingml/2006/main">
            <a:pPr algn="l">
              <a:defRPr sz="2850" b="1">
                <a:solidFill>
                  <a:srgbClr val="FFFFFF"/>
                </a:solidFill>
                <a:latin typeface="DejaVu Sans"/>
                <a:ea typeface="DejaVu Sans"/>
                <a:cs typeface="DejaVu Sans"/>
              </a:defRPr>
            </a:pPr>
            <a:r>
              <a:rPr sz="2850" b="1">
                <a:solidFill>
                  <a:srgbClr val="FFFFFF"/>
                </a:solidFill>
                <a:latin typeface="DejaVu Sans"/>
                <a:ea typeface="DejaVu Sans"/>
                <a:cs typeface="DejaVu Sans"/>
              </a:rPr>
              <a:t>Evidence you can inspect.</a:t>
            </a:r>
          </a:p>
        </p:txBody>
      </p:sp>
      <p:sp>
        <p:nvSpPr>
          <p:cNvPr id="11" name="u9">
            <a:extLst xmlns:a="http://schemas.openxmlformats.org/drawingml/2006/main">
              <a:ext uri="{FF2B5EF4-FFF2-40B4-BE49-F238E27FC236}">
                <a16:creationId xmlns:a16="http://schemas.microsoft.com/office/drawing/2014/main" id="{9DC9FD8B-055A-436B-AC53-7E0F0B2323EA}"/>
              </a:ext>
            </a:extLst>
          </p:cNvPr>
          <p:cNvSpPr>
            <a:spLocks xmlns:a="http://schemas.openxmlformats.org/drawingml/2006/main" noGrp="1"/>
          </p:cNvSpPr>
          <p:nvPr/>
        </p:nvSpPr>
        <p:spPr>
          <a:xfrm xmlns:a="http://schemas.openxmlformats.org/drawingml/2006/main">
            <a:off x="628650" y="11906250"/>
            <a:ext cx="85725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FFD164"/>
                </a:solidFill>
                <a:latin typeface="DejaVu Sans"/>
                <a:ea typeface="DejaVu Sans"/>
                <a:cs typeface="DejaVu Sans"/>
              </a:defRPr>
            </a:pPr>
            <a:r>
              <a:rPr sz="1950" b="0">
                <a:solidFill>
                  <a:srgbClr val="FFD164"/>
                </a:solidFill>
                <a:latin typeface="DejaVu Sans"/>
                <a:ea typeface="DejaVu Sans"/>
                <a:cs typeface="DejaVu Sans"/>
                <a:hlinkClick xmlns:r="http://schemas.openxmlformats.org/officeDocument/2006/relationships" r:id="Rb09d5f6130d84093"/>
              </a:rPr>
              <a:t>Product intent</a:t>
            </a:r>
          </a:p>
        </p:txBody>
      </p:sp>
    </p:spTree>
    <p:extLst>
      <p:ext uri="{BB962C8B-B14F-4D97-AF65-F5344CB8AC3E}">
        <p14:creationId xmlns:p14="http://schemas.microsoft.com/office/powerpoint/2010/main" val="842934683"/>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 name="u10">
            <a:extLst xmlns:a="http://schemas.openxmlformats.org/drawingml/2006/main">
              <a:ext uri="{FF2B5EF4-FFF2-40B4-BE49-F238E27FC236}">
                <a16:creationId xmlns:a16="http://schemas.microsoft.com/office/drawing/2014/main" id="{C59A41A7-E8A4-4F2C-8AE1-528E1E58D7D2}"/>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THE EXPERIENCE</a:t>
            </a:r>
          </a:p>
        </p:txBody>
      </p:sp>
      <p:sp>
        <p:nvSpPr>
          <p:cNvPr id="2" name="u11">
            <a:extLst xmlns:a="http://schemas.openxmlformats.org/drawingml/2006/main">
              <a:ext uri="{FF2B5EF4-FFF2-40B4-BE49-F238E27FC236}">
                <a16:creationId xmlns:a16="http://schemas.microsoft.com/office/drawing/2014/main" id="{09DD2070-2165-4DC7-AECD-68A7BE5A931D}"/>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A possible match</a:t>
            </a:r>
          </a:p>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with evidence</a:t>
            </a:r>
          </a:p>
        </p:txBody>
      </p:sp>
      <p:sp>
        <p:nvSpPr>
          <p:cNvPr id="3" name="u12">
            <a:extLst xmlns:a="http://schemas.openxmlformats.org/drawingml/2006/main">
              <a:ext uri="{FF2B5EF4-FFF2-40B4-BE49-F238E27FC236}">
                <a16:creationId xmlns:a16="http://schemas.microsoft.com/office/drawing/2014/main" id="{0539E353-72E2-446B-94C3-1227D7F669AB}"/>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A known reference meets frames arriving from a video.</a:t>
            </a:r>
          </a:p>
        </p:txBody>
      </p:sp>
      <p:sp>
        <p:nvSpPr>
          <p:cNvPr id="4" name="u13">
            <a:extLst xmlns:a="http://schemas.openxmlformats.org/drawingml/2006/main">
              <a:ext uri="{FF2B5EF4-FFF2-40B4-BE49-F238E27FC236}">
                <a16:creationId xmlns:a16="http://schemas.microsoft.com/office/drawing/2014/main" id="{6844E1AC-E7A1-4CA6-9266-D5216D43F37C}"/>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14">
            <a:extLst xmlns:a="http://schemas.openxmlformats.org/drawingml/2006/main">
              <a:ext uri="{FF2B5EF4-FFF2-40B4-BE49-F238E27FC236}">
                <a16:creationId xmlns:a16="http://schemas.microsoft.com/office/drawing/2014/main" id="{0D93B2AB-A319-4F94-91D1-4AEC04C4C805}"/>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22"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15">
            <a:extLst xmlns:a="http://schemas.openxmlformats.org/drawingml/2006/main">
              <a:ext uri="{FF2B5EF4-FFF2-40B4-BE49-F238E27FC236}">
                <a16:creationId xmlns:a16="http://schemas.microsoft.com/office/drawing/2014/main" id="{7CE4C2D0-ADD0-4C51-8CA7-93223781EDDE}"/>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16">
            <a:extLst xmlns:a="http://schemas.openxmlformats.org/drawingml/2006/main">
              <a:ext uri="{FF2B5EF4-FFF2-40B4-BE49-F238E27FC236}">
                <a16:creationId xmlns:a16="http://schemas.microsoft.com/office/drawing/2014/main" id="{77F4BCF7-51F0-4BFF-9480-E32FA310147F}"/>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02</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431fc2d4a83405b"/>
          <a:srcRect xmlns:a="http://schemas.openxmlformats.org/drawingml/2006/main" l="20956" t="0" r="20956" b="0"/>
          <a:stretch xmlns:a="http://schemas.openxmlformats.org/drawingml/2006/main">
            <a:fillRect l="0" t="0" r="0" b="0"/>
          </a:stretch>
        </p:blipFill>
        <p:spPr>
          <a:xfrm xmlns:a="http://schemas.openxmlformats.org/drawingml/2006/main">
            <a:off x="781050" y="3571875"/>
            <a:ext cx="3762375" cy="485775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334faa4206e4059"/>
          <a:stretch xmlns:a="http://schemas.openxmlformats.org/drawingml/2006/main"/>
        </p:blipFill>
        <p:spPr>
          <a:xfrm xmlns:a="http://schemas.openxmlformats.org/drawingml/2006/main">
            <a:off x="5715595" y="3571875"/>
            <a:ext cx="2732484" cy="4857750"/>
          </a:xfrm>
          <a:prstGeom xmlns:a="http://schemas.openxmlformats.org/drawingml/2006/main" prst="rect">
            <a:avLst/>
          </a:prstGeom>
        </p:spPr>
      </p:pic>
      <p:sp>
        <p:nvSpPr>
          <p:cNvPr id="11" name="u17">
            <a:extLst xmlns:a="http://schemas.openxmlformats.org/drawingml/2006/main">
              <a:ext uri="{FF2B5EF4-FFF2-40B4-BE49-F238E27FC236}">
                <a16:creationId xmlns:a16="http://schemas.microsoft.com/office/drawing/2014/main" id="{8CFF4C0F-FFDB-471F-A7AB-0C486AAE83F5}"/>
              </a:ext>
            </a:extLst>
          </p:cNvPr>
          <p:cNvSpPr>
            <a:spLocks xmlns:a="http://schemas.openxmlformats.org/drawingml/2006/main" noGrp="1"/>
          </p:cNvSpPr>
          <p:nvPr/>
        </p:nvSpPr>
        <p:spPr>
          <a:xfrm xmlns:a="http://schemas.openxmlformats.org/drawingml/2006/main">
            <a:off x="781050" y="8715375"/>
            <a:ext cx="4048125" cy="428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346EB3"/>
                </a:solidFill>
                <a:latin typeface="DejaVu Sans"/>
                <a:ea typeface="DejaVu Sans"/>
                <a:cs typeface="DejaVu Sans"/>
              </a:defRPr>
            </a:pPr>
            <a:r>
              <a:rPr sz="2100" b="1">
                <a:solidFill>
                  <a:srgbClr val="346EB3"/>
                </a:solidFill>
                <a:latin typeface="DejaVu Sans"/>
                <a:ea typeface="DejaVu Sans"/>
                <a:cs typeface="DejaVu Sans"/>
              </a:rPr>
              <a:t>Known reference</a:t>
            </a:r>
          </a:p>
        </p:txBody>
      </p:sp>
      <p:sp>
        <p:nvSpPr>
          <p:cNvPr id="12" name="u18">
            <a:extLst xmlns:a="http://schemas.openxmlformats.org/drawingml/2006/main">
              <a:ext uri="{FF2B5EF4-FFF2-40B4-BE49-F238E27FC236}">
                <a16:creationId xmlns:a16="http://schemas.microsoft.com/office/drawing/2014/main" id="{8C36702C-6ADB-4A04-982A-F72C43E256ED}"/>
              </a:ext>
            </a:extLst>
          </p:cNvPr>
          <p:cNvSpPr>
            <a:spLocks xmlns:a="http://schemas.openxmlformats.org/drawingml/2006/main" noGrp="1"/>
          </p:cNvSpPr>
          <p:nvPr/>
        </p:nvSpPr>
        <p:spPr>
          <a:xfrm xmlns:a="http://schemas.openxmlformats.org/drawingml/2006/main">
            <a:off x="5381625" y="8715375"/>
            <a:ext cx="4286250" cy="428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346EB3"/>
                </a:solidFill>
                <a:latin typeface="DejaVu Sans"/>
                <a:ea typeface="DejaVu Sans"/>
                <a:cs typeface="DejaVu Sans"/>
              </a:defRPr>
            </a:pPr>
            <a:r>
              <a:rPr sz="2100" b="1">
                <a:solidFill>
                  <a:srgbClr val="346EB3"/>
                </a:solidFill>
                <a:latin typeface="DejaVu Sans"/>
                <a:ea typeface="DejaVu Sans"/>
                <a:cs typeface="DejaVu Sans"/>
              </a:rPr>
              <a:t>Arriving frame</a:t>
            </a:r>
          </a:p>
        </p:txBody>
      </p:sp>
      <p:sp>
        <p:nvSpPr>
          <p:cNvPr id="13" name="u19">
            <a:extLst xmlns:a="http://schemas.openxmlformats.org/drawingml/2006/main">
              <a:ext uri="{FF2B5EF4-FFF2-40B4-BE49-F238E27FC236}">
                <a16:creationId xmlns:a16="http://schemas.microsoft.com/office/drawing/2014/main" id="{939AE240-5601-459C-9FF9-C5B535AA1743}"/>
              </a:ext>
            </a:extLst>
          </p:cNvPr>
          <p:cNvSpPr>
            <a:spLocks xmlns:a="http://schemas.openxmlformats.org/drawingml/2006/main" noGrp="1"/>
          </p:cNvSpPr>
          <p:nvPr/>
        </p:nvSpPr>
        <p:spPr>
          <a:xfrm xmlns:a="http://schemas.openxmlformats.org/drawingml/2006/main">
            <a:off x="638175" y="9763125"/>
            <a:ext cx="8953500" cy="619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225" b="1">
                <a:solidFill>
                  <a:srgbClr val="087F8C"/>
                </a:solidFill>
                <a:latin typeface="DejaVu Sans"/>
                <a:ea typeface="DejaVu Sans"/>
                <a:cs typeface="DejaVu Sans"/>
              </a:defRPr>
            </a:pPr>
            <a:r>
              <a:rPr sz="3225" b="1">
                <a:solidFill>
                  <a:srgbClr val="087F8C"/>
                </a:solidFill>
                <a:latin typeface="DejaVu Sans"/>
                <a:ea typeface="DejaVu Sans"/>
                <a:cs typeface="DejaVu Sans"/>
              </a:rPr>
              <a:t>Possible match</a:t>
            </a:r>
          </a:p>
        </p:txBody>
      </p:sp>
      <p:sp>
        <p:nvSpPr>
          <p:cNvPr id="14" name="u20">
            <a:extLst xmlns:a="http://schemas.openxmlformats.org/drawingml/2006/main">
              <a:ext uri="{FF2B5EF4-FFF2-40B4-BE49-F238E27FC236}">
                <a16:creationId xmlns:a16="http://schemas.microsoft.com/office/drawing/2014/main" id="{993F0FE6-6071-499B-AA60-E712F6EF46B5}"/>
              </a:ext>
            </a:extLst>
          </p:cNvPr>
          <p:cNvSpPr>
            <a:spLocks xmlns:a="http://schemas.openxmlformats.org/drawingml/2006/main" noGrp="1"/>
          </p:cNvSpPr>
          <p:nvPr/>
        </p:nvSpPr>
        <p:spPr>
          <a:xfrm xmlns:a="http://schemas.openxmlformats.org/drawingml/2006/main">
            <a:off x="638175" y="10639425"/>
            <a:ext cx="8953500" cy="952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400" b="0">
                <a:solidFill>
                  <a:srgbClr val="172A3A"/>
                </a:solidFill>
                <a:latin typeface="DejaVu Sans"/>
                <a:ea typeface="DejaVu Sans"/>
                <a:cs typeface="DejaVu Sans"/>
              </a:defRPr>
            </a:pPr>
            <a:r>
              <a:rPr sz="2400" b="0">
                <a:solidFill>
                  <a:srgbClr val="172A3A"/>
                </a:solidFill>
                <a:latin typeface="DejaVu Sans"/>
                <a:ea typeface="DejaVu Sans"/>
                <a:cs typeface="DejaVu Sans"/>
              </a:rPr>
              <a:t>Keep the strongest frame.</a:t>
            </a:r>
          </a:p>
          <a:p xmlns:a="http://schemas.openxmlformats.org/drawingml/2006/main">
            <a:pPr algn="l">
              <a:defRPr sz="2400" b="0">
                <a:solidFill>
                  <a:srgbClr val="172A3A"/>
                </a:solidFill>
                <a:latin typeface="DejaVu Sans"/>
                <a:ea typeface="DejaVu Sans"/>
                <a:cs typeface="DejaVu Sans"/>
              </a:defRPr>
            </a:pPr>
            <a:r>
              <a:rPr sz="2400" b="0">
                <a:solidFill>
                  <a:srgbClr val="172A3A"/>
                </a:solidFill>
                <a:latin typeface="DejaVu Sans"/>
                <a:ea typeface="DejaVu Sans"/>
                <a:cs typeface="DejaVu Sans"/>
              </a:rPr>
              <a:t>Explain the result from the session log.</a:t>
            </a:r>
          </a:p>
        </p:txBody>
      </p:sp>
      <p:sp>
        <p:nvSpPr>
          <p:cNvPr id="15" name="u21">
            <a:extLst xmlns:a="http://schemas.openxmlformats.org/drawingml/2006/main">
              <a:ext uri="{FF2B5EF4-FFF2-40B4-BE49-F238E27FC236}">
                <a16:creationId xmlns:a16="http://schemas.microsoft.com/office/drawing/2014/main" id="{579E7026-A352-40C8-A5E4-890BD66607C7}"/>
              </a:ext>
            </a:extLst>
          </p:cNvPr>
          <p:cNvSpPr>
            <a:spLocks xmlns:a="http://schemas.openxmlformats.org/drawingml/2006/main" noGrp="1"/>
          </p:cNvSpPr>
          <p:nvPr/>
        </p:nvSpPr>
        <p:spPr>
          <a:xfrm xmlns:a="http://schemas.openxmlformats.org/drawingml/2006/main">
            <a:off x="609600" y="11953875"/>
            <a:ext cx="90487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hlinkClick xmlns:r="http://schemas.openxmlformats.org/officeDocument/2006/relationships" r:id="R56504ecba5e24754"/>
              </a:rPr>
              <a:t>CandidateAnalysisPipeline.swift  ·  run(onUpdate:)</a:t>
            </a:r>
          </a:p>
        </p:txBody>
      </p:sp>
      <p:sp>
        <p:nvSpPr>
          <p:cNvPr id="16" name="u22">
            <a:extLst xmlns:a="http://schemas.openxmlformats.org/drawingml/2006/main">
              <a:ext uri="{FF2B5EF4-FFF2-40B4-BE49-F238E27FC236}">
                <a16:creationId xmlns:a16="http://schemas.microsoft.com/office/drawing/2014/main" id="{E7ECEC05-E5D5-4DBB-8518-F641D4AB5072}"/>
              </a:ext>
            </a:extLst>
          </p:cNvPr>
          <p:cNvSpPr>
            <a:spLocks xmlns:a="http://schemas.openxmlformats.org/drawingml/2006/main" noGrp="1"/>
          </p:cNvSpPr>
          <p:nvPr/>
        </p:nvSpPr>
        <p:spPr>
          <a:xfrm xmlns:a="http://schemas.openxmlformats.org/drawingml/2006/main">
            <a:off x="609600" y="12353925"/>
            <a:ext cx="90487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ios/AIShop/AIShopVision/Sources/AIShopVision/CandidateAnalysisPipeline</a:t>
            </a:r>
          </a:p>
        </p:txBody>
      </p:sp>
    </p:spTree>
    <p:extLst>
      <p:ext uri="{BB962C8B-B14F-4D97-AF65-F5344CB8AC3E}">
        <p14:creationId xmlns:p14="http://schemas.microsoft.com/office/powerpoint/2010/main" val="1904036038"/>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6" name="u23">
            <a:extLst xmlns:a="http://schemas.openxmlformats.org/drawingml/2006/main">
              <a:ext uri="{FF2B5EF4-FFF2-40B4-BE49-F238E27FC236}">
                <a16:creationId xmlns:a16="http://schemas.microsoft.com/office/drawing/2014/main" id="{160CEB05-2A2B-46E2-BF96-734234D4C423}"/>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THE EXPERIENCE</a:t>
            </a:r>
          </a:p>
        </p:txBody>
      </p:sp>
      <p:sp>
        <p:nvSpPr>
          <p:cNvPr id="2" name="u24">
            <a:extLst xmlns:a="http://schemas.openxmlformats.org/drawingml/2006/main">
              <a:ext uri="{FF2B5EF4-FFF2-40B4-BE49-F238E27FC236}">
                <a16:creationId xmlns:a16="http://schemas.microsoft.com/office/drawing/2014/main" id="{8D5A6032-E84E-46EA-A11E-5F5F6CC61119}"/>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One experiment,</a:t>
            </a:r>
          </a:p>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two outcomes</a:t>
            </a:r>
          </a:p>
        </p:txBody>
      </p:sp>
      <p:sp>
        <p:nvSpPr>
          <p:cNvPr id="3" name="u25">
            <a:extLst xmlns:a="http://schemas.openxmlformats.org/drawingml/2006/main">
              <a:ext uri="{FF2B5EF4-FFF2-40B4-BE49-F238E27FC236}">
                <a16:creationId xmlns:a16="http://schemas.microsoft.com/office/drawing/2014/main" id="{1D7A0946-BBA0-4619-AE51-40C2E9164D9E}"/>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Select a fixture, watch the signal, then inspect the saved session.</a:t>
            </a:r>
          </a:p>
        </p:txBody>
      </p:sp>
      <p:sp>
        <p:nvSpPr>
          <p:cNvPr id="4" name="u26">
            <a:extLst xmlns:a="http://schemas.openxmlformats.org/drawingml/2006/main">
              <a:ext uri="{FF2B5EF4-FFF2-40B4-BE49-F238E27FC236}">
                <a16:creationId xmlns:a16="http://schemas.microsoft.com/office/drawing/2014/main" id="{936AAF81-6907-4F21-BAC6-B8156F1247CA}"/>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27">
            <a:extLst xmlns:a="http://schemas.openxmlformats.org/drawingml/2006/main">
              <a:ext uri="{FF2B5EF4-FFF2-40B4-BE49-F238E27FC236}">
                <a16:creationId xmlns:a16="http://schemas.microsoft.com/office/drawing/2014/main" id="{3BB42F93-61EB-46E0-A856-A5360E49EFCB}"/>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21"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28">
            <a:extLst xmlns:a="http://schemas.openxmlformats.org/drawingml/2006/main">
              <a:ext uri="{FF2B5EF4-FFF2-40B4-BE49-F238E27FC236}">
                <a16:creationId xmlns:a16="http://schemas.microsoft.com/office/drawing/2014/main" id="{822B7AC1-DDC4-4A00-A0B4-9FB9E8290D87}"/>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29">
            <a:extLst xmlns:a="http://schemas.openxmlformats.org/drawingml/2006/main">
              <a:ext uri="{FF2B5EF4-FFF2-40B4-BE49-F238E27FC236}">
                <a16:creationId xmlns:a16="http://schemas.microsoft.com/office/drawing/2014/main" id="{B1A61552-1DA0-4E28-B1CF-E5864F00DD64}"/>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03</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44de30b4a3e4714"/>
          <a:stretch xmlns:a="http://schemas.openxmlformats.org/drawingml/2006/main"/>
        </p:blipFill>
        <p:spPr>
          <a:xfrm xmlns:a="http://schemas.openxmlformats.org/drawingml/2006/main">
            <a:off x="809625" y="3709458"/>
            <a:ext cx="3381375" cy="6011333"/>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0f5a0e62324466a"/>
          <a:stretch xmlns:a="http://schemas.openxmlformats.org/drawingml/2006/main"/>
        </p:blipFill>
        <p:spPr>
          <a:xfrm xmlns:a="http://schemas.openxmlformats.org/drawingml/2006/main">
            <a:off x="6115050" y="3709458"/>
            <a:ext cx="3381375" cy="6011333"/>
          </a:xfrm>
          <a:prstGeom xmlns:a="http://schemas.openxmlformats.org/drawingml/2006/main" prst="rect">
            <a:avLst/>
          </a:prstGeom>
        </p:spPr>
      </p:pic>
      <p:sp>
        <p:nvSpPr>
          <p:cNvPr id="11" name="u30">
            <a:extLst xmlns:a="http://schemas.openxmlformats.org/drawingml/2006/main">
              <a:ext uri="{FF2B5EF4-FFF2-40B4-BE49-F238E27FC236}">
                <a16:creationId xmlns:a16="http://schemas.microsoft.com/office/drawing/2014/main" id="{E2C0F722-A4A9-475E-BA40-7E0631024F55}"/>
              </a:ext>
            </a:extLst>
          </p:cNvPr>
          <p:cNvSpPr>
            <a:spLocks xmlns:a="http://schemas.openxmlformats.org/drawingml/2006/main" noGrp="1"/>
          </p:cNvSpPr>
          <p:nvPr/>
        </p:nvSpPr>
        <p:spPr>
          <a:xfrm xmlns:a="http://schemas.openxmlformats.org/drawingml/2006/main">
            <a:off x="809625" y="10067925"/>
            <a:ext cx="4238625" cy="523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087F8C"/>
                </a:solidFill>
                <a:latin typeface="DejaVu Sans"/>
                <a:ea typeface="DejaVu Sans"/>
                <a:cs typeface="DejaVu Sans"/>
              </a:defRPr>
            </a:pPr>
            <a:r>
              <a:rPr sz="2325" b="1">
                <a:solidFill>
                  <a:srgbClr val="087F8C"/>
                </a:solidFill>
                <a:latin typeface="DejaVu Sans"/>
                <a:ea typeface="DejaVu Sans"/>
                <a:cs typeface="DejaVu Sans"/>
              </a:rPr>
              <a:t>Banana present</a:t>
            </a:r>
          </a:p>
        </p:txBody>
      </p:sp>
      <p:sp>
        <p:nvSpPr>
          <p:cNvPr id="12" name="u31">
            <a:extLst xmlns:a="http://schemas.openxmlformats.org/drawingml/2006/main">
              <a:ext uri="{FF2B5EF4-FFF2-40B4-BE49-F238E27FC236}">
                <a16:creationId xmlns:a16="http://schemas.microsoft.com/office/drawing/2014/main" id="{25A03F63-4271-46D1-913C-00F78A42D565}"/>
              </a:ext>
            </a:extLst>
          </p:cNvPr>
          <p:cNvSpPr>
            <a:spLocks xmlns:a="http://schemas.openxmlformats.org/drawingml/2006/main" noGrp="1"/>
          </p:cNvSpPr>
          <p:nvPr/>
        </p:nvSpPr>
        <p:spPr>
          <a:xfrm xmlns:a="http://schemas.openxmlformats.org/drawingml/2006/main">
            <a:off x="6115050" y="10067925"/>
            <a:ext cx="3524250" cy="523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346EB3"/>
                </a:solidFill>
                <a:latin typeface="DejaVu Sans"/>
                <a:ea typeface="DejaVu Sans"/>
                <a:cs typeface="DejaVu Sans"/>
              </a:defRPr>
            </a:pPr>
            <a:r>
              <a:rPr sz="2325" b="1">
                <a:solidFill>
                  <a:srgbClr val="346EB3"/>
                </a:solidFill>
                <a:latin typeface="DejaVu Sans"/>
                <a:ea typeface="DejaVu Sans"/>
                <a:cs typeface="DejaVu Sans"/>
              </a:rPr>
              <a:t>No banana</a:t>
            </a:r>
          </a:p>
        </p:txBody>
      </p:sp>
      <p:sp>
        <p:nvSpPr>
          <p:cNvPr id="13" name="u32">
            <a:extLst xmlns:a="http://schemas.openxmlformats.org/drawingml/2006/main">
              <a:ext uri="{FF2B5EF4-FFF2-40B4-BE49-F238E27FC236}">
                <a16:creationId xmlns:a16="http://schemas.microsoft.com/office/drawing/2014/main" id="{84D4B37D-8718-4B04-AF30-74BDB55B8223}"/>
              </a:ext>
            </a:extLst>
          </p:cNvPr>
          <p:cNvSpPr>
            <a:spLocks xmlns:a="http://schemas.openxmlformats.org/drawingml/2006/main" noGrp="1"/>
          </p:cNvSpPr>
          <p:nvPr/>
        </p:nvSpPr>
        <p:spPr>
          <a:xfrm xmlns:a="http://schemas.openxmlformats.org/drawingml/2006/main">
            <a:off x="809625" y="10791825"/>
            <a:ext cx="42386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72A3A"/>
                </a:solidFill>
                <a:latin typeface="DejaVu Sans"/>
                <a:ea typeface="DejaVu Sans"/>
                <a:cs typeface="DejaVu Sans"/>
              </a:defRPr>
            </a:pPr>
            <a:r>
              <a:rPr sz="2025" b="0">
                <a:solidFill>
                  <a:srgbClr val="172A3A"/>
                </a:solidFill>
                <a:latin typeface="DejaVu Sans"/>
                <a:ea typeface="DejaVu Sans"/>
                <a:cs typeface="DejaVu Sans"/>
              </a:rPr>
              <a:t>Expect an opening in</a:t>
            </a:r>
          </a:p>
          <a:p xmlns:a="http://schemas.openxmlformats.org/drawingml/2006/main">
            <a:pPr algn="l">
              <a:defRPr sz="2025" b="0">
                <a:solidFill>
                  <a:srgbClr val="172A3A"/>
                </a:solidFill>
                <a:latin typeface="DejaVu Sans"/>
                <a:ea typeface="DejaVu Sans"/>
                <a:cs typeface="DejaVu Sans"/>
              </a:defRPr>
            </a:pPr>
            <a:r>
              <a:rPr sz="2025" b="0">
                <a:solidFill>
                  <a:srgbClr val="172A3A"/>
                </a:solidFill>
                <a:latin typeface="DejaVu Sans"/>
                <a:ea typeface="DejaVu Sans"/>
                <a:cs typeface="DejaVu Sans"/>
              </a:rPr>
              <a:t>the annotated interval.</a:t>
            </a:r>
          </a:p>
        </p:txBody>
      </p:sp>
      <p:sp>
        <p:nvSpPr>
          <p:cNvPr id="14" name="u33">
            <a:extLst xmlns:a="http://schemas.openxmlformats.org/drawingml/2006/main">
              <a:ext uri="{FF2B5EF4-FFF2-40B4-BE49-F238E27FC236}">
                <a16:creationId xmlns:a16="http://schemas.microsoft.com/office/drawing/2014/main" id="{44D2B8A9-429F-4216-9776-06D3CF449189}"/>
              </a:ext>
            </a:extLst>
          </p:cNvPr>
          <p:cNvSpPr>
            <a:spLocks xmlns:a="http://schemas.openxmlformats.org/drawingml/2006/main" noGrp="1"/>
          </p:cNvSpPr>
          <p:nvPr/>
        </p:nvSpPr>
        <p:spPr>
          <a:xfrm xmlns:a="http://schemas.openxmlformats.org/drawingml/2006/main">
            <a:off x="6115050" y="10791825"/>
            <a:ext cx="3524250"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172A3A"/>
                </a:solidFill>
                <a:latin typeface="DejaVu Sans"/>
                <a:ea typeface="DejaVu Sans"/>
                <a:cs typeface="DejaVu Sans"/>
              </a:defRPr>
            </a:pPr>
            <a:r>
              <a:rPr sz="2025" b="0">
                <a:solidFill>
                  <a:srgbClr val="172A3A"/>
                </a:solidFill>
                <a:latin typeface="DejaVu Sans"/>
                <a:ea typeface="DejaVu Sans"/>
                <a:cs typeface="DejaVu Sans"/>
              </a:rPr>
              <a:t>Expect zero false</a:t>
            </a:r>
          </a:p>
          <a:p xmlns:a="http://schemas.openxmlformats.org/drawingml/2006/main">
            <a:pPr algn="l">
              <a:defRPr sz="2025" b="0">
                <a:solidFill>
                  <a:srgbClr val="172A3A"/>
                </a:solidFill>
                <a:latin typeface="DejaVu Sans"/>
                <a:ea typeface="DejaVu Sans"/>
                <a:cs typeface="DejaVu Sans"/>
              </a:defRPr>
            </a:pPr>
            <a:r>
              <a:rPr sz="2025" b="0">
                <a:solidFill>
                  <a:srgbClr val="172A3A"/>
                </a:solidFill>
                <a:latin typeface="DejaVu Sans"/>
                <a:ea typeface="DejaVu Sans"/>
                <a:cs typeface="DejaVu Sans"/>
              </a:rPr>
              <a:t>candidate openings.</a:t>
            </a:r>
          </a:p>
        </p:txBody>
      </p:sp>
      <p:sp>
        <p:nvSpPr>
          <p:cNvPr id="15" name="u34">
            <a:extLst xmlns:a="http://schemas.openxmlformats.org/drawingml/2006/main">
              <a:ext uri="{FF2B5EF4-FFF2-40B4-BE49-F238E27FC236}">
                <a16:creationId xmlns:a16="http://schemas.microsoft.com/office/drawing/2014/main" id="{CC39FCDC-8056-4AA5-9C38-AC8DF83D30D6}"/>
              </a:ext>
            </a:extLst>
          </p:cNvPr>
          <p:cNvSpPr>
            <a:spLocks xmlns:a="http://schemas.openxmlformats.org/drawingml/2006/main" noGrp="1"/>
          </p:cNvSpPr>
          <p:nvPr/>
        </p:nvSpPr>
        <p:spPr>
          <a:xfrm xmlns:a="http://schemas.openxmlformats.org/drawingml/2006/main">
            <a:off x="628650" y="12125325"/>
            <a:ext cx="89154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9351ac03e2ac4203"/>
              </a:rPr>
              <a:t>Fixture definitions and hashes</a:t>
            </a:r>
          </a:p>
        </p:txBody>
      </p:sp>
    </p:spTree>
    <p:extLst>
      <p:ext uri="{BB962C8B-B14F-4D97-AF65-F5344CB8AC3E}">
        <p14:creationId xmlns:p14="http://schemas.microsoft.com/office/powerpoint/2010/main" val="2045354100"/>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0" name="u35">
            <a:extLst xmlns:a="http://schemas.openxmlformats.org/drawingml/2006/main">
              <a:ext uri="{FF2B5EF4-FFF2-40B4-BE49-F238E27FC236}">
                <a16:creationId xmlns:a16="http://schemas.microsoft.com/office/drawing/2014/main" id="{6B07249E-7543-4090-A374-935B4EE8A60F}"/>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DEPLOYMENT</a:t>
            </a:r>
          </a:p>
        </p:txBody>
      </p:sp>
      <p:sp>
        <p:nvSpPr>
          <p:cNvPr id="2" name="u36">
            <a:extLst xmlns:a="http://schemas.openxmlformats.org/drawingml/2006/main">
              <a:ext uri="{FF2B5EF4-FFF2-40B4-BE49-F238E27FC236}">
                <a16:creationId xmlns:a16="http://schemas.microsoft.com/office/drawing/2014/main" id="{1EBD08C4-C38F-4568-B541-C0DFF9D274BD}"/>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How to check the sprint</a:t>
            </a:r>
          </a:p>
        </p:txBody>
      </p:sp>
      <p:sp>
        <p:nvSpPr>
          <p:cNvPr id="3" name="u37">
            <a:extLst xmlns:a="http://schemas.openxmlformats.org/drawingml/2006/main">
              <a:ext uri="{FF2B5EF4-FFF2-40B4-BE49-F238E27FC236}">
                <a16:creationId xmlns:a16="http://schemas.microsoft.com/office/drawing/2014/main" id="{51A02664-7AC4-4FE3-B2D1-2583E29631EE}"/>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Each host proves a different part of the experiment.</a:t>
            </a:r>
          </a:p>
        </p:txBody>
      </p:sp>
      <p:sp>
        <p:nvSpPr>
          <p:cNvPr id="4" name="u38">
            <a:extLst xmlns:a="http://schemas.openxmlformats.org/drawingml/2006/main">
              <a:ext uri="{FF2B5EF4-FFF2-40B4-BE49-F238E27FC236}">
                <a16:creationId xmlns:a16="http://schemas.microsoft.com/office/drawing/2014/main" id="{72738907-3359-4AD6-B413-03D71FE97752}"/>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39">
            <a:extLst xmlns:a="http://schemas.openxmlformats.org/drawingml/2006/main">
              <a:ext uri="{FF2B5EF4-FFF2-40B4-BE49-F238E27FC236}">
                <a16:creationId xmlns:a16="http://schemas.microsoft.com/office/drawing/2014/main" id="{8BAFB2A7-B502-4012-A6EB-A7ABE3D86A80}"/>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35"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40">
            <a:extLst xmlns:a="http://schemas.openxmlformats.org/drawingml/2006/main">
              <a:ext uri="{FF2B5EF4-FFF2-40B4-BE49-F238E27FC236}">
                <a16:creationId xmlns:a16="http://schemas.microsoft.com/office/drawing/2014/main" id="{2C4F5FB3-1908-4556-91C3-F5C4A33D7C12}"/>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41">
            <a:extLst xmlns:a="http://schemas.openxmlformats.org/drawingml/2006/main">
              <a:ext uri="{FF2B5EF4-FFF2-40B4-BE49-F238E27FC236}">
                <a16:creationId xmlns:a16="http://schemas.microsoft.com/office/drawing/2014/main" id="{6A51708D-B499-478B-88FB-2D92661CDBA2}"/>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04</a:t>
            </a:r>
          </a:p>
        </p:txBody>
      </p:sp>
      <p:sp>
        <p:nvSpPr>
          <p:cNvPr id="9" name="u42">
            <a:extLst xmlns:a="http://schemas.openxmlformats.org/drawingml/2006/main">
              <a:ext uri="{FF2B5EF4-FFF2-40B4-BE49-F238E27FC236}">
                <a16:creationId xmlns:a16="http://schemas.microsoft.com/office/drawing/2014/main" id="{5ADA9E6B-6F58-4CD6-A6E0-7DBE6C6C3BD7}"/>
              </a:ext>
            </a:extLst>
          </p:cNvPr>
          <p:cNvSpPr>
            <a:spLocks xmlns:a="http://schemas.openxmlformats.org/drawingml/2006/main" noGrp="1"/>
          </p:cNvSpPr>
          <p:nvPr/>
        </p:nvSpPr>
        <p:spPr>
          <a:xfrm xmlns:a="http://schemas.openxmlformats.org/drawingml/2006/main">
            <a:off x="838200" y="3495675"/>
            <a:ext cx="8572500" cy="225742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10" name="u43">
            <a:extLst xmlns:a="http://schemas.openxmlformats.org/drawingml/2006/main">
              <a:ext uri="{FF2B5EF4-FFF2-40B4-BE49-F238E27FC236}">
                <a16:creationId xmlns:a16="http://schemas.microsoft.com/office/drawing/2014/main" id="{AF023543-CDB7-4C89-B247-9AB3B2AD41C0}"/>
              </a:ext>
            </a:extLst>
          </p:cNvPr>
          <p:cNvSpPr>
            <a:spLocks xmlns:a="http://schemas.openxmlformats.org/drawingml/2006/main" noGrp="1"/>
          </p:cNvSpPr>
          <p:nvPr/>
        </p:nvSpPr>
        <p:spPr>
          <a:xfrm xmlns:a="http://schemas.openxmlformats.org/drawingml/2006/main">
            <a:off x="1009650" y="3571875"/>
            <a:ext cx="8229600" cy="21050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r>
              <a:t/>
            </a:r>
          </a:p>
        </p:txBody>
      </p:sp>
      <p:sp>
        <p:nvSpPr>
          <p:cNvPr id="11" name="u44">
            <a:extLst xmlns:a="http://schemas.openxmlformats.org/drawingml/2006/main">
              <a:ext uri="{FF2B5EF4-FFF2-40B4-BE49-F238E27FC236}">
                <a16:creationId xmlns:a16="http://schemas.microsoft.com/office/drawing/2014/main" id="{18700B0A-D688-408D-AC5B-52C88F9D017C}"/>
              </a:ext>
            </a:extLst>
          </p:cNvPr>
          <p:cNvSpPr>
            <a:spLocks xmlns:a="http://schemas.openxmlformats.org/drawingml/2006/main" noGrp="1"/>
          </p:cNvSpPr>
          <p:nvPr/>
        </p:nvSpPr>
        <p:spPr>
          <a:xfrm xmlns:a="http://schemas.openxmlformats.org/drawingml/2006/main">
            <a:off x="1047750" y="3648075"/>
            <a:ext cx="81534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950" b="1">
                <a:solidFill>
                  <a:srgbClr val="087F8C"/>
                </a:solidFill>
                <a:latin typeface="DejaVu Sans"/>
                <a:ea typeface="DejaVu Sans"/>
                <a:cs typeface="DejaVu Sans"/>
              </a:defRPr>
            </a:pPr>
            <a:r>
              <a:rPr sz="1950" b="1">
                <a:solidFill>
                  <a:srgbClr val="087F8C"/>
                </a:solidFill>
                <a:latin typeface="DejaVu Sans"/>
                <a:ea typeface="DejaVu Sans"/>
                <a:cs typeface="DejaVu Sans"/>
              </a:rPr>
              <a:t>«device»  Mac</a:t>
            </a:r>
          </a:p>
        </p:txBody>
      </p:sp>
      <p:sp>
        <p:nvSpPr>
          <p:cNvPr id="12" name="u45">
            <a:extLst xmlns:a="http://schemas.openxmlformats.org/drawingml/2006/main">
              <a:ext uri="{FF2B5EF4-FFF2-40B4-BE49-F238E27FC236}">
                <a16:creationId xmlns:a16="http://schemas.microsoft.com/office/drawing/2014/main" id="{D1180D12-8DE5-49DB-A6D5-4E850F5BFF98}"/>
              </a:ext>
            </a:extLst>
          </p:cNvPr>
          <p:cNvSpPr>
            <a:spLocks xmlns:a="http://schemas.openxmlformats.org/drawingml/2006/main" noGrp="1"/>
          </p:cNvSpPr>
          <p:nvPr/>
        </p:nvSpPr>
        <p:spPr>
          <a:xfrm xmlns:a="http://schemas.openxmlformats.org/drawingml/2006/main">
            <a:off x="1076325" y="4152900"/>
            <a:ext cx="8096250" cy="533400"/>
          </a:xfrm>
          <a:prstGeom xmlns:a="http://schemas.openxmlformats.org/drawingml/2006/main" prst="rect">
            <a:avLst/>
          </a:prstGeom>
          <a:solidFill xmlns:a="http://schemas.openxmlformats.org/drawingml/2006/main">
            <a:srgbClr val="F7F6F2"/>
          </a:solidFill>
          <a:ln xmlns:a="http://schemas.openxmlformats.org/drawingml/2006/main" w="19050">
            <a:solidFill>
              <a:srgbClr val="087F8C"/>
            </a:solidFill>
            <a:prstDash val="solid"/>
          </a:ln>
        </p:spPr>
      </p:sp>
      <p:sp>
        <p:nvSpPr>
          <p:cNvPr id="13" name="u46">
            <a:extLst xmlns:a="http://schemas.openxmlformats.org/drawingml/2006/main">
              <a:ext uri="{FF2B5EF4-FFF2-40B4-BE49-F238E27FC236}">
                <a16:creationId xmlns:a16="http://schemas.microsoft.com/office/drawing/2014/main" id="{05F97E40-A6C7-482A-B32A-A1EE854FDAEA}"/>
              </a:ext>
            </a:extLst>
          </p:cNvPr>
          <p:cNvSpPr>
            <a:spLocks xmlns:a="http://schemas.openxmlformats.org/drawingml/2006/main" noGrp="1"/>
          </p:cNvSpPr>
          <p:nvPr/>
        </p:nvSpPr>
        <p:spPr>
          <a:xfrm xmlns:a="http://schemas.openxmlformats.org/drawingml/2006/main">
            <a:off x="1247775" y="4229100"/>
            <a:ext cx="7753350"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rPr>
              <a:t>«executionEnvironment»  macOS</a:t>
            </a:r>
          </a:p>
        </p:txBody>
      </p:sp>
      <p:sp>
        <p:nvSpPr>
          <p:cNvPr id="14" name="u47">
            <a:extLst xmlns:a="http://schemas.openxmlformats.org/drawingml/2006/main">
              <a:ext uri="{FF2B5EF4-FFF2-40B4-BE49-F238E27FC236}">
                <a16:creationId xmlns:a16="http://schemas.microsoft.com/office/drawing/2014/main" id="{7F508F71-14C1-4BCA-A4E5-2578775E5AA7}"/>
              </a:ext>
            </a:extLst>
          </p:cNvPr>
          <p:cNvSpPr>
            <a:spLocks xmlns:a="http://schemas.openxmlformats.org/drawingml/2006/main" noGrp="1"/>
          </p:cNvSpPr>
          <p:nvPr/>
        </p:nvSpPr>
        <p:spPr>
          <a:xfrm xmlns:a="http://schemas.openxmlformats.org/drawingml/2006/main">
            <a:off x="1076325" y="4848225"/>
            <a:ext cx="80962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Real Vision + fixed fixtures</a:t>
            </a:r>
          </a:p>
        </p:txBody>
      </p:sp>
      <p:sp>
        <p:nvSpPr>
          <p:cNvPr id="15" name="u48">
            <a:extLst xmlns:a="http://schemas.openxmlformats.org/drawingml/2006/main">
              <a:ext uri="{FF2B5EF4-FFF2-40B4-BE49-F238E27FC236}">
                <a16:creationId xmlns:a16="http://schemas.microsoft.com/office/drawing/2014/main" id="{37FE72B3-9B8E-404C-81D6-749028FE0218}"/>
              </a:ext>
            </a:extLst>
          </p:cNvPr>
          <p:cNvSpPr>
            <a:spLocks xmlns:a="http://schemas.openxmlformats.org/drawingml/2006/main" noGrp="1"/>
          </p:cNvSpPr>
          <p:nvPr/>
        </p:nvSpPr>
        <p:spPr>
          <a:xfrm xmlns:a="http://schemas.openxmlformats.org/drawingml/2006/main">
            <a:off x="1076325" y="5324475"/>
            <a:ext cx="80962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hlinkClick xmlns:r="http://schemas.openxmlformats.org/officeDocument/2006/relationships" r:id="R09bbf199f24646a9"/>
              </a:rPr>
              <a:t>Saved scoring and pipeline gate</a:t>
            </a:r>
          </a:p>
        </p:txBody>
      </p:sp>
      <p:sp>
        <p:nvSpPr>
          <p:cNvPr id="16" name="u49">
            <a:extLst xmlns:a="http://schemas.openxmlformats.org/drawingml/2006/main">
              <a:ext uri="{FF2B5EF4-FFF2-40B4-BE49-F238E27FC236}">
                <a16:creationId xmlns:a16="http://schemas.microsoft.com/office/drawing/2014/main" id="{FDAE6FE9-C5BB-42B4-A0EF-1CA1FCDDD099}"/>
              </a:ext>
            </a:extLst>
          </p:cNvPr>
          <p:cNvSpPr>
            <a:spLocks xmlns:a="http://schemas.openxmlformats.org/drawingml/2006/main" noGrp="1"/>
          </p:cNvSpPr>
          <p:nvPr/>
        </p:nvSpPr>
        <p:spPr>
          <a:xfrm xmlns:a="http://schemas.openxmlformats.org/drawingml/2006/main">
            <a:off x="838200" y="6200775"/>
            <a:ext cx="8572500" cy="2257425"/>
          </a:xfrm>
          <a:prstGeom xmlns:a="http://schemas.openxmlformats.org/drawingml/2006/main" prst="rect">
            <a:avLst/>
          </a:prstGeom>
          <a:solidFill xmlns:a="http://schemas.openxmlformats.org/drawingml/2006/main">
            <a:srgbClr val="FFFFFF"/>
          </a:solidFill>
          <a:ln xmlns:a="http://schemas.openxmlformats.org/drawingml/2006/main" w="19050">
            <a:solidFill>
              <a:srgbClr val="346EB3"/>
            </a:solidFill>
            <a:prstDash val="solid"/>
          </a:ln>
        </p:spPr>
      </p:sp>
      <p:sp>
        <p:nvSpPr>
          <p:cNvPr id="17" name="u50">
            <a:extLst xmlns:a="http://schemas.openxmlformats.org/drawingml/2006/main">
              <a:ext uri="{FF2B5EF4-FFF2-40B4-BE49-F238E27FC236}">
                <a16:creationId xmlns:a16="http://schemas.microsoft.com/office/drawing/2014/main" id="{1B530BE6-6CB1-41B6-905F-53D0906B3020}"/>
              </a:ext>
            </a:extLst>
          </p:cNvPr>
          <p:cNvSpPr>
            <a:spLocks xmlns:a="http://schemas.openxmlformats.org/drawingml/2006/main" noGrp="1"/>
          </p:cNvSpPr>
          <p:nvPr/>
        </p:nvSpPr>
        <p:spPr>
          <a:xfrm xmlns:a="http://schemas.openxmlformats.org/drawingml/2006/main">
            <a:off x="1009650" y="6276975"/>
            <a:ext cx="8229600" cy="21050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r>
              <a:t/>
            </a:r>
          </a:p>
        </p:txBody>
      </p:sp>
      <p:sp>
        <p:nvSpPr>
          <p:cNvPr id="18" name="u51">
            <a:extLst xmlns:a="http://schemas.openxmlformats.org/drawingml/2006/main">
              <a:ext uri="{FF2B5EF4-FFF2-40B4-BE49-F238E27FC236}">
                <a16:creationId xmlns:a16="http://schemas.microsoft.com/office/drawing/2014/main" id="{D6654670-E026-46E0-9C5C-718AE361A2AA}"/>
              </a:ext>
            </a:extLst>
          </p:cNvPr>
          <p:cNvSpPr>
            <a:spLocks xmlns:a="http://schemas.openxmlformats.org/drawingml/2006/main" noGrp="1"/>
          </p:cNvSpPr>
          <p:nvPr/>
        </p:nvSpPr>
        <p:spPr>
          <a:xfrm xmlns:a="http://schemas.openxmlformats.org/drawingml/2006/main">
            <a:off x="1047750" y="6353175"/>
            <a:ext cx="81534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950" b="1">
                <a:solidFill>
                  <a:srgbClr val="346EB3"/>
                </a:solidFill>
                <a:latin typeface="DejaVu Sans"/>
                <a:ea typeface="DejaVu Sans"/>
                <a:cs typeface="DejaVu Sans"/>
              </a:defRPr>
            </a:pPr>
            <a:r>
              <a:rPr sz="1950" b="1">
                <a:solidFill>
                  <a:srgbClr val="346EB3"/>
                </a:solidFill>
                <a:latin typeface="DejaVu Sans"/>
                <a:ea typeface="DejaVu Sans"/>
                <a:cs typeface="DejaVu Sans"/>
              </a:rPr>
              <a:t>«device»  Simulator host</a:t>
            </a:r>
          </a:p>
        </p:txBody>
      </p:sp>
      <p:sp>
        <p:nvSpPr>
          <p:cNvPr id="19" name="u52">
            <a:extLst xmlns:a="http://schemas.openxmlformats.org/drawingml/2006/main">
              <a:ext uri="{FF2B5EF4-FFF2-40B4-BE49-F238E27FC236}">
                <a16:creationId xmlns:a16="http://schemas.microsoft.com/office/drawing/2014/main" id="{4EE79796-0BFA-44ED-86DD-55BFBBFF888F}"/>
              </a:ext>
            </a:extLst>
          </p:cNvPr>
          <p:cNvSpPr>
            <a:spLocks xmlns:a="http://schemas.openxmlformats.org/drawingml/2006/main" noGrp="1"/>
          </p:cNvSpPr>
          <p:nvPr/>
        </p:nvSpPr>
        <p:spPr>
          <a:xfrm xmlns:a="http://schemas.openxmlformats.org/drawingml/2006/main">
            <a:off x="1076325" y="6858000"/>
            <a:ext cx="8096250" cy="533400"/>
          </a:xfrm>
          <a:prstGeom xmlns:a="http://schemas.openxmlformats.org/drawingml/2006/main" prst="rect">
            <a:avLst/>
          </a:prstGeom>
          <a:solidFill xmlns:a="http://schemas.openxmlformats.org/drawingml/2006/main">
            <a:srgbClr val="F7F6F2"/>
          </a:solidFill>
          <a:ln xmlns:a="http://schemas.openxmlformats.org/drawingml/2006/main" w="19050">
            <a:solidFill>
              <a:srgbClr val="346EB3"/>
            </a:solidFill>
            <a:prstDash val="solid"/>
          </a:ln>
        </p:spPr>
      </p:sp>
      <p:sp>
        <p:nvSpPr>
          <p:cNvPr id="20" name="u53">
            <a:extLst xmlns:a="http://schemas.openxmlformats.org/drawingml/2006/main">
              <a:ext uri="{FF2B5EF4-FFF2-40B4-BE49-F238E27FC236}">
                <a16:creationId xmlns:a16="http://schemas.microsoft.com/office/drawing/2014/main" id="{FE96F36B-3458-404C-8C77-5B5412E28907}"/>
              </a:ext>
            </a:extLst>
          </p:cNvPr>
          <p:cNvSpPr>
            <a:spLocks xmlns:a="http://schemas.openxmlformats.org/drawingml/2006/main" noGrp="1"/>
          </p:cNvSpPr>
          <p:nvPr/>
        </p:nvSpPr>
        <p:spPr>
          <a:xfrm xmlns:a="http://schemas.openxmlformats.org/drawingml/2006/main">
            <a:off x="1247775" y="6934200"/>
            <a:ext cx="7753350"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rPr>
              <a:t>«executionEnvironment»  iOS Simulator</a:t>
            </a:r>
          </a:p>
        </p:txBody>
      </p:sp>
      <p:sp>
        <p:nvSpPr>
          <p:cNvPr id="21" name="u54">
            <a:extLst xmlns:a="http://schemas.openxmlformats.org/drawingml/2006/main">
              <a:ext uri="{FF2B5EF4-FFF2-40B4-BE49-F238E27FC236}">
                <a16:creationId xmlns:a16="http://schemas.microsoft.com/office/drawing/2014/main" id="{80219C96-793D-4DA3-8D97-5788767BA5C6}"/>
              </a:ext>
            </a:extLst>
          </p:cNvPr>
          <p:cNvSpPr>
            <a:spLocks xmlns:a="http://schemas.openxmlformats.org/drawingml/2006/main" noGrp="1"/>
          </p:cNvSpPr>
          <p:nvPr/>
        </p:nvSpPr>
        <p:spPr>
          <a:xfrm xmlns:a="http://schemas.openxmlformats.org/drawingml/2006/main">
            <a:off x="1076325" y="7553325"/>
            <a:ext cx="80962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App startup + harness setup</a:t>
            </a:r>
          </a:p>
        </p:txBody>
      </p:sp>
      <p:sp>
        <p:nvSpPr>
          <p:cNvPr id="22" name="u55">
            <a:extLst xmlns:a="http://schemas.openxmlformats.org/drawingml/2006/main">
              <a:ext uri="{FF2B5EF4-FFF2-40B4-BE49-F238E27FC236}">
                <a16:creationId xmlns:a16="http://schemas.microsoft.com/office/drawing/2014/main" id="{797CCCCE-89E3-484B-98A6-9BEDFD2D4989}"/>
              </a:ext>
            </a:extLst>
          </p:cNvPr>
          <p:cNvSpPr>
            <a:spLocks xmlns:a="http://schemas.openxmlformats.org/drawingml/2006/main" noGrp="1"/>
          </p:cNvSpPr>
          <p:nvPr/>
        </p:nvSpPr>
        <p:spPr>
          <a:xfrm xmlns:a="http://schemas.openxmlformats.org/drawingml/2006/main">
            <a:off x="1076325" y="8029575"/>
            <a:ext cx="80962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346EB3"/>
                </a:solidFill>
                <a:latin typeface="DejaVu Sans"/>
                <a:ea typeface="DejaVu Sans"/>
                <a:cs typeface="DejaVu Sans"/>
              </a:defRPr>
            </a:pPr>
            <a:r>
              <a:rPr sz="1650" b="0">
                <a:solidFill>
                  <a:srgbClr val="346EB3"/>
                </a:solidFill>
                <a:latin typeface="DejaVu Sans"/>
                <a:ea typeface="DejaVu Sans"/>
                <a:cs typeface="DejaVu Sans"/>
                <a:hlinkClick xmlns:r="http://schemas.openxmlformats.org/officeDocument/2006/relationships" r:id="Re13e22a5ae9143aa"/>
              </a:rPr>
              <a:t>Saved app tests; no real-Vision acceptance</a:t>
            </a:r>
          </a:p>
        </p:txBody>
      </p:sp>
      <p:sp>
        <p:nvSpPr>
          <p:cNvPr id="23" name="u56">
            <a:extLst xmlns:a="http://schemas.openxmlformats.org/drawingml/2006/main">
              <a:ext uri="{FF2B5EF4-FFF2-40B4-BE49-F238E27FC236}">
                <a16:creationId xmlns:a16="http://schemas.microsoft.com/office/drawing/2014/main" id="{93599D27-2840-493A-8016-086AA004F1C7}"/>
              </a:ext>
            </a:extLst>
          </p:cNvPr>
          <p:cNvSpPr>
            <a:spLocks xmlns:a="http://schemas.openxmlformats.org/drawingml/2006/main" noGrp="1"/>
          </p:cNvSpPr>
          <p:nvPr/>
        </p:nvSpPr>
        <p:spPr>
          <a:xfrm xmlns:a="http://schemas.openxmlformats.org/drawingml/2006/main">
            <a:off x="838200" y="8905875"/>
            <a:ext cx="8572500" cy="2257425"/>
          </a:xfrm>
          <a:prstGeom xmlns:a="http://schemas.openxmlformats.org/drawingml/2006/main" prst="rect">
            <a:avLst/>
          </a:prstGeom>
          <a:solidFill xmlns:a="http://schemas.openxmlformats.org/drawingml/2006/main">
            <a:srgbClr val="FFFFFF"/>
          </a:solidFill>
          <a:ln xmlns:a="http://schemas.openxmlformats.org/drawingml/2006/main" w="19050">
            <a:solidFill>
              <a:srgbClr val="A86406"/>
            </a:solidFill>
            <a:prstDash val="solid"/>
          </a:ln>
        </p:spPr>
      </p:sp>
      <p:sp>
        <p:nvSpPr>
          <p:cNvPr id="24" name="u57">
            <a:extLst xmlns:a="http://schemas.openxmlformats.org/drawingml/2006/main">
              <a:ext uri="{FF2B5EF4-FFF2-40B4-BE49-F238E27FC236}">
                <a16:creationId xmlns:a16="http://schemas.microsoft.com/office/drawing/2014/main" id="{ACEE7848-F036-4E62-B2CA-FC26E47A1649}"/>
              </a:ext>
            </a:extLst>
          </p:cNvPr>
          <p:cNvSpPr>
            <a:spLocks xmlns:a="http://schemas.openxmlformats.org/drawingml/2006/main" noGrp="1"/>
          </p:cNvSpPr>
          <p:nvPr/>
        </p:nvSpPr>
        <p:spPr>
          <a:xfrm xmlns:a="http://schemas.openxmlformats.org/drawingml/2006/main">
            <a:off x="1009650" y="8982075"/>
            <a:ext cx="8229600" cy="21050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r>
              <a:t/>
            </a:r>
          </a:p>
        </p:txBody>
      </p:sp>
      <p:sp>
        <p:nvSpPr>
          <p:cNvPr id="25" name="u58">
            <a:extLst xmlns:a="http://schemas.openxmlformats.org/drawingml/2006/main">
              <a:ext uri="{FF2B5EF4-FFF2-40B4-BE49-F238E27FC236}">
                <a16:creationId xmlns:a16="http://schemas.microsoft.com/office/drawing/2014/main" id="{222736D1-DA9F-4039-BEB1-B6D09522792B}"/>
              </a:ext>
            </a:extLst>
          </p:cNvPr>
          <p:cNvSpPr>
            <a:spLocks xmlns:a="http://schemas.openxmlformats.org/drawingml/2006/main" noGrp="1"/>
          </p:cNvSpPr>
          <p:nvPr/>
        </p:nvSpPr>
        <p:spPr>
          <a:xfrm xmlns:a="http://schemas.openxmlformats.org/drawingml/2006/main">
            <a:off x="1047750" y="9058275"/>
            <a:ext cx="81534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950" b="1">
                <a:solidFill>
                  <a:srgbClr val="A86406"/>
                </a:solidFill>
                <a:latin typeface="DejaVu Sans"/>
                <a:ea typeface="DejaVu Sans"/>
                <a:cs typeface="DejaVu Sans"/>
              </a:defRPr>
            </a:pPr>
            <a:r>
              <a:rPr sz="1950" b="1">
                <a:solidFill>
                  <a:srgbClr val="A86406"/>
                </a:solidFill>
                <a:latin typeface="DejaVu Sans"/>
                <a:ea typeface="DejaVu Sans"/>
                <a:cs typeface="DejaVu Sans"/>
              </a:rPr>
              <a:t>«device»  Physical iPhone</a:t>
            </a:r>
          </a:p>
        </p:txBody>
      </p:sp>
      <p:sp>
        <p:nvSpPr>
          <p:cNvPr id="26" name="u59">
            <a:extLst xmlns:a="http://schemas.openxmlformats.org/drawingml/2006/main">
              <a:ext uri="{FF2B5EF4-FFF2-40B4-BE49-F238E27FC236}">
                <a16:creationId xmlns:a16="http://schemas.microsoft.com/office/drawing/2014/main" id="{AF438552-5420-4ABA-8D3C-E154CC8CD1DB}"/>
              </a:ext>
            </a:extLst>
          </p:cNvPr>
          <p:cNvSpPr>
            <a:spLocks xmlns:a="http://schemas.openxmlformats.org/drawingml/2006/main" noGrp="1"/>
          </p:cNvSpPr>
          <p:nvPr/>
        </p:nvSpPr>
        <p:spPr>
          <a:xfrm xmlns:a="http://schemas.openxmlformats.org/drawingml/2006/main">
            <a:off x="1076325" y="9563100"/>
            <a:ext cx="8096250" cy="533400"/>
          </a:xfrm>
          <a:prstGeom xmlns:a="http://schemas.openxmlformats.org/drawingml/2006/main" prst="rect">
            <a:avLst/>
          </a:prstGeom>
          <a:solidFill xmlns:a="http://schemas.openxmlformats.org/drawingml/2006/main">
            <a:srgbClr val="F7F6F2"/>
          </a:solidFill>
          <a:ln xmlns:a="http://schemas.openxmlformats.org/drawingml/2006/main" w="19050">
            <a:solidFill>
              <a:srgbClr val="A86406"/>
            </a:solidFill>
            <a:prstDash val="solid"/>
          </a:ln>
        </p:spPr>
      </p:sp>
      <p:sp>
        <p:nvSpPr>
          <p:cNvPr id="27" name="u60">
            <a:extLst xmlns:a="http://schemas.openxmlformats.org/drawingml/2006/main">
              <a:ext uri="{FF2B5EF4-FFF2-40B4-BE49-F238E27FC236}">
                <a16:creationId xmlns:a16="http://schemas.microsoft.com/office/drawing/2014/main" id="{B8D30801-E2FF-437B-923A-7A107F12956B}"/>
              </a:ext>
            </a:extLst>
          </p:cNvPr>
          <p:cNvSpPr>
            <a:spLocks xmlns:a="http://schemas.openxmlformats.org/drawingml/2006/main" noGrp="1"/>
          </p:cNvSpPr>
          <p:nvPr/>
        </p:nvSpPr>
        <p:spPr>
          <a:xfrm xmlns:a="http://schemas.openxmlformats.org/drawingml/2006/main">
            <a:off x="1247775" y="9639300"/>
            <a:ext cx="7753350"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rPr>
              <a:t>«executionEnvironment»  iOS</a:t>
            </a:r>
          </a:p>
        </p:txBody>
      </p:sp>
      <p:sp>
        <p:nvSpPr>
          <p:cNvPr id="28" name="u61">
            <a:extLst xmlns:a="http://schemas.openxmlformats.org/drawingml/2006/main">
              <a:ext uri="{FF2B5EF4-FFF2-40B4-BE49-F238E27FC236}">
                <a16:creationId xmlns:a16="http://schemas.microsoft.com/office/drawing/2014/main" id="{BF026FDF-6F35-4941-88E2-8797E05704D8}"/>
              </a:ext>
            </a:extLst>
          </p:cNvPr>
          <p:cNvSpPr>
            <a:spLocks xmlns:a="http://schemas.openxmlformats.org/drawingml/2006/main" noGrp="1"/>
          </p:cNvSpPr>
          <p:nvPr/>
        </p:nvSpPr>
        <p:spPr>
          <a:xfrm xmlns:a="http://schemas.openxmlformats.org/drawingml/2006/main">
            <a:off x="1076325" y="10258425"/>
            <a:ext cx="80962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Playback + signal + exported evidence</a:t>
            </a:r>
          </a:p>
        </p:txBody>
      </p:sp>
      <p:sp>
        <p:nvSpPr>
          <p:cNvPr id="29" name="u62">
            <a:extLst xmlns:a="http://schemas.openxmlformats.org/drawingml/2006/main">
              <a:ext uri="{FF2B5EF4-FFF2-40B4-BE49-F238E27FC236}">
                <a16:creationId xmlns:a16="http://schemas.microsoft.com/office/drawing/2014/main" id="{036F18A7-DDE4-4C16-90A8-B1A8B274231A}"/>
              </a:ext>
            </a:extLst>
          </p:cNvPr>
          <p:cNvSpPr>
            <a:spLocks xmlns:a="http://schemas.openxmlformats.org/drawingml/2006/main" noGrp="1"/>
          </p:cNvSpPr>
          <p:nvPr/>
        </p:nvSpPr>
        <p:spPr>
          <a:xfrm xmlns:a="http://schemas.openxmlformats.org/drawingml/2006/main">
            <a:off x="1076325" y="10734675"/>
            <a:ext cx="80962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A86406"/>
                </a:solidFill>
                <a:latin typeface="DejaVu Sans"/>
                <a:ea typeface="DejaVu Sans"/>
                <a:cs typeface="DejaVu Sans"/>
              </a:defRPr>
            </a:pPr>
            <a:r>
              <a:rPr sz="1650" b="0">
                <a:solidFill>
                  <a:srgbClr val="A86406"/>
                </a:solidFill>
                <a:latin typeface="DejaVu Sans"/>
                <a:ea typeface="DejaVu Sans"/>
                <a:cs typeface="DejaVu Sans"/>
                <a:hlinkClick xmlns:r="http://schemas.openxmlformats.org/officeDocument/2006/relationships" r:id="Rd1f7c0d027604dd6"/>
              </a:rPr>
              <a:t>Manual acceptance still pending</a:t>
            </a:r>
          </a:p>
        </p:txBody>
      </p:sp>
    </p:spTree>
    <p:extLst>
      <p:ext uri="{BB962C8B-B14F-4D97-AF65-F5344CB8AC3E}">
        <p14:creationId xmlns:p14="http://schemas.microsoft.com/office/powerpoint/2010/main" val="1478580640"/>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5" name="u63">
            <a:extLst xmlns:a="http://schemas.openxmlformats.org/drawingml/2006/main">
              <a:ext uri="{FF2B5EF4-FFF2-40B4-BE49-F238E27FC236}">
                <a16:creationId xmlns:a16="http://schemas.microsoft.com/office/drawing/2014/main" id="{DEBC8A7F-FFCA-47FE-A990-491A2ABAB4D1}"/>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COMPONENT</a:t>
            </a:r>
          </a:p>
        </p:txBody>
      </p:sp>
      <p:sp>
        <p:nvSpPr>
          <p:cNvPr id="2" name="u64">
            <a:extLst xmlns:a="http://schemas.openxmlformats.org/drawingml/2006/main">
              <a:ext uri="{FF2B5EF4-FFF2-40B4-BE49-F238E27FC236}">
                <a16:creationId xmlns:a16="http://schemas.microsoft.com/office/drawing/2014/main" id="{BD8091FE-1A89-45D8-8BDA-7571674D7067}"/>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The analysis boundary</a:t>
            </a:r>
          </a:p>
        </p:txBody>
      </p:sp>
      <p:sp>
        <p:nvSpPr>
          <p:cNvPr id="3" name="u65">
            <a:extLst xmlns:a="http://schemas.openxmlformats.org/drawingml/2006/main">
              <a:ext uri="{FF2B5EF4-FFF2-40B4-BE49-F238E27FC236}">
                <a16:creationId xmlns:a16="http://schemas.microsoft.com/office/drawing/2014/main" id="{D952BB02-BF3A-45C4-8A12-CA2E1E477484}"/>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The host supplies inputs. The pipeline owns analysis and evidence.</a:t>
            </a:r>
          </a:p>
        </p:txBody>
      </p:sp>
      <p:sp>
        <p:nvSpPr>
          <p:cNvPr id="4" name="u66">
            <a:extLst xmlns:a="http://schemas.openxmlformats.org/drawingml/2006/main">
              <a:ext uri="{FF2B5EF4-FFF2-40B4-BE49-F238E27FC236}">
                <a16:creationId xmlns:a16="http://schemas.microsoft.com/office/drawing/2014/main" id="{EC02074D-0445-470F-9374-33504ABB3B4E}"/>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67">
            <a:extLst xmlns:a="http://schemas.openxmlformats.org/drawingml/2006/main">
              <a:ext uri="{FF2B5EF4-FFF2-40B4-BE49-F238E27FC236}">
                <a16:creationId xmlns:a16="http://schemas.microsoft.com/office/drawing/2014/main" id="{0DEA1AFF-A4B0-4B36-994B-C17915145152}"/>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0"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68">
            <a:extLst xmlns:a="http://schemas.openxmlformats.org/drawingml/2006/main">
              <a:ext uri="{FF2B5EF4-FFF2-40B4-BE49-F238E27FC236}">
                <a16:creationId xmlns:a16="http://schemas.microsoft.com/office/drawing/2014/main" id="{99ABF8B1-D5C2-4552-ACA9-7970708114EA}"/>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69">
            <a:extLst xmlns:a="http://schemas.openxmlformats.org/drawingml/2006/main">
              <a:ext uri="{FF2B5EF4-FFF2-40B4-BE49-F238E27FC236}">
                <a16:creationId xmlns:a16="http://schemas.microsoft.com/office/drawing/2014/main" id="{917803D2-44D0-40AE-9DB6-F72E0BFE060C}"/>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05</a:t>
            </a:r>
          </a:p>
        </p:txBody>
      </p:sp>
      <p:sp>
        <p:nvSpPr>
          <p:cNvPr id="9" name="u70">
            <a:extLst xmlns:a="http://schemas.openxmlformats.org/drawingml/2006/main">
              <a:ext uri="{FF2B5EF4-FFF2-40B4-BE49-F238E27FC236}">
                <a16:creationId xmlns:a16="http://schemas.microsoft.com/office/drawing/2014/main" id="{13E48538-E561-4A81-B2BC-DB67F2A4FD3A}"/>
              </a:ext>
            </a:extLst>
          </p:cNvPr>
          <p:cNvSpPr>
            <a:spLocks xmlns:a="http://schemas.openxmlformats.org/drawingml/2006/main" noGrp="1"/>
          </p:cNvSpPr>
          <p:nvPr/>
        </p:nvSpPr>
        <p:spPr>
          <a:xfrm xmlns:a="http://schemas.openxmlformats.org/drawingml/2006/main">
            <a:off x="2571750" y="3429000"/>
            <a:ext cx="5143500" cy="1095375"/>
          </a:xfrm>
          <a:prstGeom xmlns:a="http://schemas.openxmlformats.org/drawingml/2006/main" prst="rect">
            <a:avLst/>
          </a:prstGeom>
          <a:solidFill xmlns:a="http://schemas.openxmlformats.org/drawingml/2006/main">
            <a:srgbClr val="E6EEF8"/>
          </a:solidFill>
          <a:ln xmlns:a="http://schemas.openxmlformats.org/drawingml/2006/main" w="19050">
            <a:solidFill>
              <a:srgbClr val="346EB3"/>
            </a:solidFill>
            <a:prstDash val="solid"/>
          </a:ln>
        </p:spPr>
      </p:sp>
      <p:sp>
        <p:nvSpPr>
          <p:cNvPr id="10" name="u71">
            <a:extLst xmlns:a="http://schemas.openxmlformats.org/drawingml/2006/main">
              <a:ext uri="{FF2B5EF4-FFF2-40B4-BE49-F238E27FC236}">
                <a16:creationId xmlns:a16="http://schemas.microsoft.com/office/drawing/2014/main" id="{2DB6485F-541B-4B85-A589-B917B0D6202A}"/>
              </a:ext>
            </a:extLst>
          </p:cNvPr>
          <p:cNvSpPr>
            <a:spLocks xmlns:a="http://schemas.openxmlformats.org/drawingml/2006/main" noGrp="1"/>
          </p:cNvSpPr>
          <p:nvPr/>
        </p:nvSpPr>
        <p:spPr>
          <a:xfrm xmlns:a="http://schemas.openxmlformats.org/drawingml/2006/main">
            <a:off x="2743200" y="3505200"/>
            <a:ext cx="4800600" cy="9429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«component»</a:t>
            </a:r>
          </a:p>
          <a:p xmlns:a="http://schemas.openxmlformats.org/drawingml/2006/main">
            <a:pPr algn="ctr">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App harness / test host</a:t>
            </a:r>
          </a:p>
        </p:txBody>
      </p:sp>
      <p:sp>
        <p:nvSpPr>
          <p:cNvPr id="11" name="u72">
            <a:extLst xmlns:a="http://schemas.openxmlformats.org/drawingml/2006/main">
              <a:ext uri="{FF2B5EF4-FFF2-40B4-BE49-F238E27FC236}">
                <a16:creationId xmlns:a16="http://schemas.microsoft.com/office/drawing/2014/main" id="{F5FD451B-9484-4E08-A17E-25C13C75C8C2}"/>
              </a:ext>
            </a:extLst>
          </p:cNvPr>
          <p:cNvSpPr>
            <a:spLocks xmlns:a="http://schemas.openxmlformats.org/drawingml/2006/main" noGrp="1"/>
          </p:cNvSpPr>
          <p:nvPr/>
        </p:nvSpPr>
        <p:spPr>
          <a:xfrm xmlns:a="http://schemas.openxmlformats.org/drawingml/2006/main">
            <a:off x="5410200" y="4524375"/>
            <a:ext cx="2286000" cy="466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346EB3"/>
                </a:solidFill>
                <a:latin typeface="DejaVu Sans"/>
                <a:ea typeface="DejaVu Sans"/>
                <a:cs typeface="DejaVu Sans"/>
              </a:defRPr>
            </a:pPr>
            <a:r>
              <a:rPr sz="1800" b="0">
                <a:solidFill>
                  <a:srgbClr val="346EB3"/>
                </a:solidFill>
                <a:latin typeface="DejaVu Sans"/>
                <a:ea typeface="DejaVu Sans"/>
                <a:cs typeface="DejaVu Sans"/>
              </a:rPr>
              <a:t>uses</a:t>
            </a:r>
          </a:p>
        </p:txBody>
      </p:sp>
      <p:sp>
        <p:nvSpPr>
          <p:cNvPr id="12" name="u73">
            <a:extLst xmlns:a="http://schemas.openxmlformats.org/drawingml/2006/main">
              <a:ext uri="{FF2B5EF4-FFF2-40B4-BE49-F238E27FC236}">
                <a16:creationId xmlns:a16="http://schemas.microsoft.com/office/drawing/2014/main" id="{2BD1FEAF-2A2E-4FF4-B550-14F710D18061}"/>
              </a:ext>
            </a:extLst>
          </p:cNvPr>
          <p:cNvSpPr>
            <a:spLocks xmlns:a="http://schemas.openxmlformats.org/drawingml/2006/main" noGrp="1"/>
          </p:cNvSpPr>
          <p:nvPr/>
        </p:nvSpPr>
        <p:spPr>
          <a:xfrm xmlns:a="http://schemas.openxmlformats.org/drawingml/2006/main">
            <a:off x="666750" y="5438775"/>
            <a:ext cx="8953500" cy="505777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13" name="u74">
            <a:extLst xmlns:a="http://schemas.openxmlformats.org/drawingml/2006/main">
              <a:ext uri="{FF2B5EF4-FFF2-40B4-BE49-F238E27FC236}">
                <a16:creationId xmlns:a16="http://schemas.microsoft.com/office/drawing/2014/main" id="{A7850196-FD9B-4166-B590-4039682E6437}"/>
              </a:ext>
            </a:extLst>
          </p:cNvPr>
          <p:cNvSpPr>
            <a:spLocks xmlns:a="http://schemas.openxmlformats.org/drawingml/2006/main" noGrp="1"/>
          </p:cNvSpPr>
          <p:nvPr/>
        </p:nvSpPr>
        <p:spPr>
          <a:xfrm xmlns:a="http://schemas.openxmlformats.org/drawingml/2006/main">
            <a:off x="666750" y="5153025"/>
            <a:ext cx="2286000"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087F8C"/>
            </a:solidFill>
            <a:prstDash val="solid"/>
          </a:ln>
        </p:spPr>
      </p:sp>
      <p:sp>
        <p:nvSpPr>
          <p:cNvPr id="14" name="u75">
            <a:extLst xmlns:a="http://schemas.openxmlformats.org/drawingml/2006/main">
              <a:ext uri="{FF2B5EF4-FFF2-40B4-BE49-F238E27FC236}">
                <a16:creationId xmlns:a16="http://schemas.microsoft.com/office/drawing/2014/main" id="{1D567A42-335D-41F4-A7A5-42FFE68DF97C}"/>
              </a:ext>
            </a:extLst>
          </p:cNvPr>
          <p:cNvSpPr>
            <a:spLocks xmlns:a="http://schemas.openxmlformats.org/drawingml/2006/main" noGrp="1"/>
          </p:cNvSpPr>
          <p:nvPr/>
        </p:nvSpPr>
        <p:spPr>
          <a:xfrm xmlns:a="http://schemas.openxmlformats.org/drawingml/2006/main">
            <a:off x="800100" y="5172075"/>
            <a:ext cx="86868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AIShopVision</a:t>
            </a:r>
          </a:p>
        </p:txBody>
      </p:sp>
      <p:sp>
        <p:nvSpPr>
          <p:cNvPr id="15" name="u76">
            <a:extLst xmlns:a="http://schemas.openxmlformats.org/drawingml/2006/main">
              <a:ext uri="{FF2B5EF4-FFF2-40B4-BE49-F238E27FC236}">
                <a16:creationId xmlns:a16="http://schemas.microsoft.com/office/drawing/2014/main" id="{A12B993B-1814-493C-A671-9595417A803B}"/>
              </a:ext>
            </a:extLst>
          </p:cNvPr>
          <p:cNvSpPr>
            <a:spLocks xmlns:a="http://schemas.openxmlformats.org/drawingml/2006/main" noGrp="1"/>
          </p:cNvSpPr>
          <p:nvPr/>
        </p:nvSpPr>
        <p:spPr>
          <a:xfrm xmlns:a="http://schemas.openxmlformats.org/drawingml/2006/main">
            <a:off x="2428875" y="5905500"/>
            <a:ext cx="5429250" cy="1028700"/>
          </a:xfrm>
          <a:prstGeom xmlns:a="http://schemas.openxmlformats.org/drawingml/2006/main" prst="rect">
            <a:avLst/>
          </a:prstGeom>
          <a:solidFill xmlns:a="http://schemas.openxmlformats.org/drawingml/2006/main">
            <a:srgbClr val="DCEFED"/>
          </a:solidFill>
          <a:ln xmlns:a="http://schemas.openxmlformats.org/drawingml/2006/main" w="19050">
            <a:solidFill>
              <a:srgbClr val="087F8C"/>
            </a:solidFill>
            <a:prstDash val="solid"/>
          </a:ln>
        </p:spPr>
      </p:sp>
      <p:sp>
        <p:nvSpPr>
          <p:cNvPr id="16" name="u77">
            <a:extLst xmlns:a="http://schemas.openxmlformats.org/drawingml/2006/main">
              <a:ext uri="{FF2B5EF4-FFF2-40B4-BE49-F238E27FC236}">
                <a16:creationId xmlns:a16="http://schemas.microsoft.com/office/drawing/2014/main" id="{9309C760-1BEB-457E-92A7-B1837E209AF4}"/>
              </a:ext>
            </a:extLst>
          </p:cNvPr>
          <p:cNvSpPr>
            <a:spLocks xmlns:a="http://schemas.openxmlformats.org/drawingml/2006/main" noGrp="1"/>
          </p:cNvSpPr>
          <p:nvPr/>
        </p:nvSpPr>
        <p:spPr>
          <a:xfrm xmlns:a="http://schemas.openxmlformats.org/drawingml/2006/main">
            <a:off x="2600325" y="5981700"/>
            <a:ext cx="5086350"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«component»</a:t>
            </a:r>
          </a:p>
          <a:p xmlns:a="http://schemas.openxmlformats.org/drawingml/2006/main">
            <a:pPr algn="ctr">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CandidateAnalysisPipeline</a:t>
            </a:r>
          </a:p>
        </p:txBody>
      </p:sp>
      <p:sp>
        <p:nvSpPr>
          <p:cNvPr id="17" name="u78">
            <a:extLst xmlns:a="http://schemas.openxmlformats.org/drawingml/2006/main">
              <a:ext uri="{FF2B5EF4-FFF2-40B4-BE49-F238E27FC236}">
                <a16:creationId xmlns:a16="http://schemas.microsoft.com/office/drawing/2014/main" id="{6CABF903-02E8-4156-8883-E1B523ABC533}"/>
              </a:ext>
            </a:extLst>
          </p:cNvPr>
          <p:cNvSpPr>
            <a:spLocks xmlns:a="http://schemas.openxmlformats.org/drawingml/2006/main" noGrp="1"/>
          </p:cNvSpPr>
          <p:nvPr/>
        </p:nvSpPr>
        <p:spPr>
          <a:xfrm xmlns:a="http://schemas.openxmlformats.org/drawingml/2006/main">
            <a:off x="5143500" y="45243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8" name="u79">
            <a:extLst xmlns:a="http://schemas.openxmlformats.org/drawingml/2006/main">
              <a:ext uri="{FF2B5EF4-FFF2-40B4-BE49-F238E27FC236}">
                <a16:creationId xmlns:a16="http://schemas.microsoft.com/office/drawing/2014/main" id="{226DD5BD-55F8-43A6-840F-172F376ED370}"/>
              </a:ext>
            </a:extLst>
          </p:cNvPr>
          <p:cNvSpPr>
            <a:spLocks xmlns:a="http://schemas.openxmlformats.org/drawingml/2006/main" noGrp="1"/>
          </p:cNvSpPr>
          <p:nvPr/>
        </p:nvSpPr>
        <p:spPr>
          <a:xfrm xmlns:a="http://schemas.openxmlformats.org/drawingml/2006/main">
            <a:off x="5143500" y="5905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3" name=""/>
          <p:cNvCxnSpPr>
            <a:stCxn xmlns:a="http://schemas.openxmlformats.org/drawingml/2006/main" id="17" idx="4"/>
            <a:endCxn xmlns:a="http://schemas.openxmlformats.org/drawingml/2006/main" id="18" idx="0"/>
          </p:cNvCxnSpPr>
          <p:nvPr/>
        </p:nvCxnSpPr>
        <p:spPr>
          <a:xfrm xmlns:a="http://schemas.openxmlformats.org/drawingml/2006/main">
            <a:off x="5143977" y="4525328"/>
            <a:ext cx="0" cy="1380172"/>
          </a:xfrm>
          <a:prstGeom xmlns:a="http://schemas.openxmlformats.org/drawingml/2006/main" prst="straightConnector1">
            <a:avLst/>
          </a:prstGeom>
          <a:ln xmlns:a="http://schemas.openxmlformats.org/drawingml/2006/main" w="19050">
            <a:solidFill>
              <a:srgbClr val="346EB3"/>
            </a:solidFill>
            <a:prstDash val="dash"/>
            <a:tailEnd type="arrow" w="med" len="med"/>
          </a:ln>
        </p:spPr>
      </p:cxnSp>
      <p:sp>
        <p:nvSpPr>
          <p:cNvPr id="20" name="u80">
            <a:extLst xmlns:a="http://schemas.openxmlformats.org/drawingml/2006/main">
              <a:ext uri="{FF2B5EF4-FFF2-40B4-BE49-F238E27FC236}">
                <a16:creationId xmlns:a16="http://schemas.microsoft.com/office/drawing/2014/main" id="{5EE52550-3BBC-4868-9EC5-89CC8117CE59}"/>
              </a:ext>
            </a:extLst>
          </p:cNvPr>
          <p:cNvSpPr>
            <a:spLocks xmlns:a="http://schemas.openxmlformats.org/drawingml/2006/main" noGrp="1"/>
          </p:cNvSpPr>
          <p:nvPr/>
        </p:nvSpPr>
        <p:spPr>
          <a:xfrm xmlns:a="http://schemas.openxmlformats.org/drawingml/2006/main">
            <a:off x="1238250" y="7905750"/>
            <a:ext cx="3571875"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21" name="u81">
            <a:extLst xmlns:a="http://schemas.openxmlformats.org/drawingml/2006/main">
              <a:ext uri="{FF2B5EF4-FFF2-40B4-BE49-F238E27FC236}">
                <a16:creationId xmlns:a16="http://schemas.microsoft.com/office/drawing/2014/main" id="{1A9C3912-6A50-4E50-A7A3-6B51A09C71E5}"/>
              </a:ext>
            </a:extLst>
          </p:cNvPr>
          <p:cNvSpPr>
            <a:spLocks xmlns:a="http://schemas.openxmlformats.org/drawingml/2006/main" noGrp="1"/>
          </p:cNvSpPr>
          <p:nvPr/>
        </p:nvSpPr>
        <p:spPr>
          <a:xfrm xmlns:a="http://schemas.openxmlformats.org/drawingml/2006/main">
            <a:off x="1409700" y="7981950"/>
            <a:ext cx="3228975"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«component»</a:t>
            </a:r>
          </a:p>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Target catalog</a:t>
            </a:r>
          </a:p>
        </p:txBody>
      </p:sp>
      <p:sp>
        <p:nvSpPr>
          <p:cNvPr id="22" name="u82">
            <a:extLst xmlns:a="http://schemas.openxmlformats.org/drawingml/2006/main">
              <a:ext uri="{FF2B5EF4-FFF2-40B4-BE49-F238E27FC236}">
                <a16:creationId xmlns:a16="http://schemas.microsoft.com/office/drawing/2014/main" id="{1919A463-EDF8-43CB-917C-C8A1E5CD654D}"/>
              </a:ext>
            </a:extLst>
          </p:cNvPr>
          <p:cNvSpPr>
            <a:spLocks xmlns:a="http://schemas.openxmlformats.org/drawingml/2006/main" noGrp="1"/>
          </p:cNvSpPr>
          <p:nvPr/>
        </p:nvSpPr>
        <p:spPr>
          <a:xfrm xmlns:a="http://schemas.openxmlformats.org/drawingml/2006/main">
            <a:off x="5476875" y="7905750"/>
            <a:ext cx="3571875"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23" name="u83">
            <a:extLst xmlns:a="http://schemas.openxmlformats.org/drawingml/2006/main">
              <a:ext uri="{FF2B5EF4-FFF2-40B4-BE49-F238E27FC236}">
                <a16:creationId xmlns:a16="http://schemas.microsoft.com/office/drawing/2014/main" id="{C9435489-D04C-45A1-B82A-0786CAFBCCB7}"/>
              </a:ext>
            </a:extLst>
          </p:cNvPr>
          <p:cNvSpPr>
            <a:spLocks xmlns:a="http://schemas.openxmlformats.org/drawingml/2006/main" noGrp="1"/>
          </p:cNvSpPr>
          <p:nvPr/>
        </p:nvSpPr>
        <p:spPr>
          <a:xfrm xmlns:a="http://schemas.openxmlformats.org/drawingml/2006/main">
            <a:off x="5648325" y="7981950"/>
            <a:ext cx="3228975"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«component»</a:t>
            </a:r>
          </a:p>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Frame stream</a:t>
            </a:r>
          </a:p>
        </p:txBody>
      </p:sp>
      <p:sp>
        <p:nvSpPr>
          <p:cNvPr id="24" name="u84">
            <a:extLst xmlns:a="http://schemas.openxmlformats.org/drawingml/2006/main">
              <a:ext uri="{FF2B5EF4-FFF2-40B4-BE49-F238E27FC236}">
                <a16:creationId xmlns:a16="http://schemas.microsoft.com/office/drawing/2014/main" id="{FFBBC639-60B0-42B0-BA79-E4956887DDE3}"/>
              </a:ext>
            </a:extLst>
          </p:cNvPr>
          <p:cNvSpPr>
            <a:spLocks xmlns:a="http://schemas.openxmlformats.org/drawingml/2006/main" noGrp="1"/>
          </p:cNvSpPr>
          <p:nvPr/>
        </p:nvSpPr>
        <p:spPr>
          <a:xfrm xmlns:a="http://schemas.openxmlformats.org/drawingml/2006/main">
            <a:off x="1238250" y="9172575"/>
            <a:ext cx="3571875"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25" name="u85">
            <a:extLst xmlns:a="http://schemas.openxmlformats.org/drawingml/2006/main">
              <a:ext uri="{FF2B5EF4-FFF2-40B4-BE49-F238E27FC236}">
                <a16:creationId xmlns:a16="http://schemas.microsoft.com/office/drawing/2014/main" id="{B91131C7-B774-4D2A-9F0A-30463AE0EF41}"/>
              </a:ext>
            </a:extLst>
          </p:cNvPr>
          <p:cNvSpPr>
            <a:spLocks xmlns:a="http://schemas.openxmlformats.org/drawingml/2006/main" noGrp="1"/>
          </p:cNvSpPr>
          <p:nvPr/>
        </p:nvSpPr>
        <p:spPr>
          <a:xfrm xmlns:a="http://schemas.openxmlformats.org/drawingml/2006/main">
            <a:off x="1409700" y="9248775"/>
            <a:ext cx="3228975"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«component»</a:t>
            </a:r>
          </a:p>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Scorer + episode state</a:t>
            </a:r>
          </a:p>
        </p:txBody>
      </p:sp>
      <p:sp>
        <p:nvSpPr>
          <p:cNvPr id="26" name="u86">
            <a:extLst xmlns:a="http://schemas.openxmlformats.org/drawingml/2006/main">
              <a:ext uri="{FF2B5EF4-FFF2-40B4-BE49-F238E27FC236}">
                <a16:creationId xmlns:a16="http://schemas.microsoft.com/office/drawing/2014/main" id="{A17775B9-423C-4729-9671-3CD9A07EE92A}"/>
              </a:ext>
            </a:extLst>
          </p:cNvPr>
          <p:cNvSpPr>
            <a:spLocks xmlns:a="http://schemas.openxmlformats.org/drawingml/2006/main" noGrp="1"/>
          </p:cNvSpPr>
          <p:nvPr/>
        </p:nvSpPr>
        <p:spPr>
          <a:xfrm xmlns:a="http://schemas.openxmlformats.org/drawingml/2006/main">
            <a:off x="5476875" y="9172575"/>
            <a:ext cx="3571875"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27" name="u87">
            <a:extLst xmlns:a="http://schemas.openxmlformats.org/drawingml/2006/main">
              <a:ext uri="{FF2B5EF4-FFF2-40B4-BE49-F238E27FC236}">
                <a16:creationId xmlns:a16="http://schemas.microsoft.com/office/drawing/2014/main" id="{A1B84443-5D43-4014-85ED-82163680DF52}"/>
              </a:ext>
            </a:extLst>
          </p:cNvPr>
          <p:cNvSpPr>
            <a:spLocks xmlns:a="http://schemas.openxmlformats.org/drawingml/2006/main" noGrp="1"/>
          </p:cNvSpPr>
          <p:nvPr/>
        </p:nvSpPr>
        <p:spPr>
          <a:xfrm xmlns:a="http://schemas.openxmlformats.org/drawingml/2006/main">
            <a:off x="5648325" y="9248775"/>
            <a:ext cx="3228975"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«component»</a:t>
            </a:r>
          </a:p>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Recorder + report</a:t>
            </a:r>
          </a:p>
        </p:txBody>
      </p:sp>
      <p:sp>
        <p:nvSpPr>
          <p:cNvPr id="28" name="u88">
            <a:extLst xmlns:a="http://schemas.openxmlformats.org/drawingml/2006/main">
              <a:ext uri="{FF2B5EF4-FFF2-40B4-BE49-F238E27FC236}">
                <a16:creationId xmlns:a16="http://schemas.microsoft.com/office/drawing/2014/main" id="{0BBE7E3C-51D5-4749-B6A2-E2C675531ED0}"/>
              </a:ext>
            </a:extLst>
          </p:cNvPr>
          <p:cNvSpPr>
            <a:spLocks xmlns:a="http://schemas.openxmlformats.org/drawingml/2006/main" noGrp="1"/>
          </p:cNvSpPr>
          <p:nvPr/>
        </p:nvSpPr>
        <p:spPr>
          <a:xfrm xmlns:a="http://schemas.openxmlformats.org/drawingml/2006/main">
            <a:off x="3810000" y="69342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9" name="u89">
            <a:extLst xmlns:a="http://schemas.openxmlformats.org/drawingml/2006/main">
              <a:ext uri="{FF2B5EF4-FFF2-40B4-BE49-F238E27FC236}">
                <a16:creationId xmlns:a16="http://schemas.microsoft.com/office/drawing/2014/main" id="{E70A3188-AC12-494D-89BA-14F14AEFDFB7}"/>
              </a:ext>
            </a:extLst>
          </p:cNvPr>
          <p:cNvSpPr>
            <a:spLocks xmlns:a="http://schemas.openxmlformats.org/drawingml/2006/main" noGrp="1"/>
          </p:cNvSpPr>
          <p:nvPr/>
        </p:nvSpPr>
        <p:spPr>
          <a:xfrm xmlns:a="http://schemas.openxmlformats.org/drawingml/2006/main">
            <a:off x="3019425" y="79057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4" name=""/>
          <p:cNvCxnSpPr>
            <a:stCxn xmlns:a="http://schemas.openxmlformats.org/drawingml/2006/main" id="28" idx="3"/>
            <a:endCxn xmlns:a="http://schemas.openxmlformats.org/drawingml/2006/main" id="29" idx="7"/>
          </p:cNvCxnSpPr>
          <p:nvPr/>
        </p:nvCxnSpPr>
        <p:spPr>
          <a:xfrm xmlns:a="http://schemas.openxmlformats.org/drawingml/2006/main" flipH="1">
            <a:off x="3020238" y="6935013"/>
            <a:ext cx="789901" cy="970876"/>
          </a:xfrm>
          <a:prstGeom xmlns:a="http://schemas.openxmlformats.org/drawingml/2006/main" prst="straightConnector1">
            <a:avLst/>
          </a:prstGeom>
          <a:ln xmlns:a="http://schemas.openxmlformats.org/drawingml/2006/main" w="19050">
            <a:solidFill>
              <a:srgbClr val="087F8C"/>
            </a:solidFill>
            <a:prstDash val="dash"/>
            <a:tailEnd type="arrow" w="med" len="med"/>
          </a:ln>
        </p:spPr>
      </p:cxnSp>
      <p:sp>
        <p:nvSpPr>
          <p:cNvPr id="31" name="u90">
            <a:extLst xmlns:a="http://schemas.openxmlformats.org/drawingml/2006/main">
              <a:ext uri="{FF2B5EF4-FFF2-40B4-BE49-F238E27FC236}">
                <a16:creationId xmlns:a16="http://schemas.microsoft.com/office/drawing/2014/main" id="{73529E30-D7F3-4223-B789-E1984D1277DA}"/>
              </a:ext>
            </a:extLst>
          </p:cNvPr>
          <p:cNvSpPr>
            <a:spLocks xmlns:a="http://schemas.openxmlformats.org/drawingml/2006/main" noGrp="1"/>
          </p:cNvSpPr>
          <p:nvPr/>
        </p:nvSpPr>
        <p:spPr>
          <a:xfrm xmlns:a="http://schemas.openxmlformats.org/drawingml/2006/main">
            <a:off x="6524625" y="69342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2" name="u91">
            <a:extLst xmlns:a="http://schemas.openxmlformats.org/drawingml/2006/main">
              <a:ext uri="{FF2B5EF4-FFF2-40B4-BE49-F238E27FC236}">
                <a16:creationId xmlns:a16="http://schemas.microsoft.com/office/drawing/2014/main" id="{588F2BBA-45FD-4081-98EE-D9FA09EBE420}"/>
              </a:ext>
            </a:extLst>
          </p:cNvPr>
          <p:cNvSpPr>
            <a:spLocks xmlns:a="http://schemas.openxmlformats.org/drawingml/2006/main" noGrp="1"/>
          </p:cNvSpPr>
          <p:nvPr/>
        </p:nvSpPr>
        <p:spPr>
          <a:xfrm xmlns:a="http://schemas.openxmlformats.org/drawingml/2006/main">
            <a:off x="7258050" y="79057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7" name=""/>
          <p:cNvCxnSpPr>
            <a:stCxn xmlns:a="http://schemas.openxmlformats.org/drawingml/2006/main" id="31" idx="5"/>
            <a:endCxn xmlns:a="http://schemas.openxmlformats.org/drawingml/2006/main" id="32" idx="1"/>
          </p:cNvCxnSpPr>
          <p:nvPr/>
        </p:nvCxnSpPr>
        <p:spPr>
          <a:xfrm xmlns:a="http://schemas.openxmlformats.org/drawingml/2006/main">
            <a:off x="6525438" y="6935013"/>
            <a:ext cx="732751" cy="970876"/>
          </a:xfrm>
          <a:prstGeom xmlns:a="http://schemas.openxmlformats.org/drawingml/2006/main" prst="straightConnector1">
            <a:avLst/>
          </a:prstGeom>
          <a:ln xmlns:a="http://schemas.openxmlformats.org/drawingml/2006/main" w="19050">
            <a:solidFill>
              <a:srgbClr val="087F8C"/>
            </a:solidFill>
            <a:prstDash val="dash"/>
            <a:tailEnd type="arrow" w="med" len="med"/>
          </a:ln>
        </p:spPr>
      </p:cxnSp>
      <p:sp>
        <p:nvSpPr>
          <p:cNvPr id="34" name="u92">
            <a:extLst xmlns:a="http://schemas.openxmlformats.org/drawingml/2006/main">
              <a:ext uri="{FF2B5EF4-FFF2-40B4-BE49-F238E27FC236}">
                <a16:creationId xmlns:a16="http://schemas.microsoft.com/office/drawing/2014/main" id="{96B754FF-3F50-42F3-A462-CBCBC95210B9}"/>
              </a:ext>
            </a:extLst>
          </p:cNvPr>
          <p:cNvSpPr>
            <a:spLocks xmlns:a="http://schemas.openxmlformats.org/drawingml/2006/main" noGrp="1"/>
          </p:cNvSpPr>
          <p:nvPr/>
        </p:nvSpPr>
        <p:spPr>
          <a:xfrm xmlns:a="http://schemas.openxmlformats.org/drawingml/2006/main">
            <a:off x="2428875" y="64293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5" name="u93">
            <a:extLst xmlns:a="http://schemas.openxmlformats.org/drawingml/2006/main">
              <a:ext uri="{FF2B5EF4-FFF2-40B4-BE49-F238E27FC236}">
                <a16:creationId xmlns:a16="http://schemas.microsoft.com/office/drawing/2014/main" id="{24AB8EF6-C436-4AD8-A914-3C4D667613C4}"/>
              </a:ext>
            </a:extLst>
          </p:cNvPr>
          <p:cNvSpPr>
            <a:spLocks xmlns:a="http://schemas.openxmlformats.org/drawingml/2006/main" noGrp="1"/>
          </p:cNvSpPr>
          <p:nvPr/>
        </p:nvSpPr>
        <p:spPr>
          <a:xfrm xmlns:a="http://schemas.openxmlformats.org/drawingml/2006/main">
            <a:off x="1000125" y="64293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90" name=""/>
          <p:cNvCxnSpPr>
            <a:stCxn xmlns:a="http://schemas.openxmlformats.org/drawingml/2006/main" id="34" idx="2"/>
            <a:endCxn xmlns:a="http://schemas.openxmlformats.org/drawingml/2006/main" id="35" idx="6"/>
          </p:cNvCxnSpPr>
          <p:nvPr/>
        </p:nvCxnSpPr>
        <p:spPr>
          <a:xfrm xmlns:a="http://schemas.openxmlformats.org/drawingml/2006/main" flipH="1">
            <a:off x="1001078" y="6429852"/>
            <a:ext cx="1427797" cy="0"/>
          </a:xfrm>
          <a:prstGeom xmlns:a="http://schemas.openxmlformats.org/drawingml/2006/main" prst="straightConnector1">
            <a:avLst/>
          </a:prstGeom>
          <a:ln xmlns:a="http://schemas.openxmlformats.org/drawingml/2006/main" w="19050">
            <a:solidFill>
              <a:srgbClr val="087F8C"/>
            </a:solidFill>
            <a:prstDash val="dash"/>
          </a:ln>
        </p:spPr>
      </p:cxnSp>
      <p:sp>
        <p:nvSpPr>
          <p:cNvPr id="37" name="u94">
            <a:extLst xmlns:a="http://schemas.openxmlformats.org/drawingml/2006/main">
              <a:ext uri="{FF2B5EF4-FFF2-40B4-BE49-F238E27FC236}">
                <a16:creationId xmlns:a16="http://schemas.microsoft.com/office/drawing/2014/main" id="{4F97816A-B5FE-47EC-AFD7-9F320CE434AB}"/>
              </a:ext>
            </a:extLst>
          </p:cNvPr>
          <p:cNvSpPr>
            <a:spLocks xmlns:a="http://schemas.openxmlformats.org/drawingml/2006/main" noGrp="1"/>
          </p:cNvSpPr>
          <p:nvPr/>
        </p:nvSpPr>
        <p:spPr>
          <a:xfrm xmlns:a="http://schemas.openxmlformats.org/drawingml/2006/main">
            <a:off x="1000125" y="64293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8" name="u95">
            <a:extLst xmlns:a="http://schemas.openxmlformats.org/drawingml/2006/main">
              <a:ext uri="{FF2B5EF4-FFF2-40B4-BE49-F238E27FC236}">
                <a16:creationId xmlns:a16="http://schemas.microsoft.com/office/drawing/2014/main" id="{43ED7B92-499F-4C3F-81F4-47FFC05090C0}"/>
              </a:ext>
            </a:extLst>
          </p:cNvPr>
          <p:cNvSpPr>
            <a:spLocks xmlns:a="http://schemas.openxmlformats.org/drawingml/2006/main" noGrp="1"/>
          </p:cNvSpPr>
          <p:nvPr/>
        </p:nvSpPr>
        <p:spPr>
          <a:xfrm xmlns:a="http://schemas.openxmlformats.org/drawingml/2006/main">
            <a:off x="1000125" y="9629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93" name=""/>
          <p:cNvCxnSpPr>
            <a:stCxn xmlns:a="http://schemas.openxmlformats.org/drawingml/2006/main" id="37" idx="4"/>
            <a:endCxn xmlns:a="http://schemas.openxmlformats.org/drawingml/2006/main" id="38" idx="0"/>
          </p:cNvCxnSpPr>
          <p:nvPr/>
        </p:nvCxnSpPr>
        <p:spPr>
          <a:xfrm xmlns:a="http://schemas.openxmlformats.org/drawingml/2006/main">
            <a:off x="1000602" y="6430328"/>
            <a:ext cx="0" cy="3199447"/>
          </a:xfrm>
          <a:prstGeom xmlns:a="http://schemas.openxmlformats.org/drawingml/2006/main" prst="straightConnector1">
            <a:avLst/>
          </a:prstGeom>
          <a:ln xmlns:a="http://schemas.openxmlformats.org/drawingml/2006/main" w="19050">
            <a:solidFill>
              <a:srgbClr val="087F8C"/>
            </a:solidFill>
            <a:prstDash val="dash"/>
          </a:ln>
        </p:spPr>
      </p:cxnSp>
      <p:sp>
        <p:nvSpPr>
          <p:cNvPr id="40" name="u96">
            <a:extLst xmlns:a="http://schemas.openxmlformats.org/drawingml/2006/main">
              <a:ext uri="{FF2B5EF4-FFF2-40B4-BE49-F238E27FC236}">
                <a16:creationId xmlns:a16="http://schemas.microsoft.com/office/drawing/2014/main" id="{79F22DAE-059F-42A7-BCB5-3AFE5543E3F8}"/>
              </a:ext>
            </a:extLst>
          </p:cNvPr>
          <p:cNvSpPr>
            <a:spLocks xmlns:a="http://schemas.openxmlformats.org/drawingml/2006/main" noGrp="1"/>
          </p:cNvSpPr>
          <p:nvPr/>
        </p:nvSpPr>
        <p:spPr>
          <a:xfrm xmlns:a="http://schemas.openxmlformats.org/drawingml/2006/main">
            <a:off x="1000125" y="9629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41" name="u97">
            <a:extLst xmlns:a="http://schemas.openxmlformats.org/drawingml/2006/main">
              <a:ext uri="{FF2B5EF4-FFF2-40B4-BE49-F238E27FC236}">
                <a16:creationId xmlns:a16="http://schemas.microsoft.com/office/drawing/2014/main" id="{84939A72-2EC7-478E-B732-8222A4B0786C}"/>
              </a:ext>
            </a:extLst>
          </p:cNvPr>
          <p:cNvSpPr>
            <a:spLocks xmlns:a="http://schemas.openxmlformats.org/drawingml/2006/main" noGrp="1"/>
          </p:cNvSpPr>
          <p:nvPr/>
        </p:nvSpPr>
        <p:spPr>
          <a:xfrm xmlns:a="http://schemas.openxmlformats.org/drawingml/2006/main">
            <a:off x="1238250" y="9629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96" name=""/>
          <p:cNvCxnSpPr>
            <a:stCxn xmlns:a="http://schemas.openxmlformats.org/drawingml/2006/main" id="40" idx="6"/>
            <a:endCxn xmlns:a="http://schemas.openxmlformats.org/drawingml/2006/main" id="41" idx="2"/>
          </p:cNvCxnSpPr>
          <p:nvPr/>
        </p:nvCxnSpPr>
        <p:spPr>
          <a:xfrm xmlns:a="http://schemas.openxmlformats.org/drawingml/2006/main">
            <a:off x="1001078" y="9630252"/>
            <a:ext cx="237172" cy="0"/>
          </a:xfrm>
          <a:prstGeom xmlns:a="http://schemas.openxmlformats.org/drawingml/2006/main" prst="straightConnector1">
            <a:avLst/>
          </a:prstGeom>
          <a:ln xmlns:a="http://schemas.openxmlformats.org/drawingml/2006/main" w="19050">
            <a:solidFill>
              <a:srgbClr val="087F8C"/>
            </a:solidFill>
            <a:prstDash val="dash"/>
            <a:tailEnd type="arrow" w="med" len="med"/>
          </a:ln>
        </p:spPr>
      </p:cxnSp>
      <p:sp>
        <p:nvSpPr>
          <p:cNvPr id="43" name="u98">
            <a:extLst xmlns:a="http://schemas.openxmlformats.org/drawingml/2006/main">
              <a:ext uri="{FF2B5EF4-FFF2-40B4-BE49-F238E27FC236}">
                <a16:creationId xmlns:a16="http://schemas.microsoft.com/office/drawing/2014/main" id="{70E6DEDE-76D6-4D62-9693-199076F80EB4}"/>
              </a:ext>
            </a:extLst>
          </p:cNvPr>
          <p:cNvSpPr>
            <a:spLocks xmlns:a="http://schemas.openxmlformats.org/drawingml/2006/main" noGrp="1"/>
          </p:cNvSpPr>
          <p:nvPr/>
        </p:nvSpPr>
        <p:spPr>
          <a:xfrm xmlns:a="http://schemas.openxmlformats.org/drawingml/2006/main">
            <a:off x="7858125" y="64293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44" name="u99">
            <a:extLst xmlns:a="http://schemas.openxmlformats.org/drawingml/2006/main">
              <a:ext uri="{FF2B5EF4-FFF2-40B4-BE49-F238E27FC236}">
                <a16:creationId xmlns:a16="http://schemas.microsoft.com/office/drawing/2014/main" id="{619EB985-AF8F-4D24-A660-D66588EC0098}"/>
              </a:ext>
            </a:extLst>
          </p:cNvPr>
          <p:cNvSpPr>
            <a:spLocks xmlns:a="http://schemas.openxmlformats.org/drawingml/2006/main" noGrp="1"/>
          </p:cNvSpPr>
          <p:nvPr/>
        </p:nvSpPr>
        <p:spPr>
          <a:xfrm xmlns:a="http://schemas.openxmlformats.org/drawingml/2006/main">
            <a:off x="9286875" y="64293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99" name=""/>
          <p:cNvCxnSpPr>
            <a:stCxn xmlns:a="http://schemas.openxmlformats.org/drawingml/2006/main" id="43" idx="6"/>
            <a:endCxn xmlns:a="http://schemas.openxmlformats.org/drawingml/2006/main" id="44" idx="2"/>
          </p:cNvCxnSpPr>
          <p:nvPr/>
        </p:nvCxnSpPr>
        <p:spPr>
          <a:xfrm xmlns:a="http://schemas.openxmlformats.org/drawingml/2006/main">
            <a:off x="7859078" y="6429852"/>
            <a:ext cx="1427797" cy="0"/>
          </a:xfrm>
          <a:prstGeom xmlns:a="http://schemas.openxmlformats.org/drawingml/2006/main" prst="straightConnector1">
            <a:avLst/>
          </a:prstGeom>
          <a:ln xmlns:a="http://schemas.openxmlformats.org/drawingml/2006/main" w="19050">
            <a:solidFill>
              <a:srgbClr val="087F8C"/>
            </a:solidFill>
            <a:prstDash val="dash"/>
          </a:ln>
        </p:spPr>
      </p:cxnSp>
      <p:sp>
        <p:nvSpPr>
          <p:cNvPr id="46" name="u100">
            <a:extLst xmlns:a="http://schemas.openxmlformats.org/drawingml/2006/main">
              <a:ext uri="{FF2B5EF4-FFF2-40B4-BE49-F238E27FC236}">
                <a16:creationId xmlns:a16="http://schemas.microsoft.com/office/drawing/2014/main" id="{721BBC14-E868-4D6F-AF5E-D9AAB3DD87ED}"/>
              </a:ext>
            </a:extLst>
          </p:cNvPr>
          <p:cNvSpPr>
            <a:spLocks xmlns:a="http://schemas.openxmlformats.org/drawingml/2006/main" noGrp="1"/>
          </p:cNvSpPr>
          <p:nvPr/>
        </p:nvSpPr>
        <p:spPr>
          <a:xfrm xmlns:a="http://schemas.openxmlformats.org/drawingml/2006/main">
            <a:off x="9286875" y="64293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47" name="u101">
            <a:extLst xmlns:a="http://schemas.openxmlformats.org/drawingml/2006/main">
              <a:ext uri="{FF2B5EF4-FFF2-40B4-BE49-F238E27FC236}">
                <a16:creationId xmlns:a16="http://schemas.microsoft.com/office/drawing/2014/main" id="{FDDAC07F-5E6E-4BBD-8E88-3C2AF12F86F4}"/>
              </a:ext>
            </a:extLst>
          </p:cNvPr>
          <p:cNvSpPr>
            <a:spLocks xmlns:a="http://schemas.openxmlformats.org/drawingml/2006/main" noGrp="1"/>
          </p:cNvSpPr>
          <p:nvPr/>
        </p:nvSpPr>
        <p:spPr>
          <a:xfrm xmlns:a="http://schemas.openxmlformats.org/drawingml/2006/main">
            <a:off x="9286875" y="9629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102" name=""/>
          <p:cNvCxnSpPr>
            <a:stCxn xmlns:a="http://schemas.openxmlformats.org/drawingml/2006/main" id="46" idx="4"/>
            <a:endCxn xmlns:a="http://schemas.openxmlformats.org/drawingml/2006/main" id="47" idx="0"/>
          </p:cNvCxnSpPr>
          <p:nvPr/>
        </p:nvCxnSpPr>
        <p:spPr>
          <a:xfrm xmlns:a="http://schemas.openxmlformats.org/drawingml/2006/main">
            <a:off x="9287352" y="6430328"/>
            <a:ext cx="0" cy="3199447"/>
          </a:xfrm>
          <a:prstGeom xmlns:a="http://schemas.openxmlformats.org/drawingml/2006/main" prst="straightConnector1">
            <a:avLst/>
          </a:prstGeom>
          <a:ln xmlns:a="http://schemas.openxmlformats.org/drawingml/2006/main" w="19050">
            <a:solidFill>
              <a:srgbClr val="087F8C"/>
            </a:solidFill>
            <a:prstDash val="dash"/>
          </a:ln>
        </p:spPr>
      </p:cxnSp>
      <p:sp>
        <p:nvSpPr>
          <p:cNvPr id="49" name="u102">
            <a:extLst xmlns:a="http://schemas.openxmlformats.org/drawingml/2006/main">
              <a:ext uri="{FF2B5EF4-FFF2-40B4-BE49-F238E27FC236}">
                <a16:creationId xmlns:a16="http://schemas.microsoft.com/office/drawing/2014/main" id="{B2BB9D93-46C8-4D16-B23B-284FD6E9A61F}"/>
              </a:ext>
            </a:extLst>
          </p:cNvPr>
          <p:cNvSpPr>
            <a:spLocks xmlns:a="http://schemas.openxmlformats.org/drawingml/2006/main" noGrp="1"/>
          </p:cNvSpPr>
          <p:nvPr/>
        </p:nvSpPr>
        <p:spPr>
          <a:xfrm xmlns:a="http://schemas.openxmlformats.org/drawingml/2006/main">
            <a:off x="9286875" y="9629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0" name="u103">
            <a:extLst xmlns:a="http://schemas.openxmlformats.org/drawingml/2006/main">
              <a:ext uri="{FF2B5EF4-FFF2-40B4-BE49-F238E27FC236}">
                <a16:creationId xmlns:a16="http://schemas.microsoft.com/office/drawing/2014/main" id="{7402AE95-1BB0-45DB-84EE-84226F3F4E85}"/>
              </a:ext>
            </a:extLst>
          </p:cNvPr>
          <p:cNvSpPr>
            <a:spLocks xmlns:a="http://schemas.openxmlformats.org/drawingml/2006/main" noGrp="1"/>
          </p:cNvSpPr>
          <p:nvPr/>
        </p:nvSpPr>
        <p:spPr>
          <a:xfrm xmlns:a="http://schemas.openxmlformats.org/drawingml/2006/main">
            <a:off x="9048750" y="9629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105" name=""/>
          <p:cNvCxnSpPr>
            <a:stCxn xmlns:a="http://schemas.openxmlformats.org/drawingml/2006/main" id="49" idx="2"/>
            <a:endCxn xmlns:a="http://schemas.openxmlformats.org/drawingml/2006/main" id="50" idx="6"/>
          </p:cNvCxnSpPr>
          <p:nvPr/>
        </p:nvCxnSpPr>
        <p:spPr>
          <a:xfrm xmlns:a="http://schemas.openxmlformats.org/drawingml/2006/main" flipH="1">
            <a:off x="9049703" y="9630252"/>
            <a:ext cx="237172" cy="0"/>
          </a:xfrm>
          <a:prstGeom xmlns:a="http://schemas.openxmlformats.org/drawingml/2006/main" prst="straightConnector1">
            <a:avLst/>
          </a:prstGeom>
          <a:ln xmlns:a="http://schemas.openxmlformats.org/drawingml/2006/main" w="19050">
            <a:solidFill>
              <a:srgbClr val="087F8C"/>
            </a:solidFill>
            <a:prstDash val="dash"/>
            <a:tailEnd type="arrow" w="med" len="med"/>
          </a:ln>
        </p:spPr>
      </p:cxnSp>
      <p:sp>
        <p:nvSpPr>
          <p:cNvPr id="52" name="u104">
            <a:extLst xmlns:a="http://schemas.openxmlformats.org/drawingml/2006/main">
              <a:ext uri="{FF2B5EF4-FFF2-40B4-BE49-F238E27FC236}">
                <a16:creationId xmlns:a16="http://schemas.microsoft.com/office/drawing/2014/main" id="{383BB51C-6302-4F63-BBA8-1AA6D25A839B}"/>
              </a:ext>
            </a:extLst>
          </p:cNvPr>
          <p:cNvSpPr>
            <a:spLocks xmlns:a="http://schemas.openxmlformats.org/drawingml/2006/main" noGrp="1"/>
          </p:cNvSpPr>
          <p:nvPr/>
        </p:nvSpPr>
        <p:spPr>
          <a:xfrm xmlns:a="http://schemas.openxmlformats.org/drawingml/2006/main">
            <a:off x="2238375" y="11077575"/>
            <a:ext cx="5810250" cy="742950"/>
          </a:xfrm>
          <a:prstGeom xmlns:a="http://schemas.openxmlformats.org/drawingml/2006/main" prst="rect">
            <a:avLst/>
          </a:prstGeom>
          <a:solidFill xmlns:a="http://schemas.openxmlformats.org/drawingml/2006/main">
            <a:srgbClr val="EDE6F4"/>
          </a:solidFill>
          <a:ln xmlns:a="http://schemas.openxmlformats.org/drawingml/2006/main" w="19050">
            <a:solidFill>
              <a:srgbClr val="785CA2"/>
            </a:solidFill>
            <a:prstDash val="solid"/>
          </a:ln>
        </p:spPr>
      </p:sp>
      <p:sp>
        <p:nvSpPr>
          <p:cNvPr id="53" name="u105">
            <a:extLst xmlns:a="http://schemas.openxmlformats.org/drawingml/2006/main">
              <a:ext uri="{FF2B5EF4-FFF2-40B4-BE49-F238E27FC236}">
                <a16:creationId xmlns:a16="http://schemas.microsoft.com/office/drawing/2014/main" id="{7A784063-8B6B-47D7-8E8A-8C12C59E130C}"/>
              </a:ext>
            </a:extLst>
          </p:cNvPr>
          <p:cNvSpPr>
            <a:spLocks xmlns:a="http://schemas.openxmlformats.org/drawingml/2006/main" noGrp="1"/>
          </p:cNvSpPr>
          <p:nvPr/>
        </p:nvSpPr>
        <p:spPr>
          <a:xfrm xmlns:a="http://schemas.openxmlformats.org/drawingml/2006/main">
            <a:off x="2409825" y="11153775"/>
            <a:ext cx="5467350" cy="5905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«component»  Offline evaluator</a:t>
            </a:r>
          </a:p>
        </p:txBody>
      </p:sp>
      <p:sp>
        <p:nvSpPr>
          <p:cNvPr id="54" name="u106">
            <a:extLst xmlns:a="http://schemas.openxmlformats.org/drawingml/2006/main">
              <a:ext uri="{FF2B5EF4-FFF2-40B4-BE49-F238E27FC236}">
                <a16:creationId xmlns:a16="http://schemas.microsoft.com/office/drawing/2014/main" id="{A4FE5D55-9571-40E9-9D55-D2C0FF3C6A92}"/>
              </a:ext>
            </a:extLst>
          </p:cNvPr>
          <p:cNvSpPr>
            <a:spLocks xmlns:a="http://schemas.openxmlformats.org/drawingml/2006/main" noGrp="1"/>
          </p:cNvSpPr>
          <p:nvPr/>
        </p:nvSpPr>
        <p:spPr>
          <a:xfrm xmlns:a="http://schemas.openxmlformats.org/drawingml/2006/main">
            <a:off x="2400300" y="11944350"/>
            <a:ext cx="666750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785CA2"/>
                </a:solidFill>
                <a:latin typeface="DejaVu Sans"/>
                <a:ea typeface="DejaVu Sans"/>
                <a:cs typeface="DejaVu Sans"/>
              </a:defRPr>
            </a:pPr>
            <a:r>
              <a:rPr sz="1875" b="0">
                <a:solidFill>
                  <a:srgbClr val="785CA2"/>
                </a:solidFill>
                <a:latin typeface="DejaVu Sans"/>
                <a:ea typeface="DejaVu Sans"/>
                <a:cs typeface="DejaVu Sans"/>
              </a:rPr>
              <a:t>Reads saved evidence + annotations</a:t>
            </a:r>
          </a:p>
        </p:txBody>
      </p:sp>
    </p:spTree>
    <p:extLst>
      <p:ext uri="{BB962C8B-B14F-4D97-AF65-F5344CB8AC3E}">
        <p14:creationId xmlns:p14="http://schemas.microsoft.com/office/powerpoint/2010/main" val="152354385"/>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4" name="u107">
            <a:extLst xmlns:a="http://schemas.openxmlformats.org/drawingml/2006/main">
              <a:ext uri="{FF2B5EF4-FFF2-40B4-BE49-F238E27FC236}">
                <a16:creationId xmlns:a16="http://schemas.microsoft.com/office/drawing/2014/main" id="{805F1FEF-EEBF-4C19-84EE-5CB6788128B9}"/>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PACKAGE</a:t>
            </a:r>
          </a:p>
        </p:txBody>
      </p:sp>
      <p:sp>
        <p:nvSpPr>
          <p:cNvPr id="2" name="u108">
            <a:extLst xmlns:a="http://schemas.openxmlformats.org/drawingml/2006/main">
              <a:ext uri="{FF2B5EF4-FFF2-40B4-BE49-F238E27FC236}">
                <a16:creationId xmlns:a16="http://schemas.microsoft.com/office/drawing/2014/main" id="{EFE5541E-456D-4B6F-93B3-144E05243A1B}"/>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The folders you will open</a:t>
            </a:r>
          </a:p>
        </p:txBody>
      </p:sp>
      <p:sp>
        <p:nvSpPr>
          <p:cNvPr id="3" name="u109">
            <a:extLst xmlns:a="http://schemas.openxmlformats.org/drawingml/2006/main">
              <a:ext uri="{FF2B5EF4-FFF2-40B4-BE49-F238E27FC236}">
                <a16:creationId xmlns:a16="http://schemas.microsoft.com/office/drawing/2014/main" id="{91F3E849-7CF8-4ACF-9FCD-7361C4DFA3AE}"/>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Review scope: the iPhone sprint. Paths start at the repository root.</a:t>
            </a:r>
          </a:p>
        </p:txBody>
      </p:sp>
      <p:sp>
        <p:nvSpPr>
          <p:cNvPr id="4" name="u110">
            <a:extLst xmlns:a="http://schemas.openxmlformats.org/drawingml/2006/main">
              <a:ext uri="{FF2B5EF4-FFF2-40B4-BE49-F238E27FC236}">
                <a16:creationId xmlns:a16="http://schemas.microsoft.com/office/drawing/2014/main" id="{5EF54339-6D63-4753-A730-7E6AA2982815}"/>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111">
            <a:extLst xmlns:a="http://schemas.openxmlformats.org/drawingml/2006/main">
              <a:ext uri="{FF2B5EF4-FFF2-40B4-BE49-F238E27FC236}">
                <a16:creationId xmlns:a16="http://schemas.microsoft.com/office/drawing/2014/main" id="{67BAAF39-6FA2-413E-8AA4-2AB8C155D39E}"/>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39"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112">
            <a:extLst xmlns:a="http://schemas.openxmlformats.org/drawingml/2006/main">
              <a:ext uri="{FF2B5EF4-FFF2-40B4-BE49-F238E27FC236}">
                <a16:creationId xmlns:a16="http://schemas.microsoft.com/office/drawing/2014/main" id="{1FDBB4D5-F2D9-4BB3-8E00-5F63D4F8CD79}"/>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113">
            <a:extLst xmlns:a="http://schemas.openxmlformats.org/drawingml/2006/main">
              <a:ext uri="{FF2B5EF4-FFF2-40B4-BE49-F238E27FC236}">
                <a16:creationId xmlns:a16="http://schemas.microsoft.com/office/drawing/2014/main" id="{C0F2ACE5-86B5-4541-8F7A-1194C27A6C34}"/>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06</a:t>
            </a:r>
          </a:p>
        </p:txBody>
      </p:sp>
      <p:sp>
        <p:nvSpPr>
          <p:cNvPr id="9" name="u114">
            <a:extLst xmlns:a="http://schemas.openxmlformats.org/drawingml/2006/main">
              <a:ext uri="{FF2B5EF4-FFF2-40B4-BE49-F238E27FC236}">
                <a16:creationId xmlns:a16="http://schemas.microsoft.com/office/drawing/2014/main" id="{445ABCA8-7423-4EBA-8E4A-627400BDD84A}"/>
              </a:ext>
            </a:extLst>
          </p:cNvPr>
          <p:cNvSpPr>
            <a:spLocks xmlns:a="http://schemas.openxmlformats.org/drawingml/2006/main" noGrp="1"/>
          </p:cNvSpPr>
          <p:nvPr/>
        </p:nvSpPr>
        <p:spPr>
          <a:xfrm xmlns:a="http://schemas.openxmlformats.org/drawingml/2006/main">
            <a:off x="685800" y="3638550"/>
            <a:ext cx="8915400" cy="8953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10" name="u115">
            <a:extLst xmlns:a="http://schemas.openxmlformats.org/drawingml/2006/main">
              <a:ext uri="{FF2B5EF4-FFF2-40B4-BE49-F238E27FC236}">
                <a16:creationId xmlns:a16="http://schemas.microsoft.com/office/drawing/2014/main" id="{4D72862A-8DB9-48C2-AE66-855950632798}"/>
              </a:ext>
            </a:extLst>
          </p:cNvPr>
          <p:cNvSpPr>
            <a:spLocks xmlns:a="http://schemas.openxmlformats.org/drawingml/2006/main" noGrp="1"/>
          </p:cNvSpPr>
          <p:nvPr/>
        </p:nvSpPr>
        <p:spPr>
          <a:xfrm xmlns:a="http://schemas.openxmlformats.org/drawingml/2006/main">
            <a:off x="685800" y="3352800"/>
            <a:ext cx="3200400"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087F8C"/>
            </a:solidFill>
            <a:prstDash val="solid"/>
          </a:ln>
        </p:spPr>
      </p:sp>
      <p:sp>
        <p:nvSpPr>
          <p:cNvPr id="11" name="u116">
            <a:extLst xmlns:a="http://schemas.openxmlformats.org/drawingml/2006/main">
              <a:ext uri="{FF2B5EF4-FFF2-40B4-BE49-F238E27FC236}">
                <a16:creationId xmlns:a16="http://schemas.microsoft.com/office/drawing/2014/main" id="{E4C0C124-249B-42F7-81D6-FFC1D335047B}"/>
              </a:ext>
            </a:extLst>
          </p:cNvPr>
          <p:cNvSpPr>
            <a:spLocks xmlns:a="http://schemas.openxmlformats.org/drawingml/2006/main" noGrp="1"/>
          </p:cNvSpPr>
          <p:nvPr/>
        </p:nvSpPr>
        <p:spPr>
          <a:xfrm xmlns:a="http://schemas.openxmlformats.org/drawingml/2006/main">
            <a:off x="819150" y="3371850"/>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ios/AIShop/AIShop/</a:t>
            </a:r>
          </a:p>
        </p:txBody>
      </p:sp>
      <p:sp>
        <p:nvSpPr>
          <p:cNvPr id="12" name="u117">
            <a:extLst xmlns:a="http://schemas.openxmlformats.org/drawingml/2006/main">
              <a:ext uri="{FF2B5EF4-FFF2-40B4-BE49-F238E27FC236}">
                <a16:creationId xmlns:a16="http://schemas.microsoft.com/office/drawing/2014/main" id="{AA7421C5-AC04-466E-8238-2BA7B8F4E5FD}"/>
              </a:ext>
            </a:extLst>
          </p:cNvPr>
          <p:cNvSpPr>
            <a:spLocks xmlns:a="http://schemas.openxmlformats.org/drawingml/2006/main" noGrp="1"/>
          </p:cNvSpPr>
          <p:nvPr/>
        </p:nvSpPr>
        <p:spPr>
          <a:xfrm xmlns:a="http://schemas.openxmlformats.org/drawingml/2006/main">
            <a:off x="914400" y="3924300"/>
            <a:ext cx="84772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72A3A"/>
                </a:solidFill>
                <a:latin typeface="DejaVu Sans"/>
                <a:ea typeface="DejaVu Sans"/>
                <a:cs typeface="DejaVu Sans"/>
              </a:defRPr>
            </a:pPr>
            <a:r>
              <a:rPr sz="1875" b="0">
                <a:solidFill>
                  <a:srgbClr val="172A3A"/>
                </a:solidFill>
                <a:latin typeface="DejaVu Sans"/>
                <a:ea typeface="DejaVu Sans"/>
                <a:cs typeface="DejaVu Sans"/>
              </a:rPr>
              <a:t>App host, diagnostics, and existing application code</a:t>
            </a:r>
          </a:p>
        </p:txBody>
      </p:sp>
      <p:sp>
        <p:nvSpPr>
          <p:cNvPr id="13" name="u118">
            <a:extLst xmlns:a="http://schemas.openxmlformats.org/drawingml/2006/main">
              <a:ext uri="{FF2B5EF4-FFF2-40B4-BE49-F238E27FC236}">
                <a16:creationId xmlns:a16="http://schemas.microsoft.com/office/drawing/2014/main" id="{2C4E278E-4752-49BC-B0D8-021200E90CA9}"/>
              </a:ext>
            </a:extLst>
          </p:cNvPr>
          <p:cNvSpPr>
            <a:spLocks xmlns:a="http://schemas.openxmlformats.org/drawingml/2006/main" noGrp="1"/>
          </p:cNvSpPr>
          <p:nvPr/>
        </p:nvSpPr>
        <p:spPr>
          <a:xfrm xmlns:a="http://schemas.openxmlformats.org/drawingml/2006/main">
            <a:off x="685800" y="5019675"/>
            <a:ext cx="8915400" cy="8953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14" name="u119">
            <a:extLst xmlns:a="http://schemas.openxmlformats.org/drawingml/2006/main">
              <a:ext uri="{FF2B5EF4-FFF2-40B4-BE49-F238E27FC236}">
                <a16:creationId xmlns:a16="http://schemas.microsoft.com/office/drawing/2014/main" id="{3B4AEABA-9D7B-44C0-8DAA-C7D3AE772D9D}"/>
              </a:ext>
            </a:extLst>
          </p:cNvPr>
          <p:cNvSpPr>
            <a:spLocks xmlns:a="http://schemas.openxmlformats.org/drawingml/2006/main" noGrp="1"/>
          </p:cNvSpPr>
          <p:nvPr/>
        </p:nvSpPr>
        <p:spPr>
          <a:xfrm xmlns:a="http://schemas.openxmlformats.org/drawingml/2006/main">
            <a:off x="685800" y="4733925"/>
            <a:ext cx="5467350"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087F8C"/>
            </a:solidFill>
            <a:prstDash val="solid"/>
          </a:ln>
        </p:spPr>
      </p:sp>
      <p:sp>
        <p:nvSpPr>
          <p:cNvPr id="15" name="u120">
            <a:extLst xmlns:a="http://schemas.openxmlformats.org/drawingml/2006/main">
              <a:ext uri="{FF2B5EF4-FFF2-40B4-BE49-F238E27FC236}">
                <a16:creationId xmlns:a16="http://schemas.microsoft.com/office/drawing/2014/main" id="{6521E00E-3692-4A4F-BEFF-10496565EFB4}"/>
              </a:ext>
            </a:extLst>
          </p:cNvPr>
          <p:cNvSpPr>
            <a:spLocks xmlns:a="http://schemas.openxmlformats.org/drawingml/2006/main" noGrp="1"/>
          </p:cNvSpPr>
          <p:nvPr/>
        </p:nvSpPr>
        <p:spPr>
          <a:xfrm xmlns:a="http://schemas.openxmlformats.org/drawingml/2006/main">
            <a:off x="819150" y="4752975"/>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ios/AIShop/AIShopVision/Sources/</a:t>
            </a:r>
          </a:p>
        </p:txBody>
      </p:sp>
      <p:sp>
        <p:nvSpPr>
          <p:cNvPr id="16" name="u121">
            <a:extLst xmlns:a="http://schemas.openxmlformats.org/drawingml/2006/main">
              <a:ext uri="{FF2B5EF4-FFF2-40B4-BE49-F238E27FC236}">
                <a16:creationId xmlns:a16="http://schemas.microsoft.com/office/drawing/2014/main" id="{A474BD58-C3DA-4B8F-8E59-37BCA8D11974}"/>
              </a:ext>
            </a:extLst>
          </p:cNvPr>
          <p:cNvSpPr>
            <a:spLocks xmlns:a="http://schemas.openxmlformats.org/drawingml/2006/main" noGrp="1"/>
          </p:cNvSpPr>
          <p:nvPr/>
        </p:nvSpPr>
        <p:spPr>
          <a:xfrm xmlns:a="http://schemas.openxmlformats.org/drawingml/2006/main">
            <a:off x="914400" y="5305425"/>
            <a:ext cx="84772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72A3A"/>
                </a:solidFill>
                <a:latin typeface="DejaVu Sans"/>
                <a:ea typeface="DejaVu Sans"/>
                <a:cs typeface="DejaVu Sans"/>
              </a:defRPr>
            </a:pPr>
            <a:r>
              <a:rPr sz="1875" b="0">
                <a:solidFill>
                  <a:srgbClr val="172A3A"/>
                </a:solidFill>
                <a:latin typeface="DejaVu Sans"/>
                <a:ea typeface="DejaVu Sans"/>
                <a:cs typeface="DejaVu Sans"/>
              </a:rPr>
              <a:t>Shared pipeline, evaluation target, and CLI</a:t>
            </a:r>
          </a:p>
        </p:txBody>
      </p:sp>
      <p:sp>
        <p:nvSpPr>
          <p:cNvPr id="17" name="u122">
            <a:extLst xmlns:a="http://schemas.openxmlformats.org/drawingml/2006/main">
              <a:ext uri="{FF2B5EF4-FFF2-40B4-BE49-F238E27FC236}">
                <a16:creationId xmlns:a16="http://schemas.microsoft.com/office/drawing/2014/main" id="{47A3F324-5C0E-4086-9B7C-AB3194D66A8C}"/>
              </a:ext>
            </a:extLst>
          </p:cNvPr>
          <p:cNvSpPr>
            <a:spLocks xmlns:a="http://schemas.openxmlformats.org/drawingml/2006/main" noGrp="1"/>
          </p:cNvSpPr>
          <p:nvPr/>
        </p:nvSpPr>
        <p:spPr>
          <a:xfrm xmlns:a="http://schemas.openxmlformats.org/drawingml/2006/main">
            <a:off x="685800" y="6400800"/>
            <a:ext cx="8915400" cy="895350"/>
          </a:xfrm>
          <a:prstGeom xmlns:a="http://schemas.openxmlformats.org/drawingml/2006/main" prst="rect">
            <a:avLst/>
          </a:prstGeom>
          <a:solidFill xmlns:a="http://schemas.openxmlformats.org/drawingml/2006/main">
            <a:srgbClr val="FFFFFF"/>
          </a:solidFill>
          <a:ln xmlns:a="http://schemas.openxmlformats.org/drawingml/2006/main" w="19050">
            <a:solidFill>
              <a:srgbClr val="346EB3"/>
            </a:solidFill>
            <a:prstDash val="solid"/>
          </a:ln>
        </p:spPr>
      </p:sp>
      <p:sp>
        <p:nvSpPr>
          <p:cNvPr id="18" name="u123">
            <a:extLst xmlns:a="http://schemas.openxmlformats.org/drawingml/2006/main">
              <a:ext uri="{FF2B5EF4-FFF2-40B4-BE49-F238E27FC236}">
                <a16:creationId xmlns:a16="http://schemas.microsoft.com/office/drawing/2014/main" id="{04D11242-A745-4305-BD90-8059DE4DEC22}"/>
              </a:ext>
            </a:extLst>
          </p:cNvPr>
          <p:cNvSpPr>
            <a:spLocks xmlns:a="http://schemas.openxmlformats.org/drawingml/2006/main" noGrp="1"/>
          </p:cNvSpPr>
          <p:nvPr/>
        </p:nvSpPr>
        <p:spPr>
          <a:xfrm xmlns:a="http://schemas.openxmlformats.org/drawingml/2006/main">
            <a:off x="685800" y="6115050"/>
            <a:ext cx="5143500"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346EB3"/>
            </a:solidFill>
            <a:prstDash val="solid"/>
          </a:ln>
        </p:spPr>
      </p:sp>
      <p:sp>
        <p:nvSpPr>
          <p:cNvPr id="19" name="u124">
            <a:extLst xmlns:a="http://schemas.openxmlformats.org/drawingml/2006/main">
              <a:ext uri="{FF2B5EF4-FFF2-40B4-BE49-F238E27FC236}">
                <a16:creationId xmlns:a16="http://schemas.microsoft.com/office/drawing/2014/main" id="{5825F771-044D-41E6-BE6B-1FC7DAAFF6D6}"/>
              </a:ext>
            </a:extLst>
          </p:cNvPr>
          <p:cNvSpPr>
            <a:spLocks xmlns:a="http://schemas.openxmlformats.org/drawingml/2006/main" noGrp="1"/>
          </p:cNvSpPr>
          <p:nvPr/>
        </p:nvSpPr>
        <p:spPr>
          <a:xfrm xmlns:a="http://schemas.openxmlformats.org/drawingml/2006/main">
            <a:off x="819150" y="6134100"/>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346EB3"/>
                </a:solidFill>
                <a:latin typeface="DejaVu Sans"/>
                <a:ea typeface="DejaVu Sans"/>
                <a:cs typeface="DejaVu Sans"/>
              </a:defRPr>
            </a:pPr>
            <a:r>
              <a:rPr sz="1875" b="1">
                <a:solidFill>
                  <a:srgbClr val="346EB3"/>
                </a:solidFill>
                <a:latin typeface="DejaVu Sans"/>
                <a:ea typeface="DejaVu Sans"/>
                <a:cs typeface="DejaVu Sans"/>
              </a:rPr>
              <a:t>ios/AIShop/AIShopVision/Tests/</a:t>
            </a:r>
          </a:p>
        </p:txBody>
      </p:sp>
      <p:sp>
        <p:nvSpPr>
          <p:cNvPr id="20" name="u125">
            <a:extLst xmlns:a="http://schemas.openxmlformats.org/drawingml/2006/main">
              <a:ext uri="{FF2B5EF4-FFF2-40B4-BE49-F238E27FC236}">
                <a16:creationId xmlns:a16="http://schemas.microsoft.com/office/drawing/2014/main" id="{0471F4AD-4400-4C32-BA6D-3E7EB6FFA4BD}"/>
              </a:ext>
            </a:extLst>
          </p:cNvPr>
          <p:cNvSpPr>
            <a:spLocks xmlns:a="http://schemas.openxmlformats.org/drawingml/2006/main" noGrp="1"/>
          </p:cNvSpPr>
          <p:nvPr/>
        </p:nvSpPr>
        <p:spPr>
          <a:xfrm xmlns:a="http://schemas.openxmlformats.org/drawingml/2006/main">
            <a:off x="914400" y="6686550"/>
            <a:ext cx="84772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72A3A"/>
                </a:solidFill>
                <a:latin typeface="DejaVu Sans"/>
                <a:ea typeface="DejaVu Sans"/>
                <a:cs typeface="DejaVu Sans"/>
              </a:defRPr>
            </a:pPr>
            <a:r>
              <a:rPr sz="1875" b="0">
                <a:solidFill>
                  <a:srgbClr val="172A3A"/>
                </a:solidFill>
                <a:latin typeface="DejaVu Sans"/>
                <a:ea typeface="DejaVu Sans"/>
                <a:cs typeface="DejaVu Sans"/>
              </a:rPr>
              <a:t>Component tests, integration tests, and fixtures</a:t>
            </a:r>
          </a:p>
        </p:txBody>
      </p:sp>
      <p:sp>
        <p:nvSpPr>
          <p:cNvPr id="21" name="u126">
            <a:extLst xmlns:a="http://schemas.openxmlformats.org/drawingml/2006/main">
              <a:ext uri="{FF2B5EF4-FFF2-40B4-BE49-F238E27FC236}">
                <a16:creationId xmlns:a16="http://schemas.microsoft.com/office/drawing/2014/main" id="{E4A979D2-D9B0-4314-8FCA-8815C3A254A1}"/>
              </a:ext>
            </a:extLst>
          </p:cNvPr>
          <p:cNvSpPr>
            <a:spLocks xmlns:a="http://schemas.openxmlformats.org/drawingml/2006/main" noGrp="1"/>
          </p:cNvSpPr>
          <p:nvPr/>
        </p:nvSpPr>
        <p:spPr>
          <a:xfrm xmlns:a="http://schemas.openxmlformats.org/drawingml/2006/main">
            <a:off x="685800" y="7781925"/>
            <a:ext cx="8915400" cy="895350"/>
          </a:xfrm>
          <a:prstGeom xmlns:a="http://schemas.openxmlformats.org/drawingml/2006/main" prst="rect">
            <a:avLst/>
          </a:prstGeom>
          <a:solidFill xmlns:a="http://schemas.openxmlformats.org/drawingml/2006/main">
            <a:srgbClr val="FFFFFF"/>
          </a:solidFill>
          <a:ln xmlns:a="http://schemas.openxmlformats.org/drawingml/2006/main" w="19050">
            <a:solidFill>
              <a:srgbClr val="346EB3"/>
            </a:solidFill>
            <a:prstDash val="solid"/>
          </a:ln>
        </p:spPr>
      </p:sp>
      <p:sp>
        <p:nvSpPr>
          <p:cNvPr id="22" name="u127">
            <a:extLst xmlns:a="http://schemas.openxmlformats.org/drawingml/2006/main">
              <a:ext uri="{FF2B5EF4-FFF2-40B4-BE49-F238E27FC236}">
                <a16:creationId xmlns:a16="http://schemas.microsoft.com/office/drawing/2014/main" id="{18A85A25-CBAE-434C-BE5F-34B6DD376473}"/>
              </a:ext>
            </a:extLst>
          </p:cNvPr>
          <p:cNvSpPr>
            <a:spLocks xmlns:a="http://schemas.openxmlformats.org/drawingml/2006/main" noGrp="1"/>
          </p:cNvSpPr>
          <p:nvPr/>
        </p:nvSpPr>
        <p:spPr>
          <a:xfrm xmlns:a="http://schemas.openxmlformats.org/drawingml/2006/main">
            <a:off x="685800" y="7496175"/>
            <a:ext cx="4010025"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346EB3"/>
            </a:solidFill>
            <a:prstDash val="solid"/>
          </a:ln>
        </p:spPr>
      </p:sp>
      <p:sp>
        <p:nvSpPr>
          <p:cNvPr id="23" name="u128">
            <a:extLst xmlns:a="http://schemas.openxmlformats.org/drawingml/2006/main">
              <a:ext uri="{FF2B5EF4-FFF2-40B4-BE49-F238E27FC236}">
                <a16:creationId xmlns:a16="http://schemas.microsoft.com/office/drawing/2014/main" id="{ABDEFAE7-9DF1-44FD-90C1-6A8C4AEE6203}"/>
              </a:ext>
            </a:extLst>
          </p:cNvPr>
          <p:cNvSpPr>
            <a:spLocks xmlns:a="http://schemas.openxmlformats.org/drawingml/2006/main" noGrp="1"/>
          </p:cNvSpPr>
          <p:nvPr/>
        </p:nvSpPr>
        <p:spPr>
          <a:xfrm xmlns:a="http://schemas.openxmlformats.org/drawingml/2006/main">
            <a:off x="819150" y="7515225"/>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346EB3"/>
                </a:solidFill>
                <a:latin typeface="DejaVu Sans"/>
                <a:ea typeface="DejaVu Sans"/>
                <a:cs typeface="DejaVu Sans"/>
              </a:defRPr>
            </a:pPr>
            <a:r>
              <a:rPr sz="1875" b="1">
                <a:solidFill>
                  <a:srgbClr val="346EB3"/>
                </a:solidFill>
                <a:latin typeface="DejaVu Sans"/>
                <a:ea typeface="DejaVu Sans"/>
                <a:cs typeface="DejaVu Sans"/>
              </a:rPr>
              <a:t>ios/AIShop/AIShopTests/</a:t>
            </a:r>
          </a:p>
        </p:txBody>
      </p:sp>
      <p:sp>
        <p:nvSpPr>
          <p:cNvPr id="24" name="u129">
            <a:extLst xmlns:a="http://schemas.openxmlformats.org/drawingml/2006/main">
              <a:ext uri="{FF2B5EF4-FFF2-40B4-BE49-F238E27FC236}">
                <a16:creationId xmlns:a16="http://schemas.microsoft.com/office/drawing/2014/main" id="{9AAD9F80-AE23-4247-A0D4-663B36526396}"/>
              </a:ext>
            </a:extLst>
          </p:cNvPr>
          <p:cNvSpPr>
            <a:spLocks xmlns:a="http://schemas.openxmlformats.org/drawingml/2006/main" noGrp="1"/>
          </p:cNvSpPr>
          <p:nvPr/>
        </p:nvSpPr>
        <p:spPr>
          <a:xfrm xmlns:a="http://schemas.openxmlformats.org/drawingml/2006/main">
            <a:off x="914400" y="8067675"/>
            <a:ext cx="84772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72A3A"/>
                </a:solidFill>
                <a:latin typeface="DejaVu Sans"/>
                <a:ea typeface="DejaVu Sans"/>
                <a:cs typeface="DejaVu Sans"/>
              </a:defRPr>
            </a:pPr>
            <a:r>
              <a:rPr sz="1875" b="0">
                <a:solidFill>
                  <a:srgbClr val="172A3A"/>
                </a:solidFill>
                <a:latin typeface="DejaVu Sans"/>
                <a:ea typeface="DejaVu Sans"/>
                <a:cs typeface="DejaVu Sans"/>
              </a:rPr>
              <a:t>App startup and diagnostic setup tests</a:t>
            </a:r>
          </a:p>
        </p:txBody>
      </p:sp>
      <p:sp>
        <p:nvSpPr>
          <p:cNvPr id="25" name="u130">
            <a:extLst xmlns:a="http://schemas.openxmlformats.org/drawingml/2006/main">
              <a:ext uri="{FF2B5EF4-FFF2-40B4-BE49-F238E27FC236}">
                <a16:creationId xmlns:a16="http://schemas.microsoft.com/office/drawing/2014/main" id="{5CDF92F7-E472-48FF-8473-B9A233D21C74}"/>
              </a:ext>
            </a:extLst>
          </p:cNvPr>
          <p:cNvSpPr>
            <a:spLocks xmlns:a="http://schemas.openxmlformats.org/drawingml/2006/main" noGrp="1"/>
          </p:cNvSpPr>
          <p:nvPr/>
        </p:nvSpPr>
        <p:spPr>
          <a:xfrm xmlns:a="http://schemas.openxmlformats.org/drawingml/2006/main">
            <a:off x="685800" y="9163050"/>
            <a:ext cx="8915400" cy="895350"/>
          </a:xfrm>
          <a:prstGeom xmlns:a="http://schemas.openxmlformats.org/drawingml/2006/main" prst="rect">
            <a:avLst/>
          </a:prstGeom>
          <a:solidFill xmlns:a="http://schemas.openxmlformats.org/drawingml/2006/main">
            <a:srgbClr val="FFFFFF"/>
          </a:solidFill>
          <a:ln xmlns:a="http://schemas.openxmlformats.org/drawingml/2006/main" w="19050">
            <a:solidFill>
              <a:srgbClr val="346EB3"/>
            </a:solidFill>
            <a:prstDash val="solid"/>
          </a:ln>
        </p:spPr>
      </p:sp>
      <p:sp>
        <p:nvSpPr>
          <p:cNvPr id="26" name="u131">
            <a:extLst xmlns:a="http://schemas.openxmlformats.org/drawingml/2006/main">
              <a:ext uri="{FF2B5EF4-FFF2-40B4-BE49-F238E27FC236}">
                <a16:creationId xmlns:a16="http://schemas.microsoft.com/office/drawing/2014/main" id="{F884D572-990C-439C-A57B-83BCA4A1CDFB}"/>
              </a:ext>
            </a:extLst>
          </p:cNvPr>
          <p:cNvSpPr>
            <a:spLocks xmlns:a="http://schemas.openxmlformats.org/drawingml/2006/main" noGrp="1"/>
          </p:cNvSpPr>
          <p:nvPr/>
        </p:nvSpPr>
        <p:spPr>
          <a:xfrm xmlns:a="http://schemas.openxmlformats.org/drawingml/2006/main">
            <a:off x="685800" y="8877300"/>
            <a:ext cx="5791200"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346EB3"/>
            </a:solidFill>
            <a:prstDash val="solid"/>
          </a:ln>
        </p:spPr>
      </p:sp>
      <p:sp>
        <p:nvSpPr>
          <p:cNvPr id="27" name="u132">
            <a:extLst xmlns:a="http://schemas.openxmlformats.org/drawingml/2006/main">
              <a:ext uri="{FF2B5EF4-FFF2-40B4-BE49-F238E27FC236}">
                <a16:creationId xmlns:a16="http://schemas.microsoft.com/office/drawing/2014/main" id="{B316EB68-66CB-418A-A834-485CB111E28E}"/>
              </a:ext>
            </a:extLst>
          </p:cNvPr>
          <p:cNvSpPr>
            <a:spLocks xmlns:a="http://schemas.openxmlformats.org/drawingml/2006/main" noGrp="1"/>
          </p:cNvSpPr>
          <p:nvPr/>
        </p:nvSpPr>
        <p:spPr>
          <a:xfrm xmlns:a="http://schemas.openxmlformats.org/drawingml/2006/main">
            <a:off x="819150" y="8896350"/>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346EB3"/>
                </a:solidFill>
                <a:latin typeface="DejaVu Sans"/>
                <a:ea typeface="DejaVu Sans"/>
                <a:cs typeface="DejaVu Sans"/>
              </a:defRPr>
            </a:pPr>
            <a:r>
              <a:rPr sz="1875" b="1">
                <a:solidFill>
                  <a:srgbClr val="346EB3"/>
                </a:solidFill>
                <a:latin typeface="DejaVu Sans"/>
                <a:ea typeface="DejaVu Sans"/>
                <a:cs typeface="DejaVu Sans"/>
              </a:rPr>
              <a:t>ios/AIShop/scripts/   +   e2e/ios/</a:t>
            </a:r>
          </a:p>
        </p:txBody>
      </p:sp>
      <p:sp>
        <p:nvSpPr>
          <p:cNvPr id="28" name="u133">
            <a:extLst xmlns:a="http://schemas.openxmlformats.org/drawingml/2006/main">
              <a:ext uri="{FF2B5EF4-FFF2-40B4-BE49-F238E27FC236}">
                <a16:creationId xmlns:a16="http://schemas.microsoft.com/office/drawing/2014/main" id="{067F0709-375E-4665-BFB6-F2814E780EED}"/>
              </a:ext>
            </a:extLst>
          </p:cNvPr>
          <p:cNvSpPr>
            <a:spLocks xmlns:a="http://schemas.openxmlformats.org/drawingml/2006/main" noGrp="1"/>
          </p:cNvSpPr>
          <p:nvPr/>
        </p:nvSpPr>
        <p:spPr>
          <a:xfrm xmlns:a="http://schemas.openxmlformats.org/drawingml/2006/main">
            <a:off x="914400" y="9448800"/>
            <a:ext cx="84772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72A3A"/>
                </a:solidFill>
                <a:latin typeface="DejaVu Sans"/>
                <a:ea typeface="DejaVu Sans"/>
                <a:cs typeface="DejaVu Sans"/>
              </a:defRPr>
            </a:pPr>
            <a:r>
              <a:rPr sz="1875" b="0">
                <a:solidFill>
                  <a:srgbClr val="172A3A"/>
                </a:solidFill>
                <a:latin typeface="DejaVu Sans"/>
                <a:ea typeface="DejaVu Sans"/>
                <a:cs typeface="DejaVu Sans"/>
              </a:rPr>
              <a:t>Bundle packaging, macOS gate, and verification</a:t>
            </a:r>
          </a:p>
        </p:txBody>
      </p:sp>
      <p:sp>
        <p:nvSpPr>
          <p:cNvPr id="29" name="u134">
            <a:extLst xmlns:a="http://schemas.openxmlformats.org/drawingml/2006/main">
              <a:ext uri="{FF2B5EF4-FFF2-40B4-BE49-F238E27FC236}">
                <a16:creationId xmlns:a16="http://schemas.microsoft.com/office/drawing/2014/main" id="{CEDD95B7-D2BB-4CCF-B666-2CE04D828466}"/>
              </a:ext>
            </a:extLst>
          </p:cNvPr>
          <p:cNvSpPr>
            <a:spLocks xmlns:a="http://schemas.openxmlformats.org/drawingml/2006/main" noGrp="1"/>
          </p:cNvSpPr>
          <p:nvPr/>
        </p:nvSpPr>
        <p:spPr>
          <a:xfrm xmlns:a="http://schemas.openxmlformats.org/drawingml/2006/main">
            <a:off x="685800" y="10544175"/>
            <a:ext cx="8915400" cy="895350"/>
          </a:xfrm>
          <a:prstGeom xmlns:a="http://schemas.openxmlformats.org/drawingml/2006/main" prst="rect">
            <a:avLst/>
          </a:prstGeom>
          <a:solidFill xmlns:a="http://schemas.openxmlformats.org/drawingml/2006/main">
            <a:srgbClr val="FFFFFF"/>
          </a:solidFill>
          <a:ln xmlns:a="http://schemas.openxmlformats.org/drawingml/2006/main" w="19050">
            <a:solidFill>
              <a:srgbClr val="346EB3"/>
            </a:solidFill>
            <a:prstDash val="solid"/>
          </a:ln>
        </p:spPr>
      </p:sp>
      <p:sp>
        <p:nvSpPr>
          <p:cNvPr id="30" name="u135">
            <a:extLst xmlns:a="http://schemas.openxmlformats.org/drawingml/2006/main">
              <a:ext uri="{FF2B5EF4-FFF2-40B4-BE49-F238E27FC236}">
                <a16:creationId xmlns:a16="http://schemas.microsoft.com/office/drawing/2014/main" id="{85BE2E75-1564-4599-936D-3C58F1BF47AD}"/>
              </a:ext>
            </a:extLst>
          </p:cNvPr>
          <p:cNvSpPr>
            <a:spLocks xmlns:a="http://schemas.openxmlformats.org/drawingml/2006/main" noGrp="1"/>
          </p:cNvSpPr>
          <p:nvPr/>
        </p:nvSpPr>
        <p:spPr>
          <a:xfrm xmlns:a="http://schemas.openxmlformats.org/drawingml/2006/main">
            <a:off x="685800" y="10258425"/>
            <a:ext cx="4819650"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346EB3"/>
            </a:solidFill>
            <a:prstDash val="solid"/>
          </a:ln>
        </p:spPr>
      </p:sp>
      <p:sp>
        <p:nvSpPr>
          <p:cNvPr id="31" name="u136">
            <a:extLst xmlns:a="http://schemas.openxmlformats.org/drawingml/2006/main">
              <a:ext uri="{FF2B5EF4-FFF2-40B4-BE49-F238E27FC236}">
                <a16:creationId xmlns:a16="http://schemas.microsoft.com/office/drawing/2014/main" id="{62C4F317-E3CA-4ACA-BFD9-C5E9EE5EBDD1}"/>
              </a:ext>
            </a:extLst>
          </p:cNvPr>
          <p:cNvSpPr>
            <a:spLocks xmlns:a="http://schemas.openxmlformats.org/drawingml/2006/main" noGrp="1"/>
          </p:cNvSpPr>
          <p:nvPr/>
        </p:nvSpPr>
        <p:spPr>
          <a:xfrm xmlns:a="http://schemas.openxmlformats.org/drawingml/2006/main">
            <a:off x="819150" y="10277475"/>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346EB3"/>
                </a:solidFill>
                <a:latin typeface="DejaVu Sans"/>
                <a:ea typeface="DejaVu Sans"/>
                <a:cs typeface="DejaVu Sans"/>
              </a:defRPr>
            </a:pPr>
            <a:r>
              <a:rPr sz="1875" b="1">
                <a:solidFill>
                  <a:srgbClr val="346EB3"/>
                </a:solidFill>
                <a:latin typeface="DejaVu Sans"/>
                <a:ea typeface="DejaVu Sans"/>
                <a:cs typeface="DejaVu Sans"/>
              </a:rPr>
              <a:t>ios/AIShop/AIShop.xcodeproj/</a:t>
            </a:r>
          </a:p>
        </p:txBody>
      </p:sp>
      <p:sp>
        <p:nvSpPr>
          <p:cNvPr id="32" name="u137">
            <a:extLst xmlns:a="http://schemas.openxmlformats.org/drawingml/2006/main">
              <a:ext uri="{FF2B5EF4-FFF2-40B4-BE49-F238E27FC236}">
                <a16:creationId xmlns:a16="http://schemas.microsoft.com/office/drawing/2014/main" id="{BBDF5DA5-1B91-429E-9ADE-A9674BFC6EC4}"/>
              </a:ext>
            </a:extLst>
          </p:cNvPr>
          <p:cNvSpPr>
            <a:spLocks xmlns:a="http://schemas.openxmlformats.org/drawingml/2006/main" noGrp="1"/>
          </p:cNvSpPr>
          <p:nvPr/>
        </p:nvSpPr>
        <p:spPr>
          <a:xfrm xmlns:a="http://schemas.openxmlformats.org/drawingml/2006/main">
            <a:off x="914400" y="10829925"/>
            <a:ext cx="847725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72A3A"/>
                </a:solidFill>
                <a:latin typeface="DejaVu Sans"/>
                <a:ea typeface="DejaVu Sans"/>
                <a:cs typeface="DejaVu Sans"/>
              </a:defRPr>
            </a:pPr>
            <a:r>
              <a:rPr sz="1875" b="0">
                <a:solidFill>
                  <a:srgbClr val="172A3A"/>
                </a:solidFill>
                <a:latin typeface="DejaVu Sans"/>
                <a:ea typeface="DejaVu Sans"/>
                <a:cs typeface="DejaVu Sans"/>
              </a:rPr>
              <a:t>Target membership, build phases, and launch scheme</a:t>
            </a:r>
          </a:p>
        </p:txBody>
      </p:sp>
      <p:sp>
        <p:nvSpPr>
          <p:cNvPr id="33" name="u138">
            <a:extLst xmlns:a="http://schemas.openxmlformats.org/drawingml/2006/main">
              <a:ext uri="{FF2B5EF4-FFF2-40B4-BE49-F238E27FC236}">
                <a16:creationId xmlns:a16="http://schemas.microsoft.com/office/drawing/2014/main" id="{F883EDAE-704D-44B1-861E-5934AF4F4468}"/>
              </a:ext>
            </a:extLst>
          </p:cNvPr>
          <p:cNvSpPr>
            <a:spLocks xmlns:a="http://schemas.openxmlformats.org/drawingml/2006/main" noGrp="1"/>
          </p:cNvSpPr>
          <p:nvPr/>
        </p:nvSpPr>
        <p:spPr>
          <a:xfrm xmlns:a="http://schemas.openxmlformats.org/drawingml/2006/main">
            <a:off x="704850" y="11877675"/>
            <a:ext cx="8896350" cy="790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86974"/>
                </a:solidFill>
                <a:latin typeface="DejaVu Sans"/>
                <a:ea typeface="DejaVu Sans"/>
                <a:cs typeface="DejaVu Sans"/>
              </a:defRPr>
            </a:pPr>
            <a:r>
              <a:rPr sz="1800" b="0">
                <a:solidFill>
                  <a:srgbClr val="586974"/>
                </a:solidFill>
                <a:latin typeface="DejaVu Sans"/>
                <a:ea typeface="DejaVu Sans"/>
                <a:cs typeface="DejaVu Sans"/>
              </a:rPr>
              <a:t>Added / modified labels compare the reviewed working tree</a:t>
            </a:r>
          </a:p>
          <a:p xmlns:a="http://schemas.openxmlformats.org/drawingml/2006/main">
            <a:pPr algn="l">
              <a:defRPr sz="1800" b="0">
                <a:solidFill>
                  <a:srgbClr val="586974"/>
                </a:solidFill>
                <a:latin typeface="DejaVu Sans"/>
                <a:ea typeface="DejaVu Sans"/>
                <a:cs typeface="DejaVu Sans"/>
              </a:defRPr>
            </a:pPr>
            <a:r>
              <a:rPr sz="1800" b="0">
                <a:solidFill>
                  <a:srgbClr val="586974"/>
                </a:solidFill>
                <a:latin typeface="DejaVu Sans"/>
                <a:ea typeface="DejaVu Sans"/>
                <a:cs typeface="DejaVu Sans"/>
              </a:rPr>
              <a:t>with sprint base cbc68ad. They do not imply a commit.</a:t>
            </a:r>
          </a:p>
        </p:txBody>
      </p:sp>
    </p:spTree>
    <p:extLst>
      <p:ext uri="{BB962C8B-B14F-4D97-AF65-F5344CB8AC3E}">
        <p14:creationId xmlns:p14="http://schemas.microsoft.com/office/powerpoint/2010/main" val="375234702"/>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0" name="u139">
            <a:extLst xmlns:a="http://schemas.openxmlformats.org/drawingml/2006/main">
              <a:ext uri="{FF2B5EF4-FFF2-40B4-BE49-F238E27FC236}">
                <a16:creationId xmlns:a16="http://schemas.microsoft.com/office/drawing/2014/main" id="{24B9BA11-59FD-4D23-A70D-4F22262604BE}"/>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PACKAGES AND ARTIFACTS</a:t>
            </a:r>
          </a:p>
        </p:txBody>
      </p:sp>
      <p:sp>
        <p:nvSpPr>
          <p:cNvPr id="2" name="u140">
            <a:extLst xmlns:a="http://schemas.openxmlformats.org/drawingml/2006/main">
              <a:ext uri="{FF2B5EF4-FFF2-40B4-BE49-F238E27FC236}">
                <a16:creationId xmlns:a16="http://schemas.microsoft.com/office/drawing/2014/main" id="{676BA678-07CB-408F-8C1B-FEEDD525448F}"/>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The app owns the screen</a:t>
            </a:r>
          </a:p>
        </p:txBody>
      </p:sp>
      <p:sp>
        <p:nvSpPr>
          <p:cNvPr id="3" name="u141">
            <a:extLst xmlns:a="http://schemas.openxmlformats.org/drawingml/2006/main">
              <a:ext uri="{FF2B5EF4-FFF2-40B4-BE49-F238E27FC236}">
                <a16:creationId xmlns:a16="http://schemas.microsoft.com/office/drawing/2014/main" id="{BAF64A57-C71A-40C2-AD4A-4B5E9412CBD5}"/>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Startup chooses a route. Diagnostics owns this experiment’s UI.</a:t>
            </a:r>
          </a:p>
        </p:txBody>
      </p:sp>
      <p:sp>
        <p:nvSpPr>
          <p:cNvPr id="4" name="u142">
            <a:extLst xmlns:a="http://schemas.openxmlformats.org/drawingml/2006/main">
              <a:ext uri="{FF2B5EF4-FFF2-40B4-BE49-F238E27FC236}">
                <a16:creationId xmlns:a16="http://schemas.microsoft.com/office/drawing/2014/main" id="{3D4BACDF-37F8-4093-A8A9-863A5768A227}"/>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143">
            <a:extLst xmlns:a="http://schemas.openxmlformats.org/drawingml/2006/main">
              <a:ext uri="{FF2B5EF4-FFF2-40B4-BE49-F238E27FC236}">
                <a16:creationId xmlns:a16="http://schemas.microsoft.com/office/drawing/2014/main" id="{B83B1C06-A342-4A1D-8E77-A8374968789D}"/>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5"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144">
            <a:extLst xmlns:a="http://schemas.openxmlformats.org/drawingml/2006/main">
              <a:ext uri="{FF2B5EF4-FFF2-40B4-BE49-F238E27FC236}">
                <a16:creationId xmlns:a16="http://schemas.microsoft.com/office/drawing/2014/main" id="{032F393A-C9FD-4B3F-BE97-5CC058861C38}"/>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145">
            <a:extLst xmlns:a="http://schemas.openxmlformats.org/drawingml/2006/main">
              <a:ext uri="{FF2B5EF4-FFF2-40B4-BE49-F238E27FC236}">
                <a16:creationId xmlns:a16="http://schemas.microsoft.com/office/drawing/2014/main" id="{76FA3365-3B1C-45E1-AF84-09F3054C1937}"/>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07</a:t>
            </a:r>
          </a:p>
        </p:txBody>
      </p:sp>
      <p:sp>
        <p:nvSpPr>
          <p:cNvPr id="9" name="u146">
            <a:extLst xmlns:a="http://schemas.openxmlformats.org/drawingml/2006/main">
              <a:ext uri="{FF2B5EF4-FFF2-40B4-BE49-F238E27FC236}">
                <a16:creationId xmlns:a16="http://schemas.microsoft.com/office/drawing/2014/main" id="{8F5E3962-1C1E-4B7E-8D7C-01D52B48966A}"/>
              </a:ext>
            </a:extLst>
          </p:cNvPr>
          <p:cNvSpPr>
            <a:spLocks xmlns:a="http://schemas.openxmlformats.org/drawingml/2006/main" noGrp="1"/>
          </p:cNvSpPr>
          <p:nvPr/>
        </p:nvSpPr>
        <p:spPr>
          <a:xfrm xmlns:a="http://schemas.openxmlformats.org/drawingml/2006/main">
            <a:off x="666750" y="3676650"/>
            <a:ext cx="8953500" cy="3067050"/>
          </a:xfrm>
          <a:prstGeom xmlns:a="http://schemas.openxmlformats.org/drawingml/2006/main" prst="rect">
            <a:avLst/>
          </a:prstGeom>
          <a:solidFill xmlns:a="http://schemas.openxmlformats.org/drawingml/2006/main">
            <a:srgbClr val="FFFFFF"/>
          </a:solidFill>
          <a:ln xmlns:a="http://schemas.openxmlformats.org/drawingml/2006/main" w="19050">
            <a:solidFill>
              <a:srgbClr val="346EB3"/>
            </a:solidFill>
            <a:prstDash val="solid"/>
          </a:ln>
        </p:spPr>
      </p:sp>
      <p:sp>
        <p:nvSpPr>
          <p:cNvPr id="10" name="u147">
            <a:extLst xmlns:a="http://schemas.openxmlformats.org/drawingml/2006/main">
              <a:ext uri="{FF2B5EF4-FFF2-40B4-BE49-F238E27FC236}">
                <a16:creationId xmlns:a16="http://schemas.microsoft.com/office/drawing/2014/main" id="{EF421A07-E873-47C2-8102-C7B3EE7C01EF}"/>
              </a:ext>
            </a:extLst>
          </p:cNvPr>
          <p:cNvSpPr>
            <a:spLocks xmlns:a="http://schemas.openxmlformats.org/drawingml/2006/main" noGrp="1"/>
          </p:cNvSpPr>
          <p:nvPr/>
        </p:nvSpPr>
        <p:spPr>
          <a:xfrm xmlns:a="http://schemas.openxmlformats.org/drawingml/2006/main">
            <a:off x="666750" y="3390900"/>
            <a:ext cx="3848100"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346EB3"/>
            </a:solidFill>
            <a:prstDash val="solid"/>
          </a:ln>
        </p:spPr>
      </p:sp>
      <p:sp>
        <p:nvSpPr>
          <p:cNvPr id="11" name="u148">
            <a:extLst xmlns:a="http://schemas.openxmlformats.org/drawingml/2006/main">
              <a:ext uri="{FF2B5EF4-FFF2-40B4-BE49-F238E27FC236}">
                <a16:creationId xmlns:a16="http://schemas.microsoft.com/office/drawing/2014/main" id="{95021568-E17F-4F31-BFEC-4A231CE70AEE}"/>
              </a:ext>
            </a:extLst>
          </p:cNvPr>
          <p:cNvSpPr>
            <a:spLocks xmlns:a="http://schemas.openxmlformats.org/drawingml/2006/main" noGrp="1"/>
          </p:cNvSpPr>
          <p:nvPr/>
        </p:nvSpPr>
        <p:spPr>
          <a:xfrm xmlns:a="http://schemas.openxmlformats.org/drawingml/2006/main">
            <a:off x="800100" y="3409950"/>
            <a:ext cx="86868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346EB3"/>
                </a:solidFill>
                <a:latin typeface="DejaVu Sans"/>
                <a:ea typeface="DejaVu Sans"/>
                <a:cs typeface="DejaVu Sans"/>
              </a:defRPr>
            </a:pPr>
            <a:r>
              <a:rPr sz="1875" b="1">
                <a:solidFill>
                  <a:srgbClr val="346EB3"/>
                </a:solidFill>
                <a:latin typeface="DejaVu Sans"/>
                <a:ea typeface="DejaVu Sans"/>
                <a:cs typeface="DejaVu Sans"/>
              </a:rPr>
              <a:t>ios/AIShop/AIShop/App/</a:t>
            </a:r>
          </a:p>
        </p:txBody>
      </p:sp>
      <p:sp>
        <p:nvSpPr>
          <p:cNvPr id="12" name="u149">
            <a:extLst xmlns:a="http://schemas.openxmlformats.org/drawingml/2006/main">
              <a:ext uri="{FF2B5EF4-FFF2-40B4-BE49-F238E27FC236}">
                <a16:creationId xmlns:a16="http://schemas.microsoft.com/office/drawing/2014/main" id="{BEDC7FA1-4974-4E0E-BDFC-B438D42FD336}"/>
              </a:ext>
            </a:extLst>
          </p:cNvPr>
          <p:cNvSpPr>
            <a:spLocks xmlns:a="http://schemas.openxmlformats.org/drawingml/2006/main" noGrp="1"/>
          </p:cNvSpPr>
          <p:nvPr/>
        </p:nvSpPr>
        <p:spPr>
          <a:xfrm xmlns:a="http://schemas.openxmlformats.org/drawingml/2006/main">
            <a:off x="895350" y="3971925"/>
            <a:ext cx="849630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3" name="u150">
            <a:extLst xmlns:a="http://schemas.openxmlformats.org/drawingml/2006/main">
              <a:ext uri="{FF2B5EF4-FFF2-40B4-BE49-F238E27FC236}">
                <a16:creationId xmlns:a16="http://schemas.microsoft.com/office/drawing/2014/main" id="{6F34F528-B69B-4FD1-8BF7-C171072E132E}"/>
              </a:ext>
            </a:extLst>
          </p:cNvPr>
          <p:cNvSpPr>
            <a:spLocks xmlns:a="http://schemas.openxmlformats.org/drawingml/2006/main" noGrp="1"/>
          </p:cNvSpPr>
          <p:nvPr/>
        </p:nvSpPr>
        <p:spPr>
          <a:xfrm xmlns:a="http://schemas.openxmlformats.org/drawingml/2006/main">
            <a:off x="1028700" y="4048125"/>
            <a:ext cx="82296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A86406"/>
                </a:solidFill>
                <a:latin typeface="DejaVu Sans"/>
                <a:ea typeface="DejaVu Sans"/>
                <a:cs typeface="DejaVu Sans"/>
              </a:defRPr>
            </a:pPr>
            <a:r>
              <a:rPr sz="1350" b="0">
                <a:solidFill>
                  <a:srgbClr val="A86406"/>
                </a:solidFill>
                <a:latin typeface="DejaVu Sans"/>
                <a:ea typeface="DejaVu Sans"/>
                <a:cs typeface="DejaVu Sans"/>
              </a:rPr>
              <a:t>«artifact»  modified</a:t>
            </a:r>
          </a:p>
        </p:txBody>
      </p:sp>
      <p:sp>
        <p:nvSpPr>
          <p:cNvPr id="14" name="u151">
            <a:extLst xmlns:a="http://schemas.openxmlformats.org/drawingml/2006/main">
              <a:ext uri="{FF2B5EF4-FFF2-40B4-BE49-F238E27FC236}">
                <a16:creationId xmlns:a16="http://schemas.microsoft.com/office/drawing/2014/main" id="{612B2631-05C9-4B90-8C0F-5B6CD5C643DD}"/>
              </a:ext>
            </a:extLst>
          </p:cNvPr>
          <p:cNvSpPr>
            <a:spLocks xmlns:a="http://schemas.openxmlformats.org/drawingml/2006/main" noGrp="1"/>
          </p:cNvSpPr>
          <p:nvPr/>
        </p:nvSpPr>
        <p:spPr>
          <a:xfrm xmlns:a="http://schemas.openxmlformats.org/drawingml/2006/main">
            <a:off x="1028700" y="4305300"/>
            <a:ext cx="82296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1c6d918b37d94088"/>
              </a:rPr>
              <a:t>AIShopApp.swift</a:t>
            </a:r>
          </a:p>
        </p:txBody>
      </p:sp>
      <p:sp>
        <p:nvSpPr>
          <p:cNvPr id="15" name="u152">
            <a:extLst xmlns:a="http://schemas.openxmlformats.org/drawingml/2006/main">
              <a:ext uri="{FF2B5EF4-FFF2-40B4-BE49-F238E27FC236}">
                <a16:creationId xmlns:a16="http://schemas.microsoft.com/office/drawing/2014/main" id="{6E3C1C99-3CCA-4721-93BC-A609EBFCBD4F}"/>
              </a:ext>
            </a:extLst>
          </p:cNvPr>
          <p:cNvSpPr>
            <a:spLocks xmlns:a="http://schemas.openxmlformats.org/drawingml/2006/main" noGrp="1"/>
          </p:cNvSpPr>
          <p:nvPr/>
        </p:nvSpPr>
        <p:spPr>
          <a:xfrm xmlns:a="http://schemas.openxmlformats.org/drawingml/2006/main">
            <a:off x="1028700" y="4638675"/>
            <a:ext cx="822960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Chooses diagnostic or ordinary application content</a:t>
            </a:r>
          </a:p>
        </p:txBody>
      </p:sp>
      <p:sp>
        <p:nvSpPr>
          <p:cNvPr id="16" name="u153">
            <a:extLst xmlns:a="http://schemas.openxmlformats.org/drawingml/2006/main">
              <a:ext uri="{FF2B5EF4-FFF2-40B4-BE49-F238E27FC236}">
                <a16:creationId xmlns:a16="http://schemas.microsoft.com/office/drawing/2014/main" id="{95CFA56E-FE5A-45A8-A8F5-391CE24A0C78}"/>
              </a:ext>
            </a:extLst>
          </p:cNvPr>
          <p:cNvSpPr>
            <a:spLocks xmlns:a="http://schemas.openxmlformats.org/drawingml/2006/main" noGrp="1"/>
          </p:cNvSpPr>
          <p:nvPr/>
        </p:nvSpPr>
        <p:spPr>
          <a:xfrm xmlns:a="http://schemas.openxmlformats.org/drawingml/2006/main">
            <a:off x="1028700" y="4886325"/>
            <a:ext cx="82296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AppStartup</a:t>
            </a:r>
          </a:p>
        </p:txBody>
      </p:sp>
      <p:sp>
        <p:nvSpPr>
          <p:cNvPr id="17" name="u154">
            <a:extLst xmlns:a="http://schemas.openxmlformats.org/drawingml/2006/main">
              <a:ext uri="{FF2B5EF4-FFF2-40B4-BE49-F238E27FC236}">
                <a16:creationId xmlns:a16="http://schemas.microsoft.com/office/drawing/2014/main" id="{5DB5E70F-0FF0-483D-A1C5-96CC422928B3}"/>
              </a:ext>
            </a:extLst>
          </p:cNvPr>
          <p:cNvSpPr>
            <a:spLocks xmlns:a="http://schemas.openxmlformats.org/drawingml/2006/main" noGrp="1"/>
          </p:cNvSpPr>
          <p:nvPr/>
        </p:nvSpPr>
        <p:spPr>
          <a:xfrm xmlns:a="http://schemas.openxmlformats.org/drawingml/2006/main">
            <a:off x="895350" y="5286375"/>
            <a:ext cx="849630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8" name="u155">
            <a:extLst xmlns:a="http://schemas.openxmlformats.org/drawingml/2006/main">
              <a:ext uri="{FF2B5EF4-FFF2-40B4-BE49-F238E27FC236}">
                <a16:creationId xmlns:a16="http://schemas.microsoft.com/office/drawing/2014/main" id="{8DD9AD3C-6A89-4350-8715-5646785AB11C}"/>
              </a:ext>
            </a:extLst>
          </p:cNvPr>
          <p:cNvSpPr>
            <a:spLocks xmlns:a="http://schemas.openxmlformats.org/drawingml/2006/main" noGrp="1"/>
          </p:cNvSpPr>
          <p:nvPr/>
        </p:nvSpPr>
        <p:spPr>
          <a:xfrm xmlns:a="http://schemas.openxmlformats.org/drawingml/2006/main">
            <a:off x="1028700" y="5362575"/>
            <a:ext cx="82296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9" name="u156">
            <a:extLst xmlns:a="http://schemas.openxmlformats.org/drawingml/2006/main">
              <a:ext uri="{FF2B5EF4-FFF2-40B4-BE49-F238E27FC236}">
                <a16:creationId xmlns:a16="http://schemas.microsoft.com/office/drawing/2014/main" id="{B3B9AC2A-5730-4A54-8770-69F800407E6A}"/>
              </a:ext>
            </a:extLst>
          </p:cNvPr>
          <p:cNvSpPr>
            <a:spLocks xmlns:a="http://schemas.openxmlformats.org/drawingml/2006/main" noGrp="1"/>
          </p:cNvSpPr>
          <p:nvPr/>
        </p:nvSpPr>
        <p:spPr>
          <a:xfrm xmlns:a="http://schemas.openxmlformats.org/drawingml/2006/main">
            <a:off x="1028700" y="5619750"/>
            <a:ext cx="82296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412eb4bd70d240c1"/>
              </a:rPr>
              <a:t>ApplicationBootstrap.swift</a:t>
            </a:r>
          </a:p>
        </p:txBody>
      </p:sp>
      <p:sp>
        <p:nvSpPr>
          <p:cNvPr id="20" name="u157">
            <a:extLst xmlns:a="http://schemas.openxmlformats.org/drawingml/2006/main">
              <a:ext uri="{FF2B5EF4-FFF2-40B4-BE49-F238E27FC236}">
                <a16:creationId xmlns:a16="http://schemas.microsoft.com/office/drawing/2014/main" id="{4558706E-59CC-4779-AE81-82CDC3637766}"/>
              </a:ext>
            </a:extLst>
          </p:cNvPr>
          <p:cNvSpPr>
            <a:spLocks xmlns:a="http://schemas.openxmlformats.org/drawingml/2006/main" noGrp="1"/>
          </p:cNvSpPr>
          <p:nvPr/>
        </p:nvSpPr>
        <p:spPr>
          <a:xfrm xmlns:a="http://schemas.openxmlformats.org/drawingml/2006/main">
            <a:off x="1028700" y="5953125"/>
            <a:ext cx="822960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Keeps diagnostic startup ahead of Firebase/Auth</a:t>
            </a:r>
          </a:p>
        </p:txBody>
      </p:sp>
      <p:sp>
        <p:nvSpPr>
          <p:cNvPr id="21" name="u158">
            <a:extLst xmlns:a="http://schemas.openxmlformats.org/drawingml/2006/main">
              <a:ext uri="{FF2B5EF4-FFF2-40B4-BE49-F238E27FC236}">
                <a16:creationId xmlns:a16="http://schemas.microsoft.com/office/drawing/2014/main" id="{C7F86466-8609-4899-BC98-E5E28A5D7FA9}"/>
              </a:ext>
            </a:extLst>
          </p:cNvPr>
          <p:cNvSpPr>
            <a:spLocks xmlns:a="http://schemas.openxmlformats.org/drawingml/2006/main" noGrp="1"/>
          </p:cNvSpPr>
          <p:nvPr/>
        </p:nvSpPr>
        <p:spPr>
          <a:xfrm xmlns:a="http://schemas.openxmlformats.org/drawingml/2006/main">
            <a:off x="1028700" y="6200775"/>
            <a:ext cx="82296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isVisionDiagnostic()</a:t>
            </a:r>
          </a:p>
        </p:txBody>
      </p:sp>
      <p:sp>
        <p:nvSpPr>
          <p:cNvPr id="22" name="u159">
            <a:extLst xmlns:a="http://schemas.openxmlformats.org/drawingml/2006/main">
              <a:ext uri="{FF2B5EF4-FFF2-40B4-BE49-F238E27FC236}">
                <a16:creationId xmlns:a16="http://schemas.microsoft.com/office/drawing/2014/main" id="{4B5A9235-89B4-491F-9F73-93795CEBE9E9}"/>
              </a:ext>
            </a:extLst>
          </p:cNvPr>
          <p:cNvSpPr>
            <a:spLocks xmlns:a="http://schemas.openxmlformats.org/drawingml/2006/main" noGrp="1"/>
          </p:cNvSpPr>
          <p:nvPr/>
        </p:nvSpPr>
        <p:spPr>
          <a:xfrm xmlns:a="http://schemas.openxmlformats.org/drawingml/2006/main">
            <a:off x="666750" y="7534275"/>
            <a:ext cx="8953500" cy="42100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23" name="u160">
            <a:extLst xmlns:a="http://schemas.openxmlformats.org/drawingml/2006/main">
              <a:ext uri="{FF2B5EF4-FFF2-40B4-BE49-F238E27FC236}">
                <a16:creationId xmlns:a16="http://schemas.microsoft.com/office/drawing/2014/main" id="{19FAFC55-EDFC-4025-9E5B-0F2CD201A58E}"/>
              </a:ext>
            </a:extLst>
          </p:cNvPr>
          <p:cNvSpPr>
            <a:spLocks xmlns:a="http://schemas.openxmlformats.org/drawingml/2006/main" noGrp="1"/>
          </p:cNvSpPr>
          <p:nvPr/>
        </p:nvSpPr>
        <p:spPr>
          <a:xfrm xmlns:a="http://schemas.openxmlformats.org/drawingml/2006/main">
            <a:off x="666750" y="7248525"/>
            <a:ext cx="5143500"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087F8C"/>
            </a:solidFill>
            <a:prstDash val="solid"/>
          </a:ln>
        </p:spPr>
      </p:sp>
      <p:sp>
        <p:nvSpPr>
          <p:cNvPr id="24" name="u161">
            <a:extLst xmlns:a="http://schemas.openxmlformats.org/drawingml/2006/main">
              <a:ext uri="{FF2B5EF4-FFF2-40B4-BE49-F238E27FC236}">
                <a16:creationId xmlns:a16="http://schemas.microsoft.com/office/drawing/2014/main" id="{1099FFCD-62FB-46AE-BFA3-BC8844A9D38D}"/>
              </a:ext>
            </a:extLst>
          </p:cNvPr>
          <p:cNvSpPr>
            <a:spLocks xmlns:a="http://schemas.openxmlformats.org/drawingml/2006/main" noGrp="1"/>
          </p:cNvSpPr>
          <p:nvPr/>
        </p:nvSpPr>
        <p:spPr>
          <a:xfrm xmlns:a="http://schemas.openxmlformats.org/drawingml/2006/main">
            <a:off x="800100" y="7267575"/>
            <a:ext cx="86868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ios/AIShop/AIShop/Diagnostics/</a:t>
            </a:r>
          </a:p>
        </p:txBody>
      </p:sp>
      <p:sp>
        <p:nvSpPr>
          <p:cNvPr id="25" name="u162">
            <a:extLst xmlns:a="http://schemas.openxmlformats.org/drawingml/2006/main">
              <a:ext uri="{FF2B5EF4-FFF2-40B4-BE49-F238E27FC236}">
                <a16:creationId xmlns:a16="http://schemas.microsoft.com/office/drawing/2014/main" id="{1D4FC91C-B122-4F3C-994B-5AAC5674CD41}"/>
              </a:ext>
            </a:extLst>
          </p:cNvPr>
          <p:cNvSpPr>
            <a:spLocks xmlns:a="http://schemas.openxmlformats.org/drawingml/2006/main" noGrp="1"/>
          </p:cNvSpPr>
          <p:nvPr/>
        </p:nvSpPr>
        <p:spPr>
          <a:xfrm xmlns:a="http://schemas.openxmlformats.org/drawingml/2006/main">
            <a:off x="895350" y="7829550"/>
            <a:ext cx="849630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26" name="u163">
            <a:extLst xmlns:a="http://schemas.openxmlformats.org/drawingml/2006/main">
              <a:ext uri="{FF2B5EF4-FFF2-40B4-BE49-F238E27FC236}">
                <a16:creationId xmlns:a16="http://schemas.microsoft.com/office/drawing/2014/main" id="{31613C5D-AC14-44BD-85D6-8B529B45D15A}"/>
              </a:ext>
            </a:extLst>
          </p:cNvPr>
          <p:cNvSpPr>
            <a:spLocks xmlns:a="http://schemas.openxmlformats.org/drawingml/2006/main" noGrp="1"/>
          </p:cNvSpPr>
          <p:nvPr/>
        </p:nvSpPr>
        <p:spPr>
          <a:xfrm xmlns:a="http://schemas.openxmlformats.org/drawingml/2006/main">
            <a:off x="1028700" y="7905750"/>
            <a:ext cx="82296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7" name="u164">
            <a:extLst xmlns:a="http://schemas.openxmlformats.org/drawingml/2006/main">
              <a:ext uri="{FF2B5EF4-FFF2-40B4-BE49-F238E27FC236}">
                <a16:creationId xmlns:a16="http://schemas.microsoft.com/office/drawing/2014/main" id="{8E0CED60-BEA6-4975-857E-2A4942028396}"/>
              </a:ext>
            </a:extLst>
          </p:cNvPr>
          <p:cNvSpPr>
            <a:spLocks xmlns:a="http://schemas.openxmlformats.org/drawingml/2006/main" noGrp="1"/>
          </p:cNvSpPr>
          <p:nvPr/>
        </p:nvSpPr>
        <p:spPr>
          <a:xfrm xmlns:a="http://schemas.openxmlformats.org/drawingml/2006/main">
            <a:off x="1028700" y="8162925"/>
            <a:ext cx="82296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e99d7e4453724849"/>
              </a:rPr>
              <a:t>DiagnosticFixture.swift</a:t>
            </a:r>
          </a:p>
        </p:txBody>
      </p:sp>
      <p:sp>
        <p:nvSpPr>
          <p:cNvPr id="28" name="u165">
            <a:extLst xmlns:a="http://schemas.openxmlformats.org/drawingml/2006/main">
              <a:ext uri="{FF2B5EF4-FFF2-40B4-BE49-F238E27FC236}">
                <a16:creationId xmlns:a16="http://schemas.microsoft.com/office/drawing/2014/main" id="{44EE2B07-80BD-4001-BEFE-AD8F1D53939C}"/>
              </a:ext>
            </a:extLst>
          </p:cNvPr>
          <p:cNvSpPr>
            <a:spLocks xmlns:a="http://schemas.openxmlformats.org/drawingml/2006/main" noGrp="1"/>
          </p:cNvSpPr>
          <p:nvPr/>
        </p:nvSpPr>
        <p:spPr>
          <a:xfrm xmlns:a="http://schemas.openxmlformats.org/drawingml/2006/main">
            <a:off x="1028700" y="8496300"/>
            <a:ext cx="822960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Selection names, URLs, and expected hashes</a:t>
            </a:r>
          </a:p>
        </p:txBody>
      </p:sp>
      <p:sp>
        <p:nvSpPr>
          <p:cNvPr id="29" name="u166">
            <a:extLst xmlns:a="http://schemas.openxmlformats.org/drawingml/2006/main">
              <a:ext uri="{FF2B5EF4-FFF2-40B4-BE49-F238E27FC236}">
                <a16:creationId xmlns:a16="http://schemas.microsoft.com/office/drawing/2014/main" id="{9EE6B162-B199-409A-ACCE-E4E4A6233F8B}"/>
              </a:ext>
            </a:extLst>
          </p:cNvPr>
          <p:cNvSpPr>
            <a:spLocks xmlns:a="http://schemas.openxmlformats.org/drawingml/2006/main" noGrp="1"/>
          </p:cNvSpPr>
          <p:nvPr/>
        </p:nvSpPr>
        <p:spPr>
          <a:xfrm xmlns:a="http://schemas.openxmlformats.org/drawingml/2006/main">
            <a:off x="1028700" y="8743950"/>
            <a:ext cx="82296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inputs(in:)</a:t>
            </a:r>
          </a:p>
        </p:txBody>
      </p:sp>
      <p:sp>
        <p:nvSpPr>
          <p:cNvPr id="30" name="u167">
            <a:extLst xmlns:a="http://schemas.openxmlformats.org/drawingml/2006/main">
              <a:ext uri="{FF2B5EF4-FFF2-40B4-BE49-F238E27FC236}">
                <a16:creationId xmlns:a16="http://schemas.microsoft.com/office/drawing/2014/main" id="{0BEDE75F-0519-4F11-B6E1-D580CE78B00A}"/>
              </a:ext>
            </a:extLst>
          </p:cNvPr>
          <p:cNvSpPr>
            <a:spLocks xmlns:a="http://schemas.openxmlformats.org/drawingml/2006/main" noGrp="1"/>
          </p:cNvSpPr>
          <p:nvPr/>
        </p:nvSpPr>
        <p:spPr>
          <a:xfrm xmlns:a="http://schemas.openxmlformats.org/drawingml/2006/main">
            <a:off x="895350" y="9105900"/>
            <a:ext cx="849630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31" name="u168">
            <a:extLst xmlns:a="http://schemas.openxmlformats.org/drawingml/2006/main">
              <a:ext uri="{FF2B5EF4-FFF2-40B4-BE49-F238E27FC236}">
                <a16:creationId xmlns:a16="http://schemas.microsoft.com/office/drawing/2014/main" id="{40896982-CD94-4E2A-AD00-01B3950C93FA}"/>
              </a:ext>
            </a:extLst>
          </p:cNvPr>
          <p:cNvSpPr>
            <a:spLocks xmlns:a="http://schemas.openxmlformats.org/drawingml/2006/main" noGrp="1"/>
          </p:cNvSpPr>
          <p:nvPr/>
        </p:nvSpPr>
        <p:spPr>
          <a:xfrm xmlns:a="http://schemas.openxmlformats.org/drawingml/2006/main">
            <a:off x="1028700" y="9182100"/>
            <a:ext cx="82296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32" name="u169">
            <a:extLst xmlns:a="http://schemas.openxmlformats.org/drawingml/2006/main">
              <a:ext uri="{FF2B5EF4-FFF2-40B4-BE49-F238E27FC236}">
                <a16:creationId xmlns:a16="http://schemas.microsoft.com/office/drawing/2014/main" id="{319F6EAF-B19C-44DA-A1E6-E5AC2BED3A86}"/>
              </a:ext>
            </a:extLst>
          </p:cNvPr>
          <p:cNvSpPr>
            <a:spLocks xmlns:a="http://schemas.openxmlformats.org/drawingml/2006/main" noGrp="1"/>
          </p:cNvSpPr>
          <p:nvPr/>
        </p:nvSpPr>
        <p:spPr>
          <a:xfrm xmlns:a="http://schemas.openxmlformats.org/drawingml/2006/main">
            <a:off x="1028700" y="9439275"/>
            <a:ext cx="82296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fc20a02eff914477"/>
              </a:rPr>
              <a:t>VisionHarnessModel.swift</a:t>
            </a:r>
          </a:p>
        </p:txBody>
      </p:sp>
      <p:sp>
        <p:nvSpPr>
          <p:cNvPr id="33" name="u170">
            <a:extLst xmlns:a="http://schemas.openxmlformats.org/drawingml/2006/main">
              <a:ext uri="{FF2B5EF4-FFF2-40B4-BE49-F238E27FC236}">
                <a16:creationId xmlns:a16="http://schemas.microsoft.com/office/drawing/2014/main" id="{3536FE56-BE6D-4A2F-87BA-8E8999336024}"/>
              </a:ext>
            </a:extLst>
          </p:cNvPr>
          <p:cNvSpPr>
            <a:spLocks xmlns:a="http://schemas.openxmlformats.org/drawingml/2006/main" noGrp="1"/>
          </p:cNvSpPr>
          <p:nvPr/>
        </p:nvSpPr>
        <p:spPr>
          <a:xfrm xmlns:a="http://schemas.openxmlformats.org/drawingml/2006/main">
            <a:off x="1028700" y="9772650"/>
            <a:ext cx="822960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Run state, playback, update delivery, and report saving</a:t>
            </a:r>
          </a:p>
        </p:txBody>
      </p:sp>
      <p:sp>
        <p:nvSpPr>
          <p:cNvPr id="34" name="u171">
            <a:extLst xmlns:a="http://schemas.openxmlformats.org/drawingml/2006/main">
              <a:ext uri="{FF2B5EF4-FFF2-40B4-BE49-F238E27FC236}">
                <a16:creationId xmlns:a16="http://schemas.microsoft.com/office/drawing/2014/main" id="{D35C0A0F-5672-4A1B-BB5C-5578C55547FA}"/>
              </a:ext>
            </a:extLst>
          </p:cNvPr>
          <p:cNvSpPr>
            <a:spLocks xmlns:a="http://schemas.openxmlformats.org/drawingml/2006/main" noGrp="1"/>
          </p:cNvSpPr>
          <p:nvPr/>
        </p:nvSpPr>
        <p:spPr>
          <a:xfrm xmlns:a="http://schemas.openxmlformats.org/drawingml/2006/main">
            <a:off x="1028700" y="10020300"/>
            <a:ext cx="82296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start()</a:t>
            </a:r>
          </a:p>
        </p:txBody>
      </p:sp>
      <p:sp>
        <p:nvSpPr>
          <p:cNvPr id="35" name="u172">
            <a:extLst xmlns:a="http://schemas.openxmlformats.org/drawingml/2006/main">
              <a:ext uri="{FF2B5EF4-FFF2-40B4-BE49-F238E27FC236}">
                <a16:creationId xmlns:a16="http://schemas.microsoft.com/office/drawing/2014/main" id="{ACE6EEDA-7B44-4744-A193-91D3D20A1B79}"/>
              </a:ext>
            </a:extLst>
          </p:cNvPr>
          <p:cNvSpPr>
            <a:spLocks xmlns:a="http://schemas.openxmlformats.org/drawingml/2006/main" noGrp="1"/>
          </p:cNvSpPr>
          <p:nvPr/>
        </p:nvSpPr>
        <p:spPr>
          <a:xfrm xmlns:a="http://schemas.openxmlformats.org/drawingml/2006/main">
            <a:off x="895350" y="10382250"/>
            <a:ext cx="849630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36" name="u173">
            <a:extLst xmlns:a="http://schemas.openxmlformats.org/drawingml/2006/main">
              <a:ext uri="{FF2B5EF4-FFF2-40B4-BE49-F238E27FC236}">
                <a16:creationId xmlns:a16="http://schemas.microsoft.com/office/drawing/2014/main" id="{81F79B3E-267F-4017-8C02-C6ABDBE9E874}"/>
              </a:ext>
            </a:extLst>
          </p:cNvPr>
          <p:cNvSpPr>
            <a:spLocks xmlns:a="http://schemas.openxmlformats.org/drawingml/2006/main" noGrp="1"/>
          </p:cNvSpPr>
          <p:nvPr/>
        </p:nvSpPr>
        <p:spPr>
          <a:xfrm xmlns:a="http://schemas.openxmlformats.org/drawingml/2006/main">
            <a:off x="1028700" y="10458450"/>
            <a:ext cx="82296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37" name="u174">
            <a:extLst xmlns:a="http://schemas.openxmlformats.org/drawingml/2006/main">
              <a:ext uri="{FF2B5EF4-FFF2-40B4-BE49-F238E27FC236}">
                <a16:creationId xmlns:a16="http://schemas.microsoft.com/office/drawing/2014/main" id="{710CAC1C-21EC-4177-9A70-3FEBB6F277FE}"/>
              </a:ext>
            </a:extLst>
          </p:cNvPr>
          <p:cNvSpPr>
            <a:spLocks xmlns:a="http://schemas.openxmlformats.org/drawingml/2006/main" noGrp="1"/>
          </p:cNvSpPr>
          <p:nvPr/>
        </p:nvSpPr>
        <p:spPr>
          <a:xfrm xmlns:a="http://schemas.openxmlformats.org/drawingml/2006/main">
            <a:off x="1028700" y="10715625"/>
            <a:ext cx="82296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51093ee1eede478f"/>
              </a:rPr>
              <a:t>VisionDiagnosticHarness.swift</a:t>
            </a:r>
          </a:p>
        </p:txBody>
      </p:sp>
      <p:sp>
        <p:nvSpPr>
          <p:cNvPr id="38" name="u175">
            <a:extLst xmlns:a="http://schemas.openxmlformats.org/drawingml/2006/main">
              <a:ext uri="{FF2B5EF4-FFF2-40B4-BE49-F238E27FC236}">
                <a16:creationId xmlns:a16="http://schemas.microsoft.com/office/drawing/2014/main" id="{34258BD5-9FD2-4FF8-AB1F-63BFF7FCF922}"/>
              </a:ext>
            </a:extLst>
          </p:cNvPr>
          <p:cNvSpPr>
            <a:spLocks xmlns:a="http://schemas.openxmlformats.org/drawingml/2006/main" noGrp="1"/>
          </p:cNvSpPr>
          <p:nvPr/>
        </p:nvSpPr>
        <p:spPr>
          <a:xfrm xmlns:a="http://schemas.openxmlformats.org/drawingml/2006/main">
            <a:off x="1028700" y="11049000"/>
            <a:ext cx="822960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SwiftUI controls, signal, report, and log sharing</a:t>
            </a:r>
          </a:p>
        </p:txBody>
      </p:sp>
      <p:sp>
        <p:nvSpPr>
          <p:cNvPr id="39" name="u176">
            <a:extLst xmlns:a="http://schemas.openxmlformats.org/drawingml/2006/main">
              <a:ext uri="{FF2B5EF4-FFF2-40B4-BE49-F238E27FC236}">
                <a16:creationId xmlns:a16="http://schemas.microsoft.com/office/drawing/2014/main" id="{5F92BB1C-5D13-4F1F-AFFA-FEA7DBB0FA93}"/>
              </a:ext>
            </a:extLst>
          </p:cNvPr>
          <p:cNvSpPr>
            <a:spLocks xmlns:a="http://schemas.openxmlformats.org/drawingml/2006/main" noGrp="1"/>
          </p:cNvSpPr>
          <p:nvPr/>
        </p:nvSpPr>
        <p:spPr>
          <a:xfrm xmlns:a="http://schemas.openxmlformats.org/drawingml/2006/main">
            <a:off x="1028700" y="11296650"/>
            <a:ext cx="82296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body</a:t>
            </a:r>
          </a:p>
        </p:txBody>
      </p:sp>
    </p:spTree>
    <p:extLst>
      <p:ext uri="{BB962C8B-B14F-4D97-AF65-F5344CB8AC3E}">
        <p14:creationId xmlns:p14="http://schemas.microsoft.com/office/powerpoint/2010/main" val="784769634"/>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1" name="u177">
            <a:extLst xmlns:a="http://schemas.openxmlformats.org/drawingml/2006/main">
              <a:ext uri="{FF2B5EF4-FFF2-40B4-BE49-F238E27FC236}">
                <a16:creationId xmlns:a16="http://schemas.microsoft.com/office/drawing/2014/main" id="{2455AB68-67F8-4A60-9EAE-286CFDCD930A}"/>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ACTIVITY</a:t>
            </a:r>
          </a:p>
        </p:txBody>
      </p:sp>
      <p:sp>
        <p:nvSpPr>
          <p:cNvPr id="2" name="u178">
            <a:extLst xmlns:a="http://schemas.openxmlformats.org/drawingml/2006/main">
              <a:ext uri="{FF2B5EF4-FFF2-40B4-BE49-F238E27FC236}">
                <a16:creationId xmlns:a16="http://schemas.microsoft.com/office/drawing/2014/main" id="{11B0802D-0DC1-4CBD-8736-F8BDFD3CFA42}"/>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Startup selects the route</a:t>
            </a:r>
          </a:p>
        </p:txBody>
      </p:sp>
      <p:sp>
        <p:nvSpPr>
          <p:cNvPr id="3" name="u179">
            <a:extLst xmlns:a="http://schemas.openxmlformats.org/drawingml/2006/main">
              <a:ext uri="{FF2B5EF4-FFF2-40B4-BE49-F238E27FC236}">
                <a16:creationId xmlns:a16="http://schemas.microsoft.com/office/drawing/2014/main" id="{CB9B4E5E-157F-4F14-B182-9A7C87B4F86A}"/>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The diagnostic decision happens before ordinary services exist.</a:t>
            </a:r>
          </a:p>
        </p:txBody>
      </p:sp>
      <p:sp>
        <p:nvSpPr>
          <p:cNvPr id="4" name="u180">
            <a:extLst xmlns:a="http://schemas.openxmlformats.org/drawingml/2006/main">
              <a:ext uri="{FF2B5EF4-FFF2-40B4-BE49-F238E27FC236}">
                <a16:creationId xmlns:a16="http://schemas.microsoft.com/office/drawing/2014/main" id="{6637079E-B0D8-4C5D-A513-D79C19CD3BB1}"/>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181">
            <a:extLst xmlns:a="http://schemas.openxmlformats.org/drawingml/2006/main">
              <a:ext uri="{FF2B5EF4-FFF2-40B4-BE49-F238E27FC236}">
                <a16:creationId xmlns:a16="http://schemas.microsoft.com/office/drawing/2014/main" id="{85FA0DAB-2339-440B-8A2D-AF32C36E92DA}"/>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6"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182">
            <a:extLst xmlns:a="http://schemas.openxmlformats.org/drawingml/2006/main">
              <a:ext uri="{FF2B5EF4-FFF2-40B4-BE49-F238E27FC236}">
                <a16:creationId xmlns:a16="http://schemas.microsoft.com/office/drawing/2014/main" id="{1BF3E35B-3275-4633-964D-4077116C12C3}"/>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183">
            <a:extLst xmlns:a="http://schemas.openxmlformats.org/drawingml/2006/main">
              <a:ext uri="{FF2B5EF4-FFF2-40B4-BE49-F238E27FC236}">
                <a16:creationId xmlns:a16="http://schemas.microsoft.com/office/drawing/2014/main" id="{A305DBD9-0A2D-4785-949D-FFF28FF816AD}"/>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08</a:t>
            </a:r>
          </a:p>
        </p:txBody>
      </p:sp>
      <p:sp>
        <p:nvSpPr>
          <p:cNvPr id="9" name="u184">
            <a:extLst xmlns:a="http://schemas.openxmlformats.org/drawingml/2006/main">
              <a:ext uri="{FF2B5EF4-FFF2-40B4-BE49-F238E27FC236}">
                <a16:creationId xmlns:a16="http://schemas.microsoft.com/office/drawing/2014/main" id="{B2387EF2-970F-4482-BCE6-36115DC7CF86}"/>
              </a:ext>
            </a:extLst>
          </p:cNvPr>
          <p:cNvSpPr>
            <a:spLocks xmlns:a="http://schemas.openxmlformats.org/drawingml/2006/main" noGrp="1"/>
          </p:cNvSpPr>
          <p:nvPr/>
        </p:nvSpPr>
        <p:spPr>
          <a:xfrm xmlns:a="http://schemas.openxmlformats.org/drawingml/2006/main">
            <a:off x="5029200" y="3362325"/>
            <a:ext cx="228600" cy="228600"/>
          </a:xfrm>
          <a:prstGeom xmlns:a="http://schemas.openxmlformats.org/drawingml/2006/main" prst="ellipse">
            <a:avLst/>
          </a:prstGeom>
          <a:solidFill xmlns:a="http://schemas.openxmlformats.org/drawingml/2006/main">
            <a:srgbClr val="172A3A"/>
          </a:solidFill>
          <a:ln xmlns:a="http://schemas.openxmlformats.org/drawingml/2006/main" w="9525">
            <a:noFill/>
            <a:prstDash val="solid"/>
          </a:ln>
        </p:spPr>
      </p:sp>
      <p:sp>
        <p:nvSpPr>
          <p:cNvPr id="10" name="u185">
            <a:extLst xmlns:a="http://schemas.openxmlformats.org/drawingml/2006/main">
              <a:ext uri="{FF2B5EF4-FFF2-40B4-BE49-F238E27FC236}">
                <a16:creationId xmlns:a16="http://schemas.microsoft.com/office/drawing/2014/main" id="{BE8437FE-3519-412C-BCFF-915A2E176AE7}"/>
              </a:ext>
            </a:extLst>
          </p:cNvPr>
          <p:cNvSpPr>
            <a:spLocks xmlns:a="http://schemas.openxmlformats.org/drawingml/2006/main" noGrp="1"/>
          </p:cNvSpPr>
          <p:nvPr/>
        </p:nvSpPr>
        <p:spPr>
          <a:xfrm xmlns:a="http://schemas.openxmlformats.org/drawingml/2006/main">
            <a:off x="5143500" y="3619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1" name="u186">
            <a:extLst xmlns:a="http://schemas.openxmlformats.org/drawingml/2006/main">
              <a:ext uri="{FF2B5EF4-FFF2-40B4-BE49-F238E27FC236}">
                <a16:creationId xmlns:a16="http://schemas.microsoft.com/office/drawing/2014/main" id="{EECBD752-F34D-4A55-A431-EC8EDCEA56F1}"/>
              </a:ext>
            </a:extLst>
          </p:cNvPr>
          <p:cNvSpPr>
            <a:spLocks xmlns:a="http://schemas.openxmlformats.org/drawingml/2006/main" noGrp="1"/>
          </p:cNvSpPr>
          <p:nvPr/>
        </p:nvSpPr>
        <p:spPr>
          <a:xfrm xmlns:a="http://schemas.openxmlformats.org/drawingml/2006/main">
            <a:off x="5143500" y="40386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2" name=""/>
          <p:cNvCxnSpPr>
            <a:stCxn xmlns:a="http://schemas.openxmlformats.org/drawingml/2006/main" id="10" idx="4"/>
            <a:endCxn xmlns:a="http://schemas.openxmlformats.org/drawingml/2006/main" id="11" idx="0"/>
          </p:cNvCxnSpPr>
          <p:nvPr/>
        </p:nvCxnSpPr>
        <p:spPr>
          <a:xfrm xmlns:a="http://schemas.openxmlformats.org/drawingml/2006/main">
            <a:off x="5143977" y="3620453"/>
            <a:ext cx="0" cy="418147"/>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13" name="u187">
            <a:extLst xmlns:a="http://schemas.openxmlformats.org/drawingml/2006/main">
              <a:ext uri="{FF2B5EF4-FFF2-40B4-BE49-F238E27FC236}">
                <a16:creationId xmlns:a16="http://schemas.microsoft.com/office/drawing/2014/main" id="{B1B283A1-A572-412C-AA0B-D4570298133C}"/>
              </a:ext>
            </a:extLst>
          </p:cNvPr>
          <p:cNvSpPr>
            <a:spLocks xmlns:a="http://schemas.openxmlformats.org/drawingml/2006/main" noGrp="1"/>
          </p:cNvSpPr>
          <p:nvPr/>
        </p:nvSpPr>
        <p:spPr>
          <a:xfrm xmlns:a="http://schemas.openxmlformats.org/drawingml/2006/main">
            <a:off x="1905000" y="4048125"/>
            <a:ext cx="64770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087F8C"/>
            </a:solidFill>
            <a:prstDash val="solid"/>
          </a:ln>
        </p:spPr>
      </p:sp>
      <p:sp>
        <p:nvSpPr>
          <p:cNvPr id="14" name="u188">
            <a:extLst xmlns:a="http://schemas.openxmlformats.org/drawingml/2006/main">
              <a:ext uri="{FF2B5EF4-FFF2-40B4-BE49-F238E27FC236}">
                <a16:creationId xmlns:a16="http://schemas.microsoft.com/office/drawing/2014/main" id="{72D21A8D-02B8-4021-9DBB-4CA68EAE620A}"/>
              </a:ext>
            </a:extLst>
          </p:cNvPr>
          <p:cNvSpPr>
            <a:spLocks xmlns:a="http://schemas.openxmlformats.org/drawingml/2006/main" noGrp="1"/>
          </p:cNvSpPr>
          <p:nvPr/>
        </p:nvSpPr>
        <p:spPr>
          <a:xfrm xmlns:a="http://schemas.openxmlformats.org/drawingml/2006/main">
            <a:off x="2076450" y="4124325"/>
            <a:ext cx="6134100" cy="8001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ApplicationBootstrap.isVisionDiagnostic()</a:t>
            </a:r>
          </a:p>
        </p:txBody>
      </p:sp>
      <p:sp>
        <p:nvSpPr>
          <p:cNvPr id="15" name="u189">
            <a:extLst xmlns:a="http://schemas.openxmlformats.org/drawingml/2006/main">
              <a:ext uri="{FF2B5EF4-FFF2-40B4-BE49-F238E27FC236}">
                <a16:creationId xmlns:a16="http://schemas.microsoft.com/office/drawing/2014/main" id="{9BCE4AE9-7589-49F4-B003-EFFCC587DD97}"/>
              </a:ext>
            </a:extLst>
          </p:cNvPr>
          <p:cNvSpPr>
            <a:spLocks xmlns:a="http://schemas.openxmlformats.org/drawingml/2006/main" noGrp="1"/>
          </p:cNvSpPr>
          <p:nvPr/>
        </p:nvSpPr>
        <p:spPr>
          <a:xfrm xmlns:a="http://schemas.openxmlformats.org/drawingml/2006/main">
            <a:off x="5143500" y="50006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6" name="u190">
            <a:extLst xmlns:a="http://schemas.openxmlformats.org/drawingml/2006/main">
              <a:ext uri="{FF2B5EF4-FFF2-40B4-BE49-F238E27FC236}">
                <a16:creationId xmlns:a16="http://schemas.microsoft.com/office/drawing/2014/main" id="{70F1D189-2FA4-4AE0-98EA-FC3EB00FF6A6}"/>
              </a:ext>
            </a:extLst>
          </p:cNvPr>
          <p:cNvSpPr>
            <a:spLocks xmlns:a="http://schemas.openxmlformats.org/drawingml/2006/main" noGrp="1"/>
          </p:cNvSpPr>
          <p:nvPr/>
        </p:nvSpPr>
        <p:spPr>
          <a:xfrm xmlns:a="http://schemas.openxmlformats.org/drawingml/2006/main">
            <a:off x="5143500" y="54673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7" name=""/>
          <p:cNvCxnSpPr>
            <a:stCxn xmlns:a="http://schemas.openxmlformats.org/drawingml/2006/main" id="15" idx="4"/>
            <a:endCxn xmlns:a="http://schemas.openxmlformats.org/drawingml/2006/main" id="16" idx="0"/>
          </p:cNvCxnSpPr>
          <p:nvPr/>
        </p:nvCxnSpPr>
        <p:spPr>
          <a:xfrm xmlns:a="http://schemas.openxmlformats.org/drawingml/2006/main">
            <a:off x="5143977" y="5001578"/>
            <a:ext cx="0" cy="46577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18" name="u191">
            <a:extLst xmlns:a="http://schemas.openxmlformats.org/drawingml/2006/main">
              <a:ext uri="{FF2B5EF4-FFF2-40B4-BE49-F238E27FC236}">
                <a16:creationId xmlns:a16="http://schemas.microsoft.com/office/drawing/2014/main" id="{66435AB3-1EC3-4277-87A5-3BCEC186483E}"/>
              </a:ext>
            </a:extLst>
          </p:cNvPr>
          <p:cNvSpPr>
            <a:spLocks xmlns:a="http://schemas.openxmlformats.org/drawingml/2006/main" noGrp="1"/>
          </p:cNvSpPr>
          <p:nvPr/>
        </p:nvSpPr>
        <p:spPr>
          <a:xfrm xmlns:a="http://schemas.openxmlformats.org/drawingml/2006/main">
            <a:off x="4714875" y="5476875"/>
            <a:ext cx="857250" cy="857250"/>
          </a:xfrm>
          <a:prstGeom xmlns:a="http://schemas.openxmlformats.org/drawingml/2006/main" prst="diamond">
            <a:avLst/>
          </a:prstGeom>
          <a:solidFill xmlns:a="http://schemas.openxmlformats.org/drawingml/2006/main">
            <a:srgbClr val="FFFFFF"/>
          </a:solidFill>
          <a:ln xmlns:a="http://schemas.openxmlformats.org/drawingml/2006/main" w="19050">
            <a:solidFill>
              <a:srgbClr val="172A3A"/>
            </a:solidFill>
            <a:prstDash val="solid"/>
          </a:ln>
        </p:spPr>
      </p:sp>
      <p:sp>
        <p:nvSpPr>
          <p:cNvPr id="19" name="u192">
            <a:extLst xmlns:a="http://schemas.openxmlformats.org/drawingml/2006/main">
              <a:ext uri="{FF2B5EF4-FFF2-40B4-BE49-F238E27FC236}">
                <a16:creationId xmlns:a16="http://schemas.microsoft.com/office/drawing/2014/main" id="{D4BC4B71-A4A5-4A89-A6EA-D1B860A5BB7F}"/>
              </a:ext>
            </a:extLst>
          </p:cNvPr>
          <p:cNvSpPr>
            <a:spLocks xmlns:a="http://schemas.openxmlformats.org/drawingml/2006/main" noGrp="1"/>
          </p:cNvSpPr>
          <p:nvPr/>
        </p:nvSpPr>
        <p:spPr>
          <a:xfrm xmlns:a="http://schemas.openxmlformats.org/drawingml/2006/main">
            <a:off x="4714875" y="5905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0" name="u193">
            <a:extLst xmlns:a="http://schemas.openxmlformats.org/drawingml/2006/main">
              <a:ext uri="{FF2B5EF4-FFF2-40B4-BE49-F238E27FC236}">
                <a16:creationId xmlns:a16="http://schemas.microsoft.com/office/drawing/2014/main" id="{5E2FBBF2-7660-4D36-AF0D-6AC18315F615}"/>
              </a:ext>
            </a:extLst>
          </p:cNvPr>
          <p:cNvSpPr>
            <a:spLocks xmlns:a="http://schemas.openxmlformats.org/drawingml/2006/main" noGrp="1"/>
          </p:cNvSpPr>
          <p:nvPr/>
        </p:nvSpPr>
        <p:spPr>
          <a:xfrm xmlns:a="http://schemas.openxmlformats.org/drawingml/2006/main">
            <a:off x="2381250" y="5905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1" name=""/>
          <p:cNvCxnSpPr>
            <a:stCxn xmlns:a="http://schemas.openxmlformats.org/drawingml/2006/main" id="19" idx="2"/>
            <a:endCxn xmlns:a="http://schemas.openxmlformats.org/drawingml/2006/main" id="20" idx="6"/>
          </p:cNvCxnSpPr>
          <p:nvPr/>
        </p:nvCxnSpPr>
        <p:spPr>
          <a:xfrm xmlns:a="http://schemas.openxmlformats.org/drawingml/2006/main" flipH="1">
            <a:off x="2382203" y="5905977"/>
            <a:ext cx="2332672" cy="0"/>
          </a:xfrm>
          <a:prstGeom xmlns:a="http://schemas.openxmlformats.org/drawingml/2006/main" prst="straightConnector1">
            <a:avLst/>
          </a:prstGeom>
          <a:ln xmlns:a="http://schemas.openxmlformats.org/drawingml/2006/main" w="19050">
            <a:solidFill>
              <a:srgbClr val="346EB3"/>
            </a:solidFill>
            <a:prstDash val="solid"/>
          </a:ln>
        </p:spPr>
      </p:cxnSp>
      <p:sp>
        <p:nvSpPr>
          <p:cNvPr id="22" name="u194">
            <a:extLst xmlns:a="http://schemas.openxmlformats.org/drawingml/2006/main">
              <a:ext uri="{FF2B5EF4-FFF2-40B4-BE49-F238E27FC236}">
                <a16:creationId xmlns:a16="http://schemas.microsoft.com/office/drawing/2014/main" id="{1724AE80-D645-41C2-B82C-75223598AA1A}"/>
              </a:ext>
            </a:extLst>
          </p:cNvPr>
          <p:cNvSpPr>
            <a:spLocks xmlns:a="http://schemas.openxmlformats.org/drawingml/2006/main" noGrp="1"/>
          </p:cNvSpPr>
          <p:nvPr/>
        </p:nvSpPr>
        <p:spPr>
          <a:xfrm xmlns:a="http://schemas.openxmlformats.org/drawingml/2006/main">
            <a:off x="2381250" y="5905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3" name="u195">
            <a:extLst xmlns:a="http://schemas.openxmlformats.org/drawingml/2006/main">
              <a:ext uri="{FF2B5EF4-FFF2-40B4-BE49-F238E27FC236}">
                <a16:creationId xmlns:a16="http://schemas.microsoft.com/office/drawing/2014/main" id="{ACA6AC72-4B63-4514-A401-D507E1B36F3C}"/>
              </a:ext>
            </a:extLst>
          </p:cNvPr>
          <p:cNvSpPr>
            <a:spLocks xmlns:a="http://schemas.openxmlformats.org/drawingml/2006/main" noGrp="1"/>
          </p:cNvSpPr>
          <p:nvPr/>
        </p:nvSpPr>
        <p:spPr>
          <a:xfrm xmlns:a="http://schemas.openxmlformats.org/drawingml/2006/main">
            <a:off x="2381250" y="67151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4" name=""/>
          <p:cNvCxnSpPr>
            <a:stCxn xmlns:a="http://schemas.openxmlformats.org/drawingml/2006/main" id="22" idx="4"/>
            <a:endCxn xmlns:a="http://schemas.openxmlformats.org/drawingml/2006/main" id="23" idx="0"/>
          </p:cNvCxnSpPr>
          <p:nvPr/>
        </p:nvCxnSpPr>
        <p:spPr>
          <a:xfrm xmlns:a="http://schemas.openxmlformats.org/drawingml/2006/main">
            <a:off x="2381727" y="5906453"/>
            <a:ext cx="0" cy="808672"/>
          </a:xfrm>
          <a:prstGeom xmlns:a="http://schemas.openxmlformats.org/drawingml/2006/main" prst="straightConnector1">
            <a:avLst/>
          </a:prstGeom>
          <a:ln xmlns:a="http://schemas.openxmlformats.org/drawingml/2006/main" w="19050">
            <a:solidFill>
              <a:srgbClr val="346EB3"/>
            </a:solidFill>
            <a:prstDash val="solid"/>
            <a:tailEnd type="arrow" w="med" len="med"/>
          </a:ln>
        </p:spPr>
      </p:cxnSp>
      <p:sp>
        <p:nvSpPr>
          <p:cNvPr id="25" name="u196">
            <a:extLst xmlns:a="http://schemas.openxmlformats.org/drawingml/2006/main">
              <a:ext uri="{FF2B5EF4-FFF2-40B4-BE49-F238E27FC236}">
                <a16:creationId xmlns:a16="http://schemas.microsoft.com/office/drawing/2014/main" id="{80FCEF0B-EF34-45DD-B492-E6ECEF17C216}"/>
              </a:ext>
            </a:extLst>
          </p:cNvPr>
          <p:cNvSpPr>
            <a:spLocks xmlns:a="http://schemas.openxmlformats.org/drawingml/2006/main" noGrp="1"/>
          </p:cNvSpPr>
          <p:nvPr/>
        </p:nvSpPr>
        <p:spPr>
          <a:xfrm xmlns:a="http://schemas.openxmlformats.org/drawingml/2006/main">
            <a:off x="781050" y="6200775"/>
            <a:ext cx="3762375" cy="428625"/>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346EB3"/>
                </a:solidFill>
                <a:latin typeface="DejaVu Sans"/>
                <a:ea typeface="DejaVu Sans"/>
                <a:cs typeface="DejaVu Sans"/>
              </a:defRPr>
            </a:pPr>
            <a:r>
              <a:rPr sz="1875" b="0">
                <a:solidFill>
                  <a:srgbClr val="346EB3"/>
                </a:solidFill>
                <a:latin typeface="DejaVu Sans"/>
                <a:ea typeface="DejaVu Sans"/>
                <a:cs typeface="DejaVu Sans"/>
              </a:rPr>
              <a:t>[Debug diagnostic]</a:t>
            </a:r>
          </a:p>
        </p:txBody>
      </p:sp>
      <p:sp>
        <p:nvSpPr>
          <p:cNvPr id="26" name="u197">
            <a:extLst xmlns:a="http://schemas.openxmlformats.org/drawingml/2006/main">
              <a:ext uri="{FF2B5EF4-FFF2-40B4-BE49-F238E27FC236}">
                <a16:creationId xmlns:a16="http://schemas.microsoft.com/office/drawing/2014/main" id="{5FD1691C-5624-42CF-9B8F-048E38920FCA}"/>
              </a:ext>
            </a:extLst>
          </p:cNvPr>
          <p:cNvSpPr>
            <a:spLocks xmlns:a="http://schemas.openxmlformats.org/drawingml/2006/main" noGrp="1"/>
          </p:cNvSpPr>
          <p:nvPr/>
        </p:nvSpPr>
        <p:spPr>
          <a:xfrm xmlns:a="http://schemas.openxmlformats.org/drawingml/2006/main">
            <a:off x="5572125" y="5905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7" name="u198">
            <a:extLst xmlns:a="http://schemas.openxmlformats.org/drawingml/2006/main">
              <a:ext uri="{FF2B5EF4-FFF2-40B4-BE49-F238E27FC236}">
                <a16:creationId xmlns:a16="http://schemas.microsoft.com/office/drawing/2014/main" id="{600E8C77-109B-41D1-A0A7-C229194FF802}"/>
              </a:ext>
            </a:extLst>
          </p:cNvPr>
          <p:cNvSpPr>
            <a:spLocks xmlns:a="http://schemas.openxmlformats.org/drawingml/2006/main" noGrp="1"/>
          </p:cNvSpPr>
          <p:nvPr/>
        </p:nvSpPr>
        <p:spPr>
          <a:xfrm xmlns:a="http://schemas.openxmlformats.org/drawingml/2006/main">
            <a:off x="7896225" y="5905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8" name=""/>
          <p:cNvCxnSpPr>
            <a:stCxn xmlns:a="http://schemas.openxmlformats.org/drawingml/2006/main" id="26" idx="6"/>
            <a:endCxn xmlns:a="http://schemas.openxmlformats.org/drawingml/2006/main" id="27" idx="2"/>
          </p:cNvCxnSpPr>
          <p:nvPr/>
        </p:nvCxnSpPr>
        <p:spPr>
          <a:xfrm xmlns:a="http://schemas.openxmlformats.org/drawingml/2006/main">
            <a:off x="5573078" y="5905977"/>
            <a:ext cx="2323147" cy="0"/>
          </a:xfrm>
          <a:prstGeom xmlns:a="http://schemas.openxmlformats.org/drawingml/2006/main" prst="straightConnector1">
            <a:avLst/>
          </a:prstGeom>
          <a:ln xmlns:a="http://schemas.openxmlformats.org/drawingml/2006/main" w="19050">
            <a:solidFill>
              <a:srgbClr val="087F8C"/>
            </a:solidFill>
            <a:prstDash val="solid"/>
          </a:ln>
        </p:spPr>
      </p:cxnSp>
      <p:sp>
        <p:nvSpPr>
          <p:cNvPr id="29" name="u199">
            <a:extLst xmlns:a="http://schemas.openxmlformats.org/drawingml/2006/main">
              <a:ext uri="{FF2B5EF4-FFF2-40B4-BE49-F238E27FC236}">
                <a16:creationId xmlns:a16="http://schemas.microsoft.com/office/drawing/2014/main" id="{64F6596D-1CEC-448E-9CAE-9110AD176F7F}"/>
              </a:ext>
            </a:extLst>
          </p:cNvPr>
          <p:cNvSpPr>
            <a:spLocks xmlns:a="http://schemas.openxmlformats.org/drawingml/2006/main" noGrp="1"/>
          </p:cNvSpPr>
          <p:nvPr/>
        </p:nvSpPr>
        <p:spPr>
          <a:xfrm xmlns:a="http://schemas.openxmlformats.org/drawingml/2006/main">
            <a:off x="7896225" y="5905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0" name="u200">
            <a:extLst xmlns:a="http://schemas.openxmlformats.org/drawingml/2006/main">
              <a:ext uri="{FF2B5EF4-FFF2-40B4-BE49-F238E27FC236}">
                <a16:creationId xmlns:a16="http://schemas.microsoft.com/office/drawing/2014/main" id="{C790788B-4572-46E9-A046-E0B9EEDF64FA}"/>
              </a:ext>
            </a:extLst>
          </p:cNvPr>
          <p:cNvSpPr>
            <a:spLocks xmlns:a="http://schemas.openxmlformats.org/drawingml/2006/main" noGrp="1"/>
          </p:cNvSpPr>
          <p:nvPr/>
        </p:nvSpPr>
        <p:spPr>
          <a:xfrm xmlns:a="http://schemas.openxmlformats.org/drawingml/2006/main">
            <a:off x="7896225" y="67151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1" name=""/>
          <p:cNvCxnSpPr>
            <a:stCxn xmlns:a="http://schemas.openxmlformats.org/drawingml/2006/main" id="29" idx="4"/>
            <a:endCxn xmlns:a="http://schemas.openxmlformats.org/drawingml/2006/main" id="30" idx="0"/>
          </p:cNvCxnSpPr>
          <p:nvPr/>
        </p:nvCxnSpPr>
        <p:spPr>
          <a:xfrm xmlns:a="http://schemas.openxmlformats.org/drawingml/2006/main">
            <a:off x="7896702" y="5906453"/>
            <a:ext cx="0" cy="80867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32" name="u201">
            <a:extLst xmlns:a="http://schemas.openxmlformats.org/drawingml/2006/main">
              <a:ext uri="{FF2B5EF4-FFF2-40B4-BE49-F238E27FC236}">
                <a16:creationId xmlns:a16="http://schemas.microsoft.com/office/drawing/2014/main" id="{A3A25C6E-F638-4E4C-BADF-1B34571F3FA0}"/>
              </a:ext>
            </a:extLst>
          </p:cNvPr>
          <p:cNvSpPr>
            <a:spLocks xmlns:a="http://schemas.openxmlformats.org/drawingml/2006/main" noGrp="1"/>
          </p:cNvSpPr>
          <p:nvPr/>
        </p:nvSpPr>
        <p:spPr>
          <a:xfrm xmlns:a="http://schemas.openxmlformats.org/drawingml/2006/main">
            <a:off x="5924550" y="6200775"/>
            <a:ext cx="3952875" cy="428625"/>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087F8C"/>
                </a:solidFill>
                <a:latin typeface="DejaVu Sans"/>
                <a:ea typeface="DejaVu Sans"/>
                <a:cs typeface="DejaVu Sans"/>
              </a:defRPr>
            </a:pPr>
            <a:r>
              <a:rPr sz="1875" b="0">
                <a:solidFill>
                  <a:srgbClr val="087F8C"/>
                </a:solidFill>
                <a:latin typeface="DejaVu Sans"/>
                <a:ea typeface="DejaVu Sans"/>
                <a:cs typeface="DejaVu Sans"/>
              </a:rPr>
              <a:t>[ordinary / Release]</a:t>
            </a:r>
          </a:p>
        </p:txBody>
      </p:sp>
      <p:sp>
        <p:nvSpPr>
          <p:cNvPr id="33" name="u202">
            <a:extLst xmlns:a="http://schemas.openxmlformats.org/drawingml/2006/main">
              <a:ext uri="{FF2B5EF4-FFF2-40B4-BE49-F238E27FC236}">
                <a16:creationId xmlns:a16="http://schemas.microsoft.com/office/drawing/2014/main" id="{565E3777-C7A8-4AF2-88CF-9A9AB5021AC6}"/>
              </a:ext>
            </a:extLst>
          </p:cNvPr>
          <p:cNvSpPr>
            <a:spLocks xmlns:a="http://schemas.openxmlformats.org/drawingml/2006/main" noGrp="1"/>
          </p:cNvSpPr>
          <p:nvPr/>
        </p:nvSpPr>
        <p:spPr>
          <a:xfrm xmlns:a="http://schemas.openxmlformats.org/drawingml/2006/main">
            <a:off x="714375" y="6724650"/>
            <a:ext cx="33337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9050">
            <a:solidFill>
              <a:srgbClr val="346EB3"/>
            </a:solidFill>
            <a:prstDash val="solid"/>
          </a:ln>
        </p:spPr>
      </p:sp>
      <p:sp>
        <p:nvSpPr>
          <p:cNvPr id="34" name="u203">
            <a:extLst xmlns:a="http://schemas.openxmlformats.org/drawingml/2006/main">
              <a:ext uri="{FF2B5EF4-FFF2-40B4-BE49-F238E27FC236}">
                <a16:creationId xmlns:a16="http://schemas.microsoft.com/office/drawing/2014/main" id="{A30D72DB-FE99-4A68-B568-AB12EB90F699}"/>
              </a:ext>
            </a:extLst>
          </p:cNvPr>
          <p:cNvSpPr>
            <a:spLocks xmlns:a="http://schemas.openxmlformats.org/drawingml/2006/main" noGrp="1"/>
          </p:cNvSpPr>
          <p:nvPr/>
        </p:nvSpPr>
        <p:spPr>
          <a:xfrm xmlns:a="http://schemas.openxmlformats.org/drawingml/2006/main">
            <a:off x="885825" y="6800850"/>
            <a:ext cx="2990850" cy="1047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Open diagnostic</a:t>
            </a:r>
          </a:p>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screen</a:t>
            </a:r>
          </a:p>
        </p:txBody>
      </p:sp>
      <p:sp>
        <p:nvSpPr>
          <p:cNvPr id="35" name="u204">
            <a:extLst xmlns:a="http://schemas.openxmlformats.org/drawingml/2006/main">
              <a:ext uri="{FF2B5EF4-FFF2-40B4-BE49-F238E27FC236}">
                <a16:creationId xmlns:a16="http://schemas.microsoft.com/office/drawing/2014/main" id="{1C290379-569D-47B3-91E8-65241B2C9713}"/>
              </a:ext>
            </a:extLst>
          </p:cNvPr>
          <p:cNvSpPr>
            <a:spLocks xmlns:a="http://schemas.openxmlformats.org/drawingml/2006/main" noGrp="1"/>
          </p:cNvSpPr>
          <p:nvPr/>
        </p:nvSpPr>
        <p:spPr>
          <a:xfrm xmlns:a="http://schemas.openxmlformats.org/drawingml/2006/main">
            <a:off x="5876925" y="6724650"/>
            <a:ext cx="3705225"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9050">
            <a:solidFill>
              <a:srgbClr val="087F8C"/>
            </a:solidFill>
            <a:prstDash val="solid"/>
          </a:ln>
        </p:spPr>
      </p:sp>
      <p:sp>
        <p:nvSpPr>
          <p:cNvPr id="36" name="u205">
            <a:extLst xmlns:a="http://schemas.openxmlformats.org/drawingml/2006/main">
              <a:ext uri="{FF2B5EF4-FFF2-40B4-BE49-F238E27FC236}">
                <a16:creationId xmlns:a16="http://schemas.microsoft.com/office/drawing/2014/main" id="{EDFE337F-1758-489D-90A9-46DC9FA3FE38}"/>
              </a:ext>
            </a:extLst>
          </p:cNvPr>
          <p:cNvSpPr>
            <a:spLocks xmlns:a="http://schemas.openxmlformats.org/drawingml/2006/main" noGrp="1"/>
          </p:cNvSpPr>
          <p:nvPr/>
        </p:nvSpPr>
        <p:spPr>
          <a:xfrm xmlns:a="http://schemas.openxmlformats.org/drawingml/2006/main">
            <a:off x="6048375" y="6800850"/>
            <a:ext cx="3362325" cy="1047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Firebase + AuthSession</a:t>
            </a:r>
          </a:p>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Normal app content</a:t>
            </a:r>
          </a:p>
        </p:txBody>
      </p:sp>
      <p:sp>
        <p:nvSpPr>
          <p:cNvPr id="37" name="u206">
            <a:extLst xmlns:a="http://schemas.openxmlformats.org/drawingml/2006/main">
              <a:ext uri="{FF2B5EF4-FFF2-40B4-BE49-F238E27FC236}">
                <a16:creationId xmlns:a16="http://schemas.microsoft.com/office/drawing/2014/main" id="{96EF881E-ADFB-4F77-9827-08921459118F}"/>
              </a:ext>
            </a:extLst>
          </p:cNvPr>
          <p:cNvSpPr>
            <a:spLocks xmlns:a="http://schemas.openxmlformats.org/drawingml/2006/main" noGrp="1"/>
          </p:cNvSpPr>
          <p:nvPr/>
        </p:nvSpPr>
        <p:spPr>
          <a:xfrm xmlns:a="http://schemas.openxmlformats.org/drawingml/2006/main">
            <a:off x="628650" y="8724900"/>
            <a:ext cx="9001125"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346EB3"/>
                </a:solidFill>
                <a:latin typeface="DejaVu Sans"/>
                <a:ea typeface="DejaVu Sans"/>
                <a:cs typeface="DejaVu Sans"/>
              </a:defRPr>
            </a:pPr>
            <a:r>
              <a:rPr sz="2175" b="1">
                <a:solidFill>
                  <a:srgbClr val="346EB3"/>
                </a:solidFill>
                <a:latin typeface="DejaVu Sans"/>
                <a:ea typeface="DejaVu Sans"/>
                <a:cs typeface="DejaVu Sans"/>
              </a:rPr>
              <a:t>Inside the diagnostic model</a:t>
            </a:r>
          </a:p>
        </p:txBody>
      </p:sp>
      <p:sp>
        <p:nvSpPr>
          <p:cNvPr id="38" name="u207">
            <a:extLst xmlns:a="http://schemas.openxmlformats.org/drawingml/2006/main">
              <a:ext uri="{FF2B5EF4-FFF2-40B4-BE49-F238E27FC236}">
                <a16:creationId xmlns:a16="http://schemas.microsoft.com/office/drawing/2014/main" id="{F7A74AAF-B45D-4164-99D9-CD414343B897}"/>
              </a:ext>
            </a:extLst>
          </p:cNvPr>
          <p:cNvSpPr>
            <a:spLocks xmlns:a="http://schemas.openxmlformats.org/drawingml/2006/main" noGrp="1"/>
          </p:cNvSpPr>
          <p:nvPr/>
        </p:nvSpPr>
        <p:spPr>
          <a:xfrm xmlns:a="http://schemas.openxmlformats.org/drawingml/2006/main">
            <a:off x="762000" y="9401175"/>
            <a:ext cx="8715375" cy="17240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72A3A"/>
                </a:solidFill>
                <a:latin typeface="DejaVu Sans Mono"/>
                <a:ea typeface="DejaVu Sans Mono"/>
                <a:cs typeface="DejaVu Sans Mono"/>
              </a:defRPr>
            </a:pPr>
            <a:r>
              <a:rPr sz="1875" b="0">
                <a:solidFill>
                  <a:srgbClr val="172A3A"/>
                </a:solidFill>
                <a:latin typeface="DejaVu Sans Mono"/>
                <a:ea typeface="DejaVu Sans Mono"/>
                <a:cs typeface="DejaVu Sans Mono"/>
              </a:rPr>
              <a:t>let result = try await pipeline.run {</a:t>
            </a:r>
          </a:p>
          <a:p xmlns:a="http://schemas.openxmlformats.org/drawingml/2006/main">
            <a:pPr algn="l">
              <a:defRPr sz="1875" b="0">
                <a:solidFill>
                  <a:srgbClr val="172A3A"/>
                </a:solidFill>
                <a:latin typeface="DejaVu Sans Mono"/>
                <a:ea typeface="DejaVu Sans Mono"/>
                <a:cs typeface="DejaVu Sans Mono"/>
              </a:defRPr>
            </a:pPr>
            <a:r>
              <a:rPr sz="1875" b="0">
                <a:solidFill>
                  <a:srgbClr val="172A3A"/>
                </a:solidFill>
                <a:latin typeface="DejaVu Sans Mono"/>
                <a:ea typeface="DejaVu Sans Mono"/>
                <a:cs typeface="DejaVu Sans Mono"/>
              </a:rPr>
              <a:t>    [weak self] update in</a:t>
            </a:r>
          </a:p>
          <a:p xmlns:a="http://schemas.openxmlformats.org/drawingml/2006/main">
            <a:pPr algn="l">
              <a:defRPr sz="1875" b="0">
                <a:solidFill>
                  <a:srgbClr val="172A3A"/>
                </a:solidFill>
                <a:latin typeface="DejaVu Sans Mono"/>
                <a:ea typeface="DejaVu Sans Mono"/>
                <a:cs typeface="DejaVu Sans Mono"/>
              </a:defRPr>
            </a:pPr>
            <a:r>
              <a:rPr sz="1875" b="0">
                <a:solidFill>
                  <a:srgbClr val="172A3A"/>
                </a:solidFill>
                <a:latin typeface="DejaVu Sans Mono"/>
                <a:ea typeface="DejaVu Sans Mono"/>
                <a:cs typeface="DejaVu Sans Mono"/>
              </a:rPr>
              <a:t>    await self?.receive(update, token: token)</a:t>
            </a:r>
          </a:p>
          <a:p xmlns:a="http://schemas.openxmlformats.org/drawingml/2006/main">
            <a:pPr algn="l">
              <a:defRPr sz="1875" b="0">
                <a:solidFill>
                  <a:srgbClr val="172A3A"/>
                </a:solidFill>
                <a:latin typeface="DejaVu Sans Mono"/>
                <a:ea typeface="DejaVu Sans Mono"/>
                <a:cs typeface="DejaVu Sans Mono"/>
              </a:defRPr>
            </a:pPr>
            <a:r>
              <a:rPr sz="1875" b="0">
                <a:solidFill>
                  <a:srgbClr val="172A3A"/>
                </a:solidFill>
                <a:latin typeface="DejaVu Sans Mono"/>
                <a:ea typeface="DejaVu Sans Mono"/>
                <a:cs typeface="DejaVu Sans Mono"/>
              </a:rPr>
              <a:t>}</a:t>
            </a:r>
          </a:p>
        </p:txBody>
      </p:sp>
      <p:sp>
        <p:nvSpPr>
          <p:cNvPr id="39" name="u208">
            <a:extLst xmlns:a="http://schemas.openxmlformats.org/drawingml/2006/main">
              <a:ext uri="{FF2B5EF4-FFF2-40B4-BE49-F238E27FC236}">
                <a16:creationId xmlns:a16="http://schemas.microsoft.com/office/drawing/2014/main" id="{B3F6131C-B5D4-4CF5-AF92-FCDE212E656A}"/>
              </a:ext>
            </a:extLst>
          </p:cNvPr>
          <p:cNvSpPr>
            <a:spLocks xmlns:a="http://schemas.openxmlformats.org/drawingml/2006/main" noGrp="1"/>
          </p:cNvSpPr>
          <p:nvPr/>
        </p:nvSpPr>
        <p:spPr>
          <a:xfrm xmlns:a="http://schemas.openxmlformats.org/drawingml/2006/main">
            <a:off x="609600" y="11953875"/>
            <a:ext cx="90487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hlinkClick xmlns:r="http://schemas.openxmlformats.org/officeDocument/2006/relationships" r:id="R37d34714e50d4c78"/>
              </a:rPr>
              <a:t>VisionHarnessModel.swift  ·  start()</a:t>
            </a:r>
          </a:p>
        </p:txBody>
      </p:sp>
      <p:sp>
        <p:nvSpPr>
          <p:cNvPr id="40" name="u209">
            <a:extLst xmlns:a="http://schemas.openxmlformats.org/drawingml/2006/main">
              <a:ext uri="{FF2B5EF4-FFF2-40B4-BE49-F238E27FC236}">
                <a16:creationId xmlns:a16="http://schemas.microsoft.com/office/drawing/2014/main" id="{6F2279BC-4DD8-4FBC-B61C-75170F0CC928}"/>
              </a:ext>
            </a:extLst>
          </p:cNvPr>
          <p:cNvSpPr>
            <a:spLocks xmlns:a="http://schemas.openxmlformats.org/drawingml/2006/main" noGrp="1"/>
          </p:cNvSpPr>
          <p:nvPr/>
        </p:nvSpPr>
        <p:spPr>
          <a:xfrm xmlns:a="http://schemas.openxmlformats.org/drawingml/2006/main">
            <a:off x="609600" y="12353925"/>
            <a:ext cx="90487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ios/AIShop/AIShop/Diagnostics</a:t>
            </a:r>
          </a:p>
        </p:txBody>
      </p:sp>
    </p:spTree>
    <p:extLst>
      <p:ext uri="{BB962C8B-B14F-4D97-AF65-F5344CB8AC3E}">
        <p14:creationId xmlns:p14="http://schemas.microsoft.com/office/powerpoint/2010/main" val="1218346207"/>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7" name="u210">
            <a:extLst xmlns:a="http://schemas.openxmlformats.org/drawingml/2006/main">
              <a:ext uri="{FF2B5EF4-FFF2-40B4-BE49-F238E27FC236}">
                <a16:creationId xmlns:a16="http://schemas.microsoft.com/office/drawing/2014/main" id="{0B345506-CC2E-420C-924E-D7B850447F00}"/>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ARTIFACTS AND ACTIVITY</a:t>
            </a:r>
          </a:p>
        </p:txBody>
      </p:sp>
      <p:sp>
        <p:nvSpPr>
          <p:cNvPr id="2" name="u211">
            <a:extLst xmlns:a="http://schemas.openxmlformats.org/drawingml/2006/main">
              <a:ext uri="{FF2B5EF4-FFF2-40B4-BE49-F238E27FC236}">
                <a16:creationId xmlns:a16="http://schemas.microsoft.com/office/drawing/2014/main" id="{F275B35E-5036-4D6F-9EAD-6C01CDF73BC5}"/>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The reference becomes a feature</a:t>
            </a:r>
          </a:p>
        </p:txBody>
      </p:sp>
      <p:sp>
        <p:nvSpPr>
          <p:cNvPr id="3" name="u212">
            <a:extLst xmlns:a="http://schemas.openxmlformats.org/drawingml/2006/main">
              <a:ext uri="{FF2B5EF4-FFF2-40B4-BE49-F238E27FC236}">
                <a16:creationId xmlns:a16="http://schemas.microsoft.com/office/drawing/2014/main" id="{2EF813AA-D8F8-46F2-A839-DC35DD08C6C3}"/>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One local target is loaded once and reused by the scorer.</a:t>
            </a:r>
          </a:p>
        </p:txBody>
      </p:sp>
      <p:sp>
        <p:nvSpPr>
          <p:cNvPr id="4" name="u213">
            <a:extLst xmlns:a="http://schemas.openxmlformats.org/drawingml/2006/main">
              <a:ext uri="{FF2B5EF4-FFF2-40B4-BE49-F238E27FC236}">
                <a16:creationId xmlns:a16="http://schemas.microsoft.com/office/drawing/2014/main" id="{625B9603-D998-4865-BDCA-2BBC4DE83EBD}"/>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214">
            <a:extLst xmlns:a="http://schemas.openxmlformats.org/drawingml/2006/main">
              <a:ext uri="{FF2B5EF4-FFF2-40B4-BE49-F238E27FC236}">
                <a16:creationId xmlns:a16="http://schemas.microsoft.com/office/drawing/2014/main" id="{BFC2A79D-0F8F-4EAE-BFD9-95E34FE1D069}"/>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2"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215">
            <a:extLst xmlns:a="http://schemas.openxmlformats.org/drawingml/2006/main">
              <a:ext uri="{FF2B5EF4-FFF2-40B4-BE49-F238E27FC236}">
                <a16:creationId xmlns:a16="http://schemas.microsoft.com/office/drawing/2014/main" id="{04D54BC6-1EDE-4D6B-A15E-B3505735A827}"/>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216">
            <a:extLst xmlns:a="http://schemas.openxmlformats.org/drawingml/2006/main">
              <a:ext uri="{FF2B5EF4-FFF2-40B4-BE49-F238E27FC236}">
                <a16:creationId xmlns:a16="http://schemas.microsoft.com/office/drawing/2014/main" id="{7821D296-8786-4581-AF48-632A094A2DE2}"/>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09</a:t>
            </a:r>
          </a:p>
        </p:txBody>
      </p:sp>
      <p:sp>
        <p:nvSpPr>
          <p:cNvPr id="9" name="u217">
            <a:extLst xmlns:a="http://schemas.openxmlformats.org/drawingml/2006/main">
              <a:ext uri="{FF2B5EF4-FFF2-40B4-BE49-F238E27FC236}">
                <a16:creationId xmlns:a16="http://schemas.microsoft.com/office/drawing/2014/main" id="{135C9FBB-BAF3-481E-B98F-FB0514EBA1FF}"/>
              </a:ext>
            </a:extLst>
          </p:cNvPr>
          <p:cNvSpPr>
            <a:spLocks xmlns:a="http://schemas.openxmlformats.org/drawingml/2006/main" noGrp="1"/>
          </p:cNvSpPr>
          <p:nvPr/>
        </p:nvSpPr>
        <p:spPr>
          <a:xfrm xmlns:a="http://schemas.openxmlformats.org/drawingml/2006/main">
            <a:off x="685800" y="3371850"/>
            <a:ext cx="8953500" cy="3905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86974"/>
                </a:solidFill>
                <a:latin typeface="DejaVu Sans"/>
                <a:ea typeface="DejaVu Sans"/>
                <a:cs typeface="DejaVu Sans"/>
              </a:defRPr>
            </a:pPr>
            <a:r>
              <a:rPr sz="1800" b="0">
                <a:solidFill>
                  <a:srgbClr val="586974"/>
                </a:solidFill>
                <a:latin typeface="DejaVu Sans"/>
                <a:ea typeface="DejaVu Sans"/>
                <a:cs typeface="DejaVu Sans"/>
              </a:rPr>
              <a:t>ios/AIShop/AIShopVision/</a:t>
            </a:r>
          </a:p>
        </p:txBody>
      </p:sp>
      <p:sp>
        <p:nvSpPr>
          <p:cNvPr id="10" name="u218">
            <a:extLst xmlns:a="http://schemas.openxmlformats.org/drawingml/2006/main">
              <a:ext uri="{FF2B5EF4-FFF2-40B4-BE49-F238E27FC236}">
                <a16:creationId xmlns:a16="http://schemas.microsoft.com/office/drawing/2014/main" id="{0AEADBF5-B0AE-40A8-9374-42CAC6459FD7}"/>
              </a:ext>
            </a:extLst>
          </p:cNvPr>
          <p:cNvSpPr>
            <a:spLocks xmlns:a="http://schemas.openxmlformats.org/drawingml/2006/main" noGrp="1"/>
          </p:cNvSpPr>
          <p:nvPr/>
        </p:nvSpPr>
        <p:spPr>
          <a:xfrm xmlns:a="http://schemas.openxmlformats.org/drawingml/2006/main">
            <a:off x="723900" y="3857625"/>
            <a:ext cx="885825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1" name="u219">
            <a:extLst xmlns:a="http://schemas.openxmlformats.org/drawingml/2006/main">
              <a:ext uri="{FF2B5EF4-FFF2-40B4-BE49-F238E27FC236}">
                <a16:creationId xmlns:a16="http://schemas.microsoft.com/office/drawing/2014/main" id="{DBABCD0B-7E83-46D5-BA2E-93A8261CC360}"/>
              </a:ext>
            </a:extLst>
          </p:cNvPr>
          <p:cNvSpPr>
            <a:spLocks xmlns:a="http://schemas.openxmlformats.org/drawingml/2006/main" noGrp="1"/>
          </p:cNvSpPr>
          <p:nvPr/>
        </p:nvSpPr>
        <p:spPr>
          <a:xfrm xmlns:a="http://schemas.openxmlformats.org/drawingml/2006/main">
            <a:off x="857250" y="3933825"/>
            <a:ext cx="85915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2" name="u220">
            <a:extLst xmlns:a="http://schemas.openxmlformats.org/drawingml/2006/main">
              <a:ext uri="{FF2B5EF4-FFF2-40B4-BE49-F238E27FC236}">
                <a16:creationId xmlns:a16="http://schemas.microsoft.com/office/drawing/2014/main" id="{55277C49-6BCE-41E4-9C32-2BBE59B611E5}"/>
              </a:ext>
            </a:extLst>
          </p:cNvPr>
          <p:cNvSpPr>
            <a:spLocks xmlns:a="http://schemas.openxmlformats.org/drawingml/2006/main" noGrp="1"/>
          </p:cNvSpPr>
          <p:nvPr/>
        </p:nvSpPr>
        <p:spPr>
          <a:xfrm xmlns:a="http://schemas.openxmlformats.org/drawingml/2006/main">
            <a:off x="857250" y="4191000"/>
            <a:ext cx="85915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904aa2be538247c2"/>
              </a:rPr>
              <a:t>Package.swift</a:t>
            </a:r>
          </a:p>
        </p:txBody>
      </p:sp>
      <p:sp>
        <p:nvSpPr>
          <p:cNvPr id="13" name="u221">
            <a:extLst xmlns:a="http://schemas.openxmlformats.org/drawingml/2006/main">
              <a:ext uri="{FF2B5EF4-FFF2-40B4-BE49-F238E27FC236}">
                <a16:creationId xmlns:a16="http://schemas.microsoft.com/office/drawing/2014/main" id="{2734F7BA-06EB-424E-84B6-F61C7113EE52}"/>
              </a:ext>
            </a:extLst>
          </p:cNvPr>
          <p:cNvSpPr>
            <a:spLocks xmlns:a="http://schemas.openxmlformats.org/drawingml/2006/main" noGrp="1"/>
          </p:cNvSpPr>
          <p:nvPr/>
        </p:nvSpPr>
        <p:spPr>
          <a:xfrm xmlns:a="http://schemas.openxmlformats.org/drawingml/2006/main">
            <a:off x="857250" y="4524375"/>
            <a:ext cx="859155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Declares production, evaluator, CLI, and test targets</a:t>
            </a:r>
          </a:p>
        </p:txBody>
      </p:sp>
      <p:sp>
        <p:nvSpPr>
          <p:cNvPr id="14" name="u222">
            <a:extLst xmlns:a="http://schemas.openxmlformats.org/drawingml/2006/main">
              <a:ext uri="{FF2B5EF4-FFF2-40B4-BE49-F238E27FC236}">
                <a16:creationId xmlns:a16="http://schemas.microsoft.com/office/drawing/2014/main" id="{4FC64E49-89AA-492B-9FE8-E697ECC72167}"/>
              </a:ext>
            </a:extLst>
          </p:cNvPr>
          <p:cNvSpPr>
            <a:spLocks xmlns:a="http://schemas.openxmlformats.org/drawingml/2006/main" noGrp="1"/>
          </p:cNvSpPr>
          <p:nvPr/>
        </p:nvSpPr>
        <p:spPr>
          <a:xfrm xmlns:a="http://schemas.openxmlformats.org/drawingml/2006/main">
            <a:off x="857250" y="4772025"/>
            <a:ext cx="85915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targets</a:t>
            </a:r>
          </a:p>
        </p:txBody>
      </p:sp>
      <p:sp>
        <p:nvSpPr>
          <p:cNvPr id="15" name="u223">
            <a:extLst xmlns:a="http://schemas.openxmlformats.org/drawingml/2006/main">
              <a:ext uri="{FF2B5EF4-FFF2-40B4-BE49-F238E27FC236}">
                <a16:creationId xmlns:a16="http://schemas.microsoft.com/office/drawing/2014/main" id="{A580ADB0-94F1-4256-B943-A60E7761BB9E}"/>
              </a:ext>
            </a:extLst>
          </p:cNvPr>
          <p:cNvSpPr>
            <a:spLocks xmlns:a="http://schemas.openxmlformats.org/drawingml/2006/main" noGrp="1"/>
          </p:cNvSpPr>
          <p:nvPr/>
        </p:nvSpPr>
        <p:spPr>
          <a:xfrm xmlns:a="http://schemas.openxmlformats.org/drawingml/2006/main">
            <a:off x="685800" y="5286375"/>
            <a:ext cx="885825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Sources/AIShopVision/</a:t>
            </a:r>
          </a:p>
        </p:txBody>
      </p:sp>
      <p:sp>
        <p:nvSpPr>
          <p:cNvPr id="16" name="u224">
            <a:extLst xmlns:a="http://schemas.openxmlformats.org/drawingml/2006/main">
              <a:ext uri="{FF2B5EF4-FFF2-40B4-BE49-F238E27FC236}">
                <a16:creationId xmlns:a16="http://schemas.microsoft.com/office/drawing/2014/main" id="{2CC6D92B-CB82-4D24-800F-6CFBC21ADF7F}"/>
              </a:ext>
            </a:extLst>
          </p:cNvPr>
          <p:cNvSpPr>
            <a:spLocks xmlns:a="http://schemas.openxmlformats.org/drawingml/2006/main" noGrp="1"/>
          </p:cNvSpPr>
          <p:nvPr/>
        </p:nvSpPr>
        <p:spPr>
          <a:xfrm xmlns:a="http://schemas.openxmlformats.org/drawingml/2006/main">
            <a:off x="723900" y="5800725"/>
            <a:ext cx="885825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7" name="u225">
            <a:extLst xmlns:a="http://schemas.openxmlformats.org/drawingml/2006/main">
              <a:ext uri="{FF2B5EF4-FFF2-40B4-BE49-F238E27FC236}">
                <a16:creationId xmlns:a16="http://schemas.microsoft.com/office/drawing/2014/main" id="{355C3058-8C32-40E4-A71D-9B9B007CDEC4}"/>
              </a:ext>
            </a:extLst>
          </p:cNvPr>
          <p:cNvSpPr>
            <a:spLocks xmlns:a="http://schemas.openxmlformats.org/drawingml/2006/main" noGrp="1"/>
          </p:cNvSpPr>
          <p:nvPr/>
        </p:nvSpPr>
        <p:spPr>
          <a:xfrm xmlns:a="http://schemas.openxmlformats.org/drawingml/2006/main">
            <a:off x="857250" y="5876925"/>
            <a:ext cx="85915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8" name="u226">
            <a:extLst xmlns:a="http://schemas.openxmlformats.org/drawingml/2006/main">
              <a:ext uri="{FF2B5EF4-FFF2-40B4-BE49-F238E27FC236}">
                <a16:creationId xmlns:a16="http://schemas.microsoft.com/office/drawing/2014/main" id="{F5C6B5B1-85BE-4DF5-901E-8EAE0245E653}"/>
              </a:ext>
            </a:extLst>
          </p:cNvPr>
          <p:cNvSpPr>
            <a:spLocks xmlns:a="http://schemas.openxmlformats.org/drawingml/2006/main" noGrp="1"/>
          </p:cNvSpPr>
          <p:nvPr/>
        </p:nvSpPr>
        <p:spPr>
          <a:xfrm xmlns:a="http://schemas.openxmlformats.org/drawingml/2006/main">
            <a:off x="857250" y="6134100"/>
            <a:ext cx="85915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6bd4792077984233"/>
              </a:rPr>
              <a:t>VisionFeatureAdapter.swift</a:t>
            </a:r>
          </a:p>
        </p:txBody>
      </p:sp>
      <p:sp>
        <p:nvSpPr>
          <p:cNvPr id="19" name="u227">
            <a:extLst xmlns:a="http://schemas.openxmlformats.org/drawingml/2006/main">
              <a:ext uri="{FF2B5EF4-FFF2-40B4-BE49-F238E27FC236}">
                <a16:creationId xmlns:a16="http://schemas.microsoft.com/office/drawing/2014/main" id="{2313FFD7-C884-4350-B6C6-DC08B082D240}"/>
              </a:ext>
            </a:extLst>
          </p:cNvPr>
          <p:cNvSpPr>
            <a:spLocks xmlns:a="http://schemas.openxmlformats.org/drawingml/2006/main" noGrp="1"/>
          </p:cNvSpPr>
          <p:nvPr/>
        </p:nvSpPr>
        <p:spPr>
          <a:xfrm xmlns:a="http://schemas.openxmlformats.org/drawingml/2006/main">
            <a:off x="857250" y="6467475"/>
            <a:ext cx="859155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Apple Vision feature-print boundary</a:t>
            </a:r>
          </a:p>
        </p:txBody>
      </p:sp>
      <p:sp>
        <p:nvSpPr>
          <p:cNvPr id="20" name="u228">
            <a:extLst xmlns:a="http://schemas.openxmlformats.org/drawingml/2006/main">
              <a:ext uri="{FF2B5EF4-FFF2-40B4-BE49-F238E27FC236}">
                <a16:creationId xmlns:a16="http://schemas.microsoft.com/office/drawing/2014/main" id="{863B6A5A-6488-4B49-A254-2AF3F78DE37C}"/>
              </a:ext>
            </a:extLst>
          </p:cNvPr>
          <p:cNvSpPr>
            <a:spLocks xmlns:a="http://schemas.openxmlformats.org/drawingml/2006/main" noGrp="1"/>
          </p:cNvSpPr>
          <p:nvPr/>
        </p:nvSpPr>
        <p:spPr>
          <a:xfrm xmlns:a="http://schemas.openxmlformats.org/drawingml/2006/main">
            <a:off x="857250" y="6715125"/>
            <a:ext cx="85915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featurePrint(for:)</a:t>
            </a:r>
          </a:p>
        </p:txBody>
      </p:sp>
      <p:sp>
        <p:nvSpPr>
          <p:cNvPr id="21" name="u229">
            <a:extLst xmlns:a="http://schemas.openxmlformats.org/drawingml/2006/main">
              <a:ext uri="{FF2B5EF4-FFF2-40B4-BE49-F238E27FC236}">
                <a16:creationId xmlns:a16="http://schemas.microsoft.com/office/drawing/2014/main" id="{7E6BE17C-28A4-48C3-B2B0-2ABE51C9A28D}"/>
              </a:ext>
            </a:extLst>
          </p:cNvPr>
          <p:cNvSpPr>
            <a:spLocks xmlns:a="http://schemas.openxmlformats.org/drawingml/2006/main" noGrp="1"/>
          </p:cNvSpPr>
          <p:nvPr/>
        </p:nvSpPr>
        <p:spPr>
          <a:xfrm xmlns:a="http://schemas.openxmlformats.org/drawingml/2006/main">
            <a:off x="723900" y="7705725"/>
            <a:ext cx="8858250" cy="1647825"/>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22" name="u230">
            <a:extLst xmlns:a="http://schemas.openxmlformats.org/drawingml/2006/main">
              <a:ext uri="{FF2B5EF4-FFF2-40B4-BE49-F238E27FC236}">
                <a16:creationId xmlns:a16="http://schemas.microsoft.com/office/drawing/2014/main" id="{7CF63617-693D-4AD3-B4EA-8081B0F48C5E}"/>
              </a:ext>
            </a:extLst>
          </p:cNvPr>
          <p:cNvSpPr>
            <a:spLocks xmlns:a="http://schemas.openxmlformats.org/drawingml/2006/main" noGrp="1"/>
          </p:cNvSpPr>
          <p:nvPr/>
        </p:nvSpPr>
        <p:spPr>
          <a:xfrm xmlns:a="http://schemas.openxmlformats.org/drawingml/2006/main">
            <a:off x="723900" y="7419975"/>
            <a:ext cx="3362325"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087F8C"/>
            </a:solidFill>
            <a:prstDash val="solid"/>
          </a:ln>
        </p:spPr>
      </p:sp>
      <p:sp>
        <p:nvSpPr>
          <p:cNvPr id="23" name="u231">
            <a:extLst xmlns:a="http://schemas.openxmlformats.org/drawingml/2006/main">
              <a:ext uri="{FF2B5EF4-FFF2-40B4-BE49-F238E27FC236}">
                <a16:creationId xmlns:a16="http://schemas.microsoft.com/office/drawing/2014/main" id="{2DA88B4D-7F21-4D04-97FD-C3709D341B11}"/>
              </a:ext>
            </a:extLst>
          </p:cNvPr>
          <p:cNvSpPr>
            <a:spLocks xmlns:a="http://schemas.openxmlformats.org/drawingml/2006/main" noGrp="1"/>
          </p:cNvSpPr>
          <p:nvPr/>
        </p:nvSpPr>
        <p:spPr>
          <a:xfrm xmlns:a="http://schemas.openxmlformats.org/drawingml/2006/main">
            <a:off x="857250" y="7439025"/>
            <a:ext cx="859155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LocalTargetCatalog/</a:t>
            </a:r>
          </a:p>
        </p:txBody>
      </p:sp>
      <p:sp>
        <p:nvSpPr>
          <p:cNvPr id="24" name="u232">
            <a:extLst xmlns:a="http://schemas.openxmlformats.org/drawingml/2006/main">
              <a:ext uri="{FF2B5EF4-FFF2-40B4-BE49-F238E27FC236}">
                <a16:creationId xmlns:a16="http://schemas.microsoft.com/office/drawing/2014/main" id="{8859CD43-EA47-4043-9C11-B94243311388}"/>
              </a:ext>
            </a:extLst>
          </p:cNvPr>
          <p:cNvSpPr>
            <a:spLocks xmlns:a="http://schemas.openxmlformats.org/drawingml/2006/main" noGrp="1"/>
          </p:cNvSpPr>
          <p:nvPr/>
        </p:nvSpPr>
        <p:spPr>
          <a:xfrm xmlns:a="http://schemas.openxmlformats.org/drawingml/2006/main">
            <a:off x="952500" y="7991475"/>
            <a:ext cx="840105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25" name="u233">
            <a:extLst xmlns:a="http://schemas.openxmlformats.org/drawingml/2006/main">
              <a:ext uri="{FF2B5EF4-FFF2-40B4-BE49-F238E27FC236}">
                <a16:creationId xmlns:a16="http://schemas.microsoft.com/office/drawing/2014/main" id="{03BD2C1B-DACB-4DC7-ABB6-6DC2AB7C9C23}"/>
              </a:ext>
            </a:extLst>
          </p:cNvPr>
          <p:cNvSpPr>
            <a:spLocks xmlns:a="http://schemas.openxmlformats.org/drawingml/2006/main" noGrp="1"/>
          </p:cNvSpPr>
          <p:nvPr/>
        </p:nvSpPr>
        <p:spPr>
          <a:xfrm xmlns:a="http://schemas.openxmlformats.org/drawingml/2006/main">
            <a:off x="1085850" y="8067675"/>
            <a:ext cx="81343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6" name="u234">
            <a:extLst xmlns:a="http://schemas.openxmlformats.org/drawingml/2006/main">
              <a:ext uri="{FF2B5EF4-FFF2-40B4-BE49-F238E27FC236}">
                <a16:creationId xmlns:a16="http://schemas.microsoft.com/office/drawing/2014/main" id="{1F34C265-3537-447F-ADCB-27A94F8093AB}"/>
              </a:ext>
            </a:extLst>
          </p:cNvPr>
          <p:cNvSpPr>
            <a:spLocks xmlns:a="http://schemas.openxmlformats.org/drawingml/2006/main" noGrp="1"/>
          </p:cNvSpPr>
          <p:nvPr/>
        </p:nvSpPr>
        <p:spPr>
          <a:xfrm xmlns:a="http://schemas.openxmlformats.org/drawingml/2006/main">
            <a:off x="1085850" y="8324850"/>
            <a:ext cx="81343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007a3391aaec4c55"/>
              </a:rPr>
              <a:t>LocalTargetCatalog.swift</a:t>
            </a:r>
          </a:p>
        </p:txBody>
      </p:sp>
      <p:sp>
        <p:nvSpPr>
          <p:cNvPr id="27" name="u235">
            <a:extLst xmlns:a="http://schemas.openxmlformats.org/drawingml/2006/main">
              <a:ext uri="{FF2B5EF4-FFF2-40B4-BE49-F238E27FC236}">
                <a16:creationId xmlns:a16="http://schemas.microsoft.com/office/drawing/2014/main" id="{B2570BA9-AD31-411C-BF02-ACF28905FF7A}"/>
              </a:ext>
            </a:extLst>
          </p:cNvPr>
          <p:cNvSpPr>
            <a:spLocks xmlns:a="http://schemas.openxmlformats.org/drawingml/2006/main" noGrp="1"/>
          </p:cNvSpPr>
          <p:nvPr/>
        </p:nvSpPr>
        <p:spPr>
          <a:xfrm xmlns:a="http://schemas.openxmlformats.org/drawingml/2006/main">
            <a:off x="1085850" y="8658225"/>
            <a:ext cx="813435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Loads, hashes, and caches the reference</a:t>
            </a:r>
          </a:p>
        </p:txBody>
      </p:sp>
      <p:sp>
        <p:nvSpPr>
          <p:cNvPr id="28" name="u236">
            <a:extLst xmlns:a="http://schemas.openxmlformats.org/drawingml/2006/main">
              <a:ext uri="{FF2B5EF4-FFF2-40B4-BE49-F238E27FC236}">
                <a16:creationId xmlns:a16="http://schemas.microsoft.com/office/drawing/2014/main" id="{80B196BF-700B-4099-BF9D-1732907E3F81}"/>
              </a:ext>
            </a:extLst>
          </p:cNvPr>
          <p:cNvSpPr>
            <a:spLocks xmlns:a="http://schemas.openxmlformats.org/drawingml/2006/main" noGrp="1"/>
          </p:cNvSpPr>
          <p:nvPr/>
        </p:nvSpPr>
        <p:spPr>
          <a:xfrm xmlns:a="http://schemas.openxmlformats.org/drawingml/2006/main">
            <a:off x="1085850" y="8905875"/>
            <a:ext cx="81343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loadTarget()</a:t>
            </a:r>
          </a:p>
        </p:txBody>
      </p:sp>
      <p:sp>
        <p:nvSpPr>
          <p:cNvPr id="29" name="u237">
            <a:extLst xmlns:a="http://schemas.openxmlformats.org/drawingml/2006/main">
              <a:ext uri="{FF2B5EF4-FFF2-40B4-BE49-F238E27FC236}">
                <a16:creationId xmlns:a16="http://schemas.microsoft.com/office/drawing/2014/main" id="{17473FBD-71AA-4097-9DF9-BDD1500B8FDB}"/>
              </a:ext>
            </a:extLst>
          </p:cNvPr>
          <p:cNvSpPr>
            <a:spLocks xmlns:a="http://schemas.openxmlformats.org/drawingml/2006/main" noGrp="1"/>
          </p:cNvSpPr>
          <p:nvPr/>
        </p:nvSpPr>
        <p:spPr>
          <a:xfrm xmlns:a="http://schemas.openxmlformats.org/drawingml/2006/main">
            <a:off x="2047875" y="9763125"/>
            <a:ext cx="61912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087F8C"/>
            </a:solidFill>
            <a:prstDash val="solid"/>
          </a:ln>
        </p:spPr>
      </p:sp>
      <p:sp>
        <p:nvSpPr>
          <p:cNvPr id="30" name="u238">
            <a:extLst xmlns:a="http://schemas.openxmlformats.org/drawingml/2006/main">
              <a:ext uri="{FF2B5EF4-FFF2-40B4-BE49-F238E27FC236}">
                <a16:creationId xmlns:a16="http://schemas.microsoft.com/office/drawing/2014/main" id="{ACB569AC-BD6E-4915-8959-721A341A0503}"/>
              </a:ext>
            </a:extLst>
          </p:cNvPr>
          <p:cNvSpPr>
            <a:spLocks xmlns:a="http://schemas.openxmlformats.org/drawingml/2006/main" noGrp="1"/>
          </p:cNvSpPr>
          <p:nvPr/>
        </p:nvSpPr>
        <p:spPr>
          <a:xfrm xmlns:a="http://schemas.openxmlformats.org/drawingml/2006/main">
            <a:off x="2219325" y="9839325"/>
            <a:ext cx="5848350" cy="5334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Load reference bytes + orientation</a:t>
            </a:r>
          </a:p>
        </p:txBody>
      </p:sp>
      <p:sp>
        <p:nvSpPr>
          <p:cNvPr id="31" name="u239">
            <a:extLst xmlns:a="http://schemas.openxmlformats.org/drawingml/2006/main">
              <a:ext uri="{FF2B5EF4-FFF2-40B4-BE49-F238E27FC236}">
                <a16:creationId xmlns:a16="http://schemas.microsoft.com/office/drawing/2014/main" id="{FC1F998D-D482-4C37-8145-6D0753FD9BD5}"/>
              </a:ext>
            </a:extLst>
          </p:cNvPr>
          <p:cNvSpPr>
            <a:spLocks xmlns:a="http://schemas.openxmlformats.org/drawingml/2006/main" noGrp="1"/>
          </p:cNvSpPr>
          <p:nvPr/>
        </p:nvSpPr>
        <p:spPr>
          <a:xfrm xmlns:a="http://schemas.openxmlformats.org/drawingml/2006/main">
            <a:off x="5143500" y="104489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2" name="u240">
            <a:extLst xmlns:a="http://schemas.openxmlformats.org/drawingml/2006/main">
              <a:ext uri="{FF2B5EF4-FFF2-40B4-BE49-F238E27FC236}">
                <a16:creationId xmlns:a16="http://schemas.microsoft.com/office/drawing/2014/main" id="{FDAB2B6A-9328-4D32-B7BF-4283C7368E9C}"/>
              </a:ext>
            </a:extLst>
          </p:cNvPr>
          <p:cNvSpPr>
            <a:spLocks xmlns:a="http://schemas.openxmlformats.org/drawingml/2006/main" noGrp="1"/>
          </p:cNvSpPr>
          <p:nvPr/>
        </p:nvSpPr>
        <p:spPr>
          <a:xfrm xmlns:a="http://schemas.openxmlformats.org/drawingml/2006/main">
            <a:off x="5143500" y="10858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9" name=""/>
          <p:cNvCxnSpPr>
            <a:stCxn xmlns:a="http://schemas.openxmlformats.org/drawingml/2006/main" id="31" idx="4"/>
            <a:endCxn xmlns:a="http://schemas.openxmlformats.org/drawingml/2006/main" id="32" idx="0"/>
          </p:cNvCxnSpPr>
          <p:nvPr/>
        </p:nvCxnSpPr>
        <p:spPr>
          <a:xfrm xmlns:a="http://schemas.openxmlformats.org/drawingml/2006/main">
            <a:off x="5143977" y="10449878"/>
            <a:ext cx="0" cy="40862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34" name="u241">
            <a:extLst xmlns:a="http://schemas.openxmlformats.org/drawingml/2006/main">
              <a:ext uri="{FF2B5EF4-FFF2-40B4-BE49-F238E27FC236}">
                <a16:creationId xmlns:a16="http://schemas.microsoft.com/office/drawing/2014/main" id="{E608B8C8-21B9-4550-AC61-227AFBDEB502}"/>
              </a:ext>
            </a:extLst>
          </p:cNvPr>
          <p:cNvSpPr>
            <a:spLocks xmlns:a="http://schemas.openxmlformats.org/drawingml/2006/main" noGrp="1"/>
          </p:cNvSpPr>
          <p:nvPr/>
        </p:nvSpPr>
        <p:spPr>
          <a:xfrm xmlns:a="http://schemas.openxmlformats.org/drawingml/2006/main">
            <a:off x="5314950" y="10544175"/>
            <a:ext cx="409575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087F8C"/>
                </a:solidFill>
                <a:latin typeface="DejaVu Sans"/>
                <a:ea typeface="DejaVu Sans"/>
                <a:cs typeface="DejaVu Sans"/>
              </a:defRPr>
            </a:pPr>
            <a:r>
              <a:rPr sz="1800" b="0">
                <a:solidFill>
                  <a:srgbClr val="087F8C"/>
                </a:solidFill>
                <a:latin typeface="DejaVu Sans"/>
                <a:ea typeface="DejaVu Sans"/>
                <a:cs typeface="DejaVu Sans"/>
              </a:rPr>
              <a:t>featurePrint(for:)</a:t>
            </a:r>
          </a:p>
        </p:txBody>
      </p:sp>
      <p:sp>
        <p:nvSpPr>
          <p:cNvPr id="35" name="u242">
            <a:extLst xmlns:a="http://schemas.openxmlformats.org/drawingml/2006/main">
              <a:ext uri="{FF2B5EF4-FFF2-40B4-BE49-F238E27FC236}">
                <a16:creationId xmlns:a16="http://schemas.microsoft.com/office/drawing/2014/main" id="{484EB4AE-FDA7-4B83-83F7-D36947DDADB3}"/>
              </a:ext>
            </a:extLst>
          </p:cNvPr>
          <p:cNvSpPr>
            <a:spLocks xmlns:a="http://schemas.openxmlformats.org/drawingml/2006/main" noGrp="1"/>
          </p:cNvSpPr>
          <p:nvPr/>
        </p:nvSpPr>
        <p:spPr>
          <a:xfrm xmlns:a="http://schemas.openxmlformats.org/drawingml/2006/main">
            <a:off x="2047875" y="11144250"/>
            <a:ext cx="6191250" cy="695325"/>
          </a:xfrm>
          <a:prstGeom xmlns:a="http://schemas.openxmlformats.org/drawingml/2006/main" prst="roundRect">
            <a:avLst>
              <a:gd name="adj" fmla="val 10959"/>
            </a:avLst>
          </a:prstGeom>
          <a:solidFill xmlns:a="http://schemas.openxmlformats.org/drawingml/2006/main">
            <a:srgbClr val="FFFFFF"/>
          </a:solidFill>
          <a:ln xmlns:a="http://schemas.openxmlformats.org/drawingml/2006/main" w="19050">
            <a:solidFill>
              <a:srgbClr val="087F8C"/>
            </a:solidFill>
            <a:prstDash val="solid"/>
          </a:ln>
        </p:spPr>
      </p:sp>
      <p:sp>
        <p:nvSpPr>
          <p:cNvPr id="36" name="u243">
            <a:extLst xmlns:a="http://schemas.openxmlformats.org/drawingml/2006/main">
              <a:ext uri="{FF2B5EF4-FFF2-40B4-BE49-F238E27FC236}">
                <a16:creationId xmlns:a16="http://schemas.microsoft.com/office/drawing/2014/main" id="{26382051-458C-48E5-998F-2BC2F19EE435}"/>
              </a:ext>
            </a:extLst>
          </p:cNvPr>
          <p:cNvSpPr>
            <a:spLocks xmlns:a="http://schemas.openxmlformats.org/drawingml/2006/main" noGrp="1"/>
          </p:cNvSpPr>
          <p:nvPr/>
        </p:nvSpPr>
        <p:spPr>
          <a:xfrm xmlns:a="http://schemas.openxmlformats.org/drawingml/2006/main">
            <a:off x="2219325" y="11220450"/>
            <a:ext cx="5848350" cy="5429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Cache TargetDescriptor.feature</a:t>
            </a:r>
          </a:p>
        </p:txBody>
      </p:sp>
    </p:spTree>
    <p:extLst>
      <p:ext uri="{BB962C8B-B14F-4D97-AF65-F5344CB8AC3E}">
        <p14:creationId xmlns:p14="http://schemas.microsoft.com/office/powerpoint/2010/main" val="1966079014"/>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7" name="u244">
            <a:extLst xmlns:a="http://schemas.openxmlformats.org/drawingml/2006/main">
              <a:ext uri="{FF2B5EF4-FFF2-40B4-BE49-F238E27FC236}">
                <a16:creationId xmlns:a16="http://schemas.microsoft.com/office/drawing/2014/main" id="{1764DCEA-EC1D-4ECA-8B5F-24AA4A6E36EB}"/>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ARTIFACTS AND ACTIVITY</a:t>
            </a:r>
          </a:p>
        </p:txBody>
      </p:sp>
      <p:sp>
        <p:nvSpPr>
          <p:cNvPr id="2" name="u245">
            <a:extLst xmlns:a="http://schemas.openxmlformats.org/drawingml/2006/main">
              <a:ext uri="{FF2B5EF4-FFF2-40B4-BE49-F238E27FC236}">
                <a16:creationId xmlns:a16="http://schemas.microsoft.com/office/drawing/2014/main" id="{1086D095-1237-442D-AA0B-5D48DE31082E}"/>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Video becomes sampled work</a:t>
            </a:r>
          </a:p>
        </p:txBody>
      </p:sp>
      <p:sp>
        <p:nvSpPr>
          <p:cNvPr id="3" name="u246">
            <a:extLst xmlns:a="http://schemas.openxmlformats.org/drawingml/2006/main">
              <a:ext uri="{FF2B5EF4-FFF2-40B4-BE49-F238E27FC236}">
                <a16:creationId xmlns:a16="http://schemas.microsoft.com/office/drawing/2014/main" id="{D860B269-0DA4-46E2-9C02-3C29389F418C}"/>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Timestamps identify frames. Sample slots identify eligible observations.</a:t>
            </a:r>
          </a:p>
        </p:txBody>
      </p:sp>
      <p:sp>
        <p:nvSpPr>
          <p:cNvPr id="4" name="u247">
            <a:extLst xmlns:a="http://schemas.openxmlformats.org/drawingml/2006/main">
              <a:ext uri="{FF2B5EF4-FFF2-40B4-BE49-F238E27FC236}">
                <a16:creationId xmlns:a16="http://schemas.microsoft.com/office/drawing/2014/main" id="{B254EACF-B5C7-4DA6-9880-C93B428DFB98}"/>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248">
            <a:extLst xmlns:a="http://schemas.openxmlformats.org/drawingml/2006/main">
              <a:ext uri="{FF2B5EF4-FFF2-40B4-BE49-F238E27FC236}">
                <a16:creationId xmlns:a16="http://schemas.microsoft.com/office/drawing/2014/main" id="{96AF0FE2-939F-4FD0-B462-B590355D5721}"/>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2"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249">
            <a:extLst xmlns:a="http://schemas.openxmlformats.org/drawingml/2006/main">
              <a:ext uri="{FF2B5EF4-FFF2-40B4-BE49-F238E27FC236}">
                <a16:creationId xmlns:a16="http://schemas.microsoft.com/office/drawing/2014/main" id="{04C03B89-FC04-481E-AC5C-4822F09EF0E3}"/>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250">
            <a:extLst xmlns:a="http://schemas.openxmlformats.org/drawingml/2006/main">
              <a:ext uri="{FF2B5EF4-FFF2-40B4-BE49-F238E27FC236}">
                <a16:creationId xmlns:a16="http://schemas.microsoft.com/office/drawing/2014/main" id="{A495BE05-BDED-4EAE-ABAE-4FAA366C391C}"/>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10</a:t>
            </a:r>
          </a:p>
        </p:txBody>
      </p:sp>
      <p:sp>
        <p:nvSpPr>
          <p:cNvPr id="9" name="u251">
            <a:extLst xmlns:a="http://schemas.openxmlformats.org/drawingml/2006/main">
              <a:ext uri="{FF2B5EF4-FFF2-40B4-BE49-F238E27FC236}">
                <a16:creationId xmlns:a16="http://schemas.microsoft.com/office/drawing/2014/main" id="{EA5001A8-C776-47F7-99D4-5C3512DCDA08}"/>
              </a:ext>
            </a:extLst>
          </p:cNvPr>
          <p:cNvSpPr>
            <a:spLocks xmlns:a="http://schemas.openxmlformats.org/drawingml/2006/main" noGrp="1"/>
          </p:cNvSpPr>
          <p:nvPr/>
        </p:nvSpPr>
        <p:spPr>
          <a:xfrm xmlns:a="http://schemas.openxmlformats.org/drawingml/2006/main">
            <a:off x="647700" y="3333750"/>
            <a:ext cx="9048750" cy="4191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087F8C"/>
                </a:solidFill>
                <a:latin typeface="DejaVu Sans"/>
                <a:ea typeface="DejaVu Sans"/>
                <a:cs typeface="DejaVu Sans"/>
              </a:defRPr>
            </a:pPr>
            <a:r>
              <a:rPr sz="1800" b="1">
                <a:solidFill>
                  <a:srgbClr val="087F8C"/>
                </a:solidFill>
                <a:latin typeface="DejaVu Sans"/>
                <a:ea typeface="DejaVu Sans"/>
                <a:cs typeface="DejaVu Sans"/>
              </a:rPr>
              <a:t>Sources/AIShopVision/VideoFixtureFrameStream/</a:t>
            </a:r>
          </a:p>
        </p:txBody>
      </p:sp>
      <p:sp>
        <p:nvSpPr>
          <p:cNvPr id="10" name="u252">
            <a:extLst xmlns:a="http://schemas.openxmlformats.org/drawingml/2006/main">
              <a:ext uri="{FF2B5EF4-FFF2-40B4-BE49-F238E27FC236}">
                <a16:creationId xmlns:a16="http://schemas.microsoft.com/office/drawing/2014/main" id="{9DD837B0-02D5-44BC-8CD2-11660F093B74}"/>
              </a:ext>
            </a:extLst>
          </p:cNvPr>
          <p:cNvSpPr>
            <a:spLocks xmlns:a="http://schemas.openxmlformats.org/drawingml/2006/main" noGrp="1"/>
          </p:cNvSpPr>
          <p:nvPr/>
        </p:nvSpPr>
        <p:spPr>
          <a:xfrm xmlns:a="http://schemas.openxmlformats.org/drawingml/2006/main">
            <a:off x="742950" y="3905250"/>
            <a:ext cx="880110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1" name="u253">
            <a:extLst xmlns:a="http://schemas.openxmlformats.org/drawingml/2006/main">
              <a:ext uri="{FF2B5EF4-FFF2-40B4-BE49-F238E27FC236}">
                <a16:creationId xmlns:a16="http://schemas.microsoft.com/office/drawing/2014/main" id="{88C97839-BCD1-4650-BFA9-06FA756227EC}"/>
              </a:ext>
            </a:extLst>
          </p:cNvPr>
          <p:cNvSpPr>
            <a:spLocks xmlns:a="http://schemas.openxmlformats.org/drawingml/2006/main" noGrp="1"/>
          </p:cNvSpPr>
          <p:nvPr/>
        </p:nvSpPr>
        <p:spPr>
          <a:xfrm xmlns:a="http://schemas.openxmlformats.org/drawingml/2006/main">
            <a:off x="876300" y="3981450"/>
            <a:ext cx="85344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2" name="u254">
            <a:extLst xmlns:a="http://schemas.openxmlformats.org/drawingml/2006/main">
              <a:ext uri="{FF2B5EF4-FFF2-40B4-BE49-F238E27FC236}">
                <a16:creationId xmlns:a16="http://schemas.microsoft.com/office/drawing/2014/main" id="{C1C1F663-4176-4D52-9630-5AE64C9D6206}"/>
              </a:ext>
            </a:extLst>
          </p:cNvPr>
          <p:cNvSpPr>
            <a:spLocks xmlns:a="http://schemas.openxmlformats.org/drawingml/2006/main" noGrp="1"/>
          </p:cNvSpPr>
          <p:nvPr/>
        </p:nvSpPr>
        <p:spPr>
          <a:xfrm xmlns:a="http://schemas.openxmlformats.org/drawingml/2006/main">
            <a:off x="876300" y="4238625"/>
            <a:ext cx="85344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4dbe9081f5e6477a"/>
              </a:rPr>
              <a:t>FrameStream.swift</a:t>
            </a:r>
          </a:p>
        </p:txBody>
      </p:sp>
      <p:sp>
        <p:nvSpPr>
          <p:cNvPr id="13" name="u255">
            <a:extLst xmlns:a="http://schemas.openxmlformats.org/drawingml/2006/main">
              <a:ext uri="{FF2B5EF4-FFF2-40B4-BE49-F238E27FC236}">
                <a16:creationId xmlns:a16="http://schemas.microsoft.com/office/drawing/2014/main" id="{49D88CD1-26D0-4F0C-8ECD-D26532E39286}"/>
              </a:ext>
            </a:extLst>
          </p:cNvPr>
          <p:cNvSpPr>
            <a:spLocks xmlns:a="http://schemas.openxmlformats.org/drawingml/2006/main" noGrp="1"/>
          </p:cNvSpPr>
          <p:nvPr/>
        </p:nvSpPr>
        <p:spPr>
          <a:xfrm xmlns:a="http://schemas.openxmlformats.org/drawingml/2006/main">
            <a:off x="876300" y="4572000"/>
            <a:ext cx="853440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Producer contract, frame data, events, and summary</a:t>
            </a:r>
          </a:p>
        </p:txBody>
      </p:sp>
      <p:sp>
        <p:nvSpPr>
          <p:cNvPr id="14" name="u256">
            <a:extLst xmlns:a="http://schemas.openxmlformats.org/drawingml/2006/main">
              <a:ext uri="{FF2B5EF4-FFF2-40B4-BE49-F238E27FC236}">
                <a16:creationId xmlns:a16="http://schemas.microsoft.com/office/drawing/2014/main" id="{4EB9B050-FA0B-40E7-B413-736425062216}"/>
              </a:ext>
            </a:extLst>
          </p:cNvPr>
          <p:cNvSpPr>
            <a:spLocks xmlns:a="http://schemas.openxmlformats.org/drawingml/2006/main" noGrp="1"/>
          </p:cNvSpPr>
          <p:nvPr/>
        </p:nvSpPr>
        <p:spPr>
          <a:xfrm xmlns:a="http://schemas.openxmlformats.org/drawingml/2006/main">
            <a:off x="876300" y="4819650"/>
            <a:ext cx="85344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FrameStream / VideoFrame</a:t>
            </a:r>
          </a:p>
        </p:txBody>
      </p:sp>
      <p:sp>
        <p:nvSpPr>
          <p:cNvPr id="15" name="u257">
            <a:extLst xmlns:a="http://schemas.openxmlformats.org/drawingml/2006/main">
              <a:ext uri="{FF2B5EF4-FFF2-40B4-BE49-F238E27FC236}">
                <a16:creationId xmlns:a16="http://schemas.microsoft.com/office/drawing/2014/main" id="{A550554D-5969-45B2-A7F6-2E9D5CA9F1BC}"/>
              </a:ext>
            </a:extLst>
          </p:cNvPr>
          <p:cNvSpPr>
            <a:spLocks xmlns:a="http://schemas.openxmlformats.org/drawingml/2006/main" noGrp="1"/>
          </p:cNvSpPr>
          <p:nvPr/>
        </p:nvSpPr>
        <p:spPr>
          <a:xfrm xmlns:a="http://schemas.openxmlformats.org/drawingml/2006/main">
            <a:off x="742950" y="5219700"/>
            <a:ext cx="880110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6" name="u258">
            <a:extLst xmlns:a="http://schemas.openxmlformats.org/drawingml/2006/main">
              <a:ext uri="{FF2B5EF4-FFF2-40B4-BE49-F238E27FC236}">
                <a16:creationId xmlns:a16="http://schemas.microsoft.com/office/drawing/2014/main" id="{0891415A-498E-4A98-9F38-B8544AE85562}"/>
              </a:ext>
            </a:extLst>
          </p:cNvPr>
          <p:cNvSpPr>
            <a:spLocks xmlns:a="http://schemas.openxmlformats.org/drawingml/2006/main" noGrp="1"/>
          </p:cNvSpPr>
          <p:nvPr/>
        </p:nvSpPr>
        <p:spPr>
          <a:xfrm xmlns:a="http://schemas.openxmlformats.org/drawingml/2006/main">
            <a:off x="876300" y="5295900"/>
            <a:ext cx="85344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7" name="u259">
            <a:extLst xmlns:a="http://schemas.openxmlformats.org/drawingml/2006/main">
              <a:ext uri="{FF2B5EF4-FFF2-40B4-BE49-F238E27FC236}">
                <a16:creationId xmlns:a16="http://schemas.microsoft.com/office/drawing/2014/main" id="{DBA12EDB-C42E-433D-B88D-FFED1E47662C}"/>
              </a:ext>
            </a:extLst>
          </p:cNvPr>
          <p:cNvSpPr>
            <a:spLocks xmlns:a="http://schemas.openxmlformats.org/drawingml/2006/main" noGrp="1"/>
          </p:cNvSpPr>
          <p:nvPr/>
        </p:nvSpPr>
        <p:spPr>
          <a:xfrm xmlns:a="http://schemas.openxmlformats.org/drawingml/2006/main">
            <a:off x="876300" y="5553075"/>
            <a:ext cx="85344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55f87c0f34b14ba7"/>
              </a:rPr>
              <a:t>VideoFixtureFrameStream.swift</a:t>
            </a:r>
          </a:p>
        </p:txBody>
      </p:sp>
      <p:sp>
        <p:nvSpPr>
          <p:cNvPr id="18" name="u260">
            <a:extLst xmlns:a="http://schemas.openxmlformats.org/drawingml/2006/main">
              <a:ext uri="{FF2B5EF4-FFF2-40B4-BE49-F238E27FC236}">
                <a16:creationId xmlns:a16="http://schemas.microsoft.com/office/drawing/2014/main" id="{9B90D028-2F2F-4FF2-B7A9-58FE490A2B9F}"/>
              </a:ext>
            </a:extLst>
          </p:cNvPr>
          <p:cNvSpPr>
            <a:spLocks xmlns:a="http://schemas.openxmlformats.org/drawingml/2006/main" noGrp="1"/>
          </p:cNvSpPr>
          <p:nvPr/>
        </p:nvSpPr>
        <p:spPr>
          <a:xfrm xmlns:a="http://schemas.openxmlformats.org/drawingml/2006/main">
            <a:off x="876300" y="5886450"/>
            <a:ext cx="853440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Incremental AVFoundation decoding and replay</a:t>
            </a:r>
          </a:p>
        </p:txBody>
      </p:sp>
      <p:sp>
        <p:nvSpPr>
          <p:cNvPr id="19" name="u261">
            <a:extLst xmlns:a="http://schemas.openxmlformats.org/drawingml/2006/main">
              <a:ext uri="{FF2B5EF4-FFF2-40B4-BE49-F238E27FC236}">
                <a16:creationId xmlns:a16="http://schemas.microsoft.com/office/drawing/2014/main" id="{A05C1A49-1330-47DC-A265-4657E5B3004D}"/>
              </a:ext>
            </a:extLst>
          </p:cNvPr>
          <p:cNvSpPr>
            <a:spLocks xmlns:a="http://schemas.openxmlformats.org/drawingml/2006/main" noGrp="1"/>
          </p:cNvSpPr>
          <p:nvPr/>
        </p:nvSpPr>
        <p:spPr>
          <a:xfrm xmlns:a="http://schemas.openxmlformats.org/drawingml/2006/main">
            <a:off x="876300" y="6134100"/>
            <a:ext cx="85344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run(observer:consume:)</a:t>
            </a:r>
          </a:p>
        </p:txBody>
      </p:sp>
      <p:sp>
        <p:nvSpPr>
          <p:cNvPr id="20" name="u262">
            <a:extLst xmlns:a="http://schemas.openxmlformats.org/drawingml/2006/main">
              <a:ext uri="{FF2B5EF4-FFF2-40B4-BE49-F238E27FC236}">
                <a16:creationId xmlns:a16="http://schemas.microsoft.com/office/drawing/2014/main" id="{9D1F8222-71B1-48E7-92DF-FD18C6354391}"/>
              </a:ext>
            </a:extLst>
          </p:cNvPr>
          <p:cNvSpPr>
            <a:spLocks xmlns:a="http://schemas.openxmlformats.org/drawingml/2006/main" noGrp="1"/>
          </p:cNvSpPr>
          <p:nvPr/>
        </p:nvSpPr>
        <p:spPr>
          <a:xfrm xmlns:a="http://schemas.openxmlformats.org/drawingml/2006/main">
            <a:off x="5029200" y="6915150"/>
            <a:ext cx="228600" cy="228600"/>
          </a:xfrm>
          <a:prstGeom xmlns:a="http://schemas.openxmlformats.org/drawingml/2006/main" prst="ellipse">
            <a:avLst/>
          </a:prstGeom>
          <a:solidFill xmlns:a="http://schemas.openxmlformats.org/drawingml/2006/main">
            <a:srgbClr val="172A3A"/>
          </a:solidFill>
          <a:ln xmlns:a="http://schemas.openxmlformats.org/drawingml/2006/main" w="9525">
            <a:noFill/>
            <a:prstDash val="solid"/>
          </a:ln>
        </p:spPr>
      </p:sp>
      <p:sp>
        <p:nvSpPr>
          <p:cNvPr id="21" name="u263">
            <a:extLst xmlns:a="http://schemas.openxmlformats.org/drawingml/2006/main">
              <a:ext uri="{FF2B5EF4-FFF2-40B4-BE49-F238E27FC236}">
                <a16:creationId xmlns:a16="http://schemas.microsoft.com/office/drawing/2014/main" id="{75BC07EA-EBB9-4659-ABB8-042E109D60FA}"/>
              </a:ext>
            </a:extLst>
          </p:cNvPr>
          <p:cNvSpPr>
            <a:spLocks xmlns:a="http://schemas.openxmlformats.org/drawingml/2006/main" noGrp="1"/>
          </p:cNvSpPr>
          <p:nvPr/>
        </p:nvSpPr>
        <p:spPr>
          <a:xfrm xmlns:a="http://schemas.openxmlformats.org/drawingml/2006/main">
            <a:off x="5143500" y="71628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2" name="u264">
            <a:extLst xmlns:a="http://schemas.openxmlformats.org/drawingml/2006/main">
              <a:ext uri="{FF2B5EF4-FFF2-40B4-BE49-F238E27FC236}">
                <a16:creationId xmlns:a16="http://schemas.microsoft.com/office/drawing/2014/main" id="{0508840A-BE64-41E2-8E6D-64C797FF6634}"/>
              </a:ext>
            </a:extLst>
          </p:cNvPr>
          <p:cNvSpPr>
            <a:spLocks xmlns:a="http://schemas.openxmlformats.org/drawingml/2006/main" noGrp="1"/>
          </p:cNvSpPr>
          <p:nvPr/>
        </p:nvSpPr>
        <p:spPr>
          <a:xfrm xmlns:a="http://schemas.openxmlformats.org/drawingml/2006/main">
            <a:off x="5143500" y="75723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9" name=""/>
          <p:cNvCxnSpPr>
            <a:stCxn xmlns:a="http://schemas.openxmlformats.org/drawingml/2006/main" id="21" idx="4"/>
            <a:endCxn xmlns:a="http://schemas.openxmlformats.org/drawingml/2006/main" id="22" idx="0"/>
          </p:cNvCxnSpPr>
          <p:nvPr/>
        </p:nvCxnSpPr>
        <p:spPr>
          <a:xfrm xmlns:a="http://schemas.openxmlformats.org/drawingml/2006/main">
            <a:off x="5143977" y="7163753"/>
            <a:ext cx="0" cy="40862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24" name="u265">
            <a:extLst xmlns:a="http://schemas.openxmlformats.org/drawingml/2006/main">
              <a:ext uri="{FF2B5EF4-FFF2-40B4-BE49-F238E27FC236}">
                <a16:creationId xmlns:a16="http://schemas.microsoft.com/office/drawing/2014/main" id="{8B3DCBC9-8867-480A-86C4-79260364A428}"/>
              </a:ext>
            </a:extLst>
          </p:cNvPr>
          <p:cNvSpPr>
            <a:spLocks xmlns:a="http://schemas.openxmlformats.org/drawingml/2006/main" noGrp="1"/>
          </p:cNvSpPr>
          <p:nvPr/>
        </p:nvSpPr>
        <p:spPr>
          <a:xfrm xmlns:a="http://schemas.openxmlformats.org/drawingml/2006/main">
            <a:off x="1905000" y="7591425"/>
            <a:ext cx="6477000" cy="790575"/>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19050">
            <a:solidFill>
              <a:srgbClr val="087F8C"/>
            </a:solidFill>
            <a:prstDash val="solid"/>
          </a:ln>
        </p:spPr>
      </p:sp>
      <p:sp>
        <p:nvSpPr>
          <p:cNvPr id="25" name="u266">
            <a:extLst xmlns:a="http://schemas.openxmlformats.org/drawingml/2006/main">
              <a:ext uri="{FF2B5EF4-FFF2-40B4-BE49-F238E27FC236}">
                <a16:creationId xmlns:a16="http://schemas.microsoft.com/office/drawing/2014/main" id="{6FCBC53D-EE9D-474D-9DF1-0ABE8089B252}"/>
              </a:ext>
            </a:extLst>
          </p:cNvPr>
          <p:cNvSpPr>
            <a:spLocks xmlns:a="http://schemas.openxmlformats.org/drawingml/2006/main" noGrp="1"/>
          </p:cNvSpPr>
          <p:nvPr/>
        </p:nvSpPr>
        <p:spPr>
          <a:xfrm xmlns:a="http://schemas.openxmlformats.org/drawingml/2006/main">
            <a:off x="2076450" y="7667625"/>
            <a:ext cx="6134100" cy="6381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Decode a frame with its original timestamp</a:t>
            </a:r>
          </a:p>
        </p:txBody>
      </p:sp>
      <p:sp>
        <p:nvSpPr>
          <p:cNvPr id="26" name="u267">
            <a:extLst xmlns:a="http://schemas.openxmlformats.org/drawingml/2006/main">
              <a:ext uri="{FF2B5EF4-FFF2-40B4-BE49-F238E27FC236}">
                <a16:creationId xmlns:a16="http://schemas.microsoft.com/office/drawing/2014/main" id="{64F21BA9-40A7-49C1-8C6A-BBC85A0A85A4}"/>
              </a:ext>
            </a:extLst>
          </p:cNvPr>
          <p:cNvSpPr>
            <a:spLocks xmlns:a="http://schemas.openxmlformats.org/drawingml/2006/main" noGrp="1"/>
          </p:cNvSpPr>
          <p:nvPr/>
        </p:nvSpPr>
        <p:spPr>
          <a:xfrm xmlns:a="http://schemas.openxmlformats.org/drawingml/2006/main">
            <a:off x="5143500" y="8382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7" name="u268">
            <a:extLst xmlns:a="http://schemas.openxmlformats.org/drawingml/2006/main">
              <a:ext uri="{FF2B5EF4-FFF2-40B4-BE49-F238E27FC236}">
                <a16:creationId xmlns:a16="http://schemas.microsoft.com/office/drawing/2014/main" id="{14647C31-9C57-4AC7-B427-09C7827D4D76}"/>
              </a:ext>
            </a:extLst>
          </p:cNvPr>
          <p:cNvSpPr>
            <a:spLocks xmlns:a="http://schemas.openxmlformats.org/drawingml/2006/main" noGrp="1"/>
          </p:cNvSpPr>
          <p:nvPr/>
        </p:nvSpPr>
        <p:spPr>
          <a:xfrm xmlns:a="http://schemas.openxmlformats.org/drawingml/2006/main">
            <a:off x="5143500" y="8867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4" name=""/>
          <p:cNvCxnSpPr>
            <a:stCxn xmlns:a="http://schemas.openxmlformats.org/drawingml/2006/main" id="26" idx="4"/>
            <a:endCxn xmlns:a="http://schemas.openxmlformats.org/drawingml/2006/main" id="27" idx="0"/>
          </p:cNvCxnSpPr>
          <p:nvPr/>
        </p:nvCxnSpPr>
        <p:spPr>
          <a:xfrm xmlns:a="http://schemas.openxmlformats.org/drawingml/2006/main">
            <a:off x="5143977" y="8382953"/>
            <a:ext cx="0" cy="48482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29" name="u269">
            <a:extLst xmlns:a="http://schemas.openxmlformats.org/drawingml/2006/main">
              <a:ext uri="{FF2B5EF4-FFF2-40B4-BE49-F238E27FC236}">
                <a16:creationId xmlns:a16="http://schemas.microsoft.com/office/drawing/2014/main" id="{3265B3C1-C335-4BC7-A9B2-2C7184008CE9}"/>
              </a:ext>
            </a:extLst>
          </p:cNvPr>
          <p:cNvSpPr>
            <a:spLocks xmlns:a="http://schemas.openxmlformats.org/drawingml/2006/main" noGrp="1"/>
          </p:cNvSpPr>
          <p:nvPr/>
        </p:nvSpPr>
        <p:spPr>
          <a:xfrm xmlns:a="http://schemas.openxmlformats.org/drawingml/2006/main">
            <a:off x="1905000" y="8896350"/>
            <a:ext cx="6477000" cy="790575"/>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19050">
            <a:solidFill>
              <a:srgbClr val="087F8C"/>
            </a:solidFill>
            <a:prstDash val="solid"/>
          </a:ln>
        </p:spPr>
      </p:sp>
      <p:sp>
        <p:nvSpPr>
          <p:cNvPr id="30" name="u270">
            <a:extLst xmlns:a="http://schemas.openxmlformats.org/drawingml/2006/main">
              <a:ext uri="{FF2B5EF4-FFF2-40B4-BE49-F238E27FC236}">
                <a16:creationId xmlns:a16="http://schemas.microsoft.com/office/drawing/2014/main" id="{30146E78-2C55-4CF9-9A21-7E1BD2B13161}"/>
              </a:ext>
            </a:extLst>
          </p:cNvPr>
          <p:cNvSpPr>
            <a:spLocks xmlns:a="http://schemas.openxmlformats.org/drawingml/2006/main" noGrp="1"/>
          </p:cNvSpPr>
          <p:nvPr/>
        </p:nvSpPr>
        <p:spPr>
          <a:xfrm xmlns:a="http://schemas.openxmlformats.org/drawingml/2006/main">
            <a:off x="2076450" y="8972550"/>
            <a:ext cx="6134100" cy="6381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Select an eligible sample slot at 2 FPS</a:t>
            </a:r>
          </a:p>
        </p:txBody>
      </p:sp>
      <p:sp>
        <p:nvSpPr>
          <p:cNvPr id="31" name="u271">
            <a:extLst xmlns:a="http://schemas.openxmlformats.org/drawingml/2006/main">
              <a:ext uri="{FF2B5EF4-FFF2-40B4-BE49-F238E27FC236}">
                <a16:creationId xmlns:a16="http://schemas.microsoft.com/office/drawing/2014/main" id="{9DB21E26-9F9B-4302-BFB5-329EE43BE954}"/>
              </a:ext>
            </a:extLst>
          </p:cNvPr>
          <p:cNvSpPr>
            <a:spLocks xmlns:a="http://schemas.openxmlformats.org/drawingml/2006/main" noGrp="1"/>
          </p:cNvSpPr>
          <p:nvPr/>
        </p:nvSpPr>
        <p:spPr>
          <a:xfrm xmlns:a="http://schemas.openxmlformats.org/drawingml/2006/main">
            <a:off x="5143500" y="96964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2" name="u272">
            <a:extLst xmlns:a="http://schemas.openxmlformats.org/drawingml/2006/main">
              <a:ext uri="{FF2B5EF4-FFF2-40B4-BE49-F238E27FC236}">
                <a16:creationId xmlns:a16="http://schemas.microsoft.com/office/drawing/2014/main" id="{547F07E1-FED7-4582-9B3F-44E9C03B6785}"/>
              </a:ext>
            </a:extLst>
          </p:cNvPr>
          <p:cNvSpPr>
            <a:spLocks xmlns:a="http://schemas.openxmlformats.org/drawingml/2006/main" noGrp="1"/>
          </p:cNvSpPr>
          <p:nvPr/>
        </p:nvSpPr>
        <p:spPr>
          <a:xfrm xmlns:a="http://schemas.openxmlformats.org/drawingml/2006/main">
            <a:off x="5143500" y="101822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9" name=""/>
          <p:cNvCxnSpPr>
            <a:stCxn xmlns:a="http://schemas.openxmlformats.org/drawingml/2006/main" id="31" idx="4"/>
            <a:endCxn xmlns:a="http://schemas.openxmlformats.org/drawingml/2006/main" id="32" idx="0"/>
          </p:cNvCxnSpPr>
          <p:nvPr/>
        </p:nvCxnSpPr>
        <p:spPr>
          <a:xfrm xmlns:a="http://schemas.openxmlformats.org/drawingml/2006/main">
            <a:off x="5143977" y="9697403"/>
            <a:ext cx="0" cy="48482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34" name="u273">
            <a:extLst xmlns:a="http://schemas.openxmlformats.org/drawingml/2006/main">
              <a:ext uri="{FF2B5EF4-FFF2-40B4-BE49-F238E27FC236}">
                <a16:creationId xmlns:a16="http://schemas.microsoft.com/office/drawing/2014/main" id="{62A502E9-2648-455E-9C0D-C6A402BEA942}"/>
              </a:ext>
            </a:extLst>
          </p:cNvPr>
          <p:cNvSpPr>
            <a:spLocks xmlns:a="http://schemas.openxmlformats.org/drawingml/2006/main" noGrp="1"/>
          </p:cNvSpPr>
          <p:nvPr/>
        </p:nvSpPr>
        <p:spPr>
          <a:xfrm xmlns:a="http://schemas.openxmlformats.org/drawingml/2006/main">
            <a:off x="1905000" y="10210800"/>
            <a:ext cx="6477000" cy="790575"/>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19050">
            <a:solidFill>
              <a:srgbClr val="087F8C"/>
            </a:solidFill>
            <a:prstDash val="solid"/>
          </a:ln>
        </p:spPr>
      </p:sp>
      <p:sp>
        <p:nvSpPr>
          <p:cNvPr id="35" name="u274">
            <a:extLst xmlns:a="http://schemas.openxmlformats.org/drawingml/2006/main">
              <a:ext uri="{FF2B5EF4-FFF2-40B4-BE49-F238E27FC236}">
                <a16:creationId xmlns:a16="http://schemas.microsoft.com/office/drawing/2014/main" id="{9992F745-FE16-4B53-A67F-D9435BF332C8}"/>
              </a:ext>
            </a:extLst>
          </p:cNvPr>
          <p:cNvSpPr>
            <a:spLocks xmlns:a="http://schemas.openxmlformats.org/drawingml/2006/main" noGrp="1"/>
          </p:cNvSpPr>
          <p:nvPr/>
        </p:nvSpPr>
        <p:spPr>
          <a:xfrm xmlns:a="http://schemas.openxmlformats.org/drawingml/2006/main">
            <a:off x="2076450" y="10287000"/>
            <a:ext cx="6134100" cy="6381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Deliver VideoFrame to the consumer</a:t>
            </a:r>
          </a:p>
        </p:txBody>
      </p:sp>
      <p:sp>
        <p:nvSpPr>
          <p:cNvPr id="36" name="u275">
            <a:extLst xmlns:a="http://schemas.openxmlformats.org/drawingml/2006/main">
              <a:ext uri="{FF2B5EF4-FFF2-40B4-BE49-F238E27FC236}">
                <a16:creationId xmlns:a16="http://schemas.microsoft.com/office/drawing/2014/main" id="{D233446D-7550-49A9-9B3C-A8B4F39D6AF3}"/>
              </a:ext>
            </a:extLst>
          </p:cNvPr>
          <p:cNvSpPr>
            <a:spLocks xmlns:a="http://schemas.openxmlformats.org/drawingml/2006/main" noGrp="1"/>
          </p:cNvSpPr>
          <p:nvPr/>
        </p:nvSpPr>
        <p:spPr>
          <a:xfrm xmlns:a="http://schemas.openxmlformats.org/drawingml/2006/main">
            <a:off x="723900" y="11430000"/>
            <a:ext cx="8924925" cy="619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800" b="0">
                <a:solidFill>
                  <a:srgbClr val="586974"/>
                </a:solidFill>
                <a:latin typeface="DejaVu Sans"/>
                <a:ea typeface="DejaVu Sans"/>
                <a:cs typeface="DejaVu Sans"/>
              </a:defRPr>
            </a:pPr>
            <a:r>
              <a:rPr sz="1800" b="0">
                <a:solidFill>
                  <a:srgbClr val="586974"/>
                </a:solidFill>
                <a:latin typeface="DejaVu Sans"/>
                <a:ea typeface="DejaVu Sans"/>
                <a:cs typeface="DejaVu Sans"/>
              </a:rPr>
              <a:t>frameID = fixtureID + original PTS value / timescale</a:t>
            </a:r>
          </a:p>
        </p:txBody>
      </p:sp>
    </p:spTree>
    <p:extLst>
      <p:ext uri="{BB962C8B-B14F-4D97-AF65-F5344CB8AC3E}">
        <p14:creationId xmlns:p14="http://schemas.microsoft.com/office/powerpoint/2010/main" val="2051338894"/>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5" name="u276">
            <a:extLst xmlns:a="http://schemas.openxmlformats.org/drawingml/2006/main">
              <a:ext uri="{FF2B5EF4-FFF2-40B4-BE49-F238E27FC236}">
                <a16:creationId xmlns:a16="http://schemas.microsoft.com/office/drawing/2014/main" id="{38485B58-1ACB-48A3-9FCB-804FFB7FDD49}"/>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ACTIVITY</a:t>
            </a:r>
          </a:p>
        </p:txBody>
      </p:sp>
      <p:sp>
        <p:nvSpPr>
          <p:cNvPr id="2" name="u277">
            <a:extLst xmlns:a="http://schemas.openxmlformats.org/drawingml/2006/main">
              <a:ext uri="{FF2B5EF4-FFF2-40B4-BE49-F238E27FC236}">
                <a16:creationId xmlns:a16="http://schemas.microsoft.com/office/drawing/2014/main" id="{A8172F09-4A3A-4AC7-ACCC-B6FBD7C224CA}"/>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Replay under load</a:t>
            </a:r>
          </a:p>
        </p:txBody>
      </p:sp>
      <p:sp>
        <p:nvSpPr>
          <p:cNvPr id="3" name="u278">
            <a:extLst xmlns:a="http://schemas.openxmlformats.org/drawingml/2006/main">
              <a:ext uri="{FF2B5EF4-FFF2-40B4-BE49-F238E27FC236}">
                <a16:creationId xmlns:a16="http://schemas.microsoft.com/office/drawing/2014/main" id="{79693A49-B514-41DE-8C86-86B49CB9F63F}"/>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Two execution modes share the sampling contract.</a:t>
            </a:r>
          </a:p>
        </p:txBody>
      </p:sp>
      <p:sp>
        <p:nvSpPr>
          <p:cNvPr id="4" name="u279">
            <a:extLst xmlns:a="http://schemas.openxmlformats.org/drawingml/2006/main">
              <a:ext uri="{FF2B5EF4-FFF2-40B4-BE49-F238E27FC236}">
                <a16:creationId xmlns:a16="http://schemas.microsoft.com/office/drawing/2014/main" id="{90388657-57CA-4916-891A-13121D2330F2}"/>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280">
            <a:extLst xmlns:a="http://schemas.openxmlformats.org/drawingml/2006/main">
              <a:ext uri="{FF2B5EF4-FFF2-40B4-BE49-F238E27FC236}">
                <a16:creationId xmlns:a16="http://schemas.microsoft.com/office/drawing/2014/main" id="{30B0137C-F86D-4B87-AF7D-F1F6245DDB8C}"/>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0"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281">
            <a:extLst xmlns:a="http://schemas.openxmlformats.org/drawingml/2006/main">
              <a:ext uri="{FF2B5EF4-FFF2-40B4-BE49-F238E27FC236}">
                <a16:creationId xmlns:a16="http://schemas.microsoft.com/office/drawing/2014/main" id="{F12E2467-40CA-442F-BAB5-4C67948FFA47}"/>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282">
            <a:extLst xmlns:a="http://schemas.openxmlformats.org/drawingml/2006/main">
              <a:ext uri="{FF2B5EF4-FFF2-40B4-BE49-F238E27FC236}">
                <a16:creationId xmlns:a16="http://schemas.microsoft.com/office/drawing/2014/main" id="{33B87116-78DE-4381-88F5-1E33A208FF66}"/>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11</a:t>
            </a:r>
          </a:p>
        </p:txBody>
      </p:sp>
      <p:sp>
        <p:nvSpPr>
          <p:cNvPr id="9" name="u283">
            <a:extLst xmlns:a="http://schemas.openxmlformats.org/drawingml/2006/main">
              <a:ext uri="{FF2B5EF4-FFF2-40B4-BE49-F238E27FC236}">
                <a16:creationId xmlns:a16="http://schemas.microsoft.com/office/drawing/2014/main" id="{90C29D47-ACBD-4B62-90CC-01D7C4B1D973}"/>
              </a:ext>
            </a:extLst>
          </p:cNvPr>
          <p:cNvSpPr>
            <a:spLocks xmlns:a="http://schemas.openxmlformats.org/drawingml/2006/main" noGrp="1"/>
          </p:cNvSpPr>
          <p:nvPr/>
        </p:nvSpPr>
        <p:spPr>
          <a:xfrm xmlns:a="http://schemas.openxmlformats.org/drawingml/2006/main">
            <a:off x="5029200" y="3305175"/>
            <a:ext cx="228600" cy="228600"/>
          </a:xfrm>
          <a:prstGeom xmlns:a="http://schemas.openxmlformats.org/drawingml/2006/main" prst="ellipse">
            <a:avLst/>
          </a:prstGeom>
          <a:solidFill xmlns:a="http://schemas.openxmlformats.org/drawingml/2006/main">
            <a:srgbClr val="172A3A"/>
          </a:solidFill>
          <a:ln xmlns:a="http://schemas.openxmlformats.org/drawingml/2006/main" w="9525">
            <a:noFill/>
            <a:prstDash val="solid"/>
          </a:ln>
        </p:spPr>
      </p:sp>
      <p:sp>
        <p:nvSpPr>
          <p:cNvPr id="10" name="u284">
            <a:extLst xmlns:a="http://schemas.openxmlformats.org/drawingml/2006/main">
              <a:ext uri="{FF2B5EF4-FFF2-40B4-BE49-F238E27FC236}">
                <a16:creationId xmlns:a16="http://schemas.microsoft.com/office/drawing/2014/main" id="{7EE407C0-8F42-4048-888D-50C62E2B48FA}"/>
              </a:ext>
            </a:extLst>
          </p:cNvPr>
          <p:cNvSpPr>
            <a:spLocks xmlns:a="http://schemas.openxmlformats.org/drawingml/2006/main" noGrp="1"/>
          </p:cNvSpPr>
          <p:nvPr/>
        </p:nvSpPr>
        <p:spPr>
          <a:xfrm xmlns:a="http://schemas.openxmlformats.org/drawingml/2006/main">
            <a:off x="5143500" y="35528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1" name="u285">
            <a:extLst xmlns:a="http://schemas.openxmlformats.org/drawingml/2006/main">
              <a:ext uri="{FF2B5EF4-FFF2-40B4-BE49-F238E27FC236}">
                <a16:creationId xmlns:a16="http://schemas.microsoft.com/office/drawing/2014/main" id="{9BB08EF7-497F-4EDA-A4C3-1C9FA2A44366}"/>
              </a:ext>
            </a:extLst>
          </p:cNvPr>
          <p:cNvSpPr>
            <a:spLocks xmlns:a="http://schemas.openxmlformats.org/drawingml/2006/main" noGrp="1"/>
          </p:cNvSpPr>
          <p:nvPr/>
        </p:nvSpPr>
        <p:spPr>
          <a:xfrm xmlns:a="http://schemas.openxmlformats.org/drawingml/2006/main">
            <a:off x="5143500" y="38481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6" name=""/>
          <p:cNvCxnSpPr>
            <a:stCxn xmlns:a="http://schemas.openxmlformats.org/drawingml/2006/main" id="10" idx="4"/>
            <a:endCxn xmlns:a="http://schemas.openxmlformats.org/drawingml/2006/main" id="11" idx="0"/>
          </p:cNvCxnSpPr>
          <p:nvPr/>
        </p:nvCxnSpPr>
        <p:spPr>
          <a:xfrm xmlns:a="http://schemas.openxmlformats.org/drawingml/2006/main">
            <a:off x="5143977" y="3553778"/>
            <a:ext cx="0" cy="29432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13" name="u286">
            <a:extLst xmlns:a="http://schemas.openxmlformats.org/drawingml/2006/main">
              <a:ext uri="{FF2B5EF4-FFF2-40B4-BE49-F238E27FC236}">
                <a16:creationId xmlns:a16="http://schemas.microsoft.com/office/drawing/2014/main" id="{ADCAE930-4604-4870-AD2E-D7454C1807D7}"/>
              </a:ext>
            </a:extLst>
          </p:cNvPr>
          <p:cNvSpPr>
            <a:spLocks xmlns:a="http://schemas.openxmlformats.org/drawingml/2006/main" noGrp="1"/>
          </p:cNvSpPr>
          <p:nvPr/>
        </p:nvSpPr>
        <p:spPr>
          <a:xfrm xmlns:a="http://schemas.openxmlformats.org/drawingml/2006/main">
            <a:off x="4714875" y="3867150"/>
            <a:ext cx="857250" cy="857250"/>
          </a:xfrm>
          <a:prstGeom xmlns:a="http://schemas.openxmlformats.org/drawingml/2006/main" prst="diamond">
            <a:avLst/>
          </a:prstGeom>
          <a:solidFill xmlns:a="http://schemas.openxmlformats.org/drawingml/2006/main">
            <a:srgbClr val="FFFFFF"/>
          </a:solidFill>
          <a:ln xmlns:a="http://schemas.openxmlformats.org/drawingml/2006/main" w="19050">
            <a:solidFill>
              <a:srgbClr val="172A3A"/>
            </a:solidFill>
            <a:prstDash val="solid"/>
          </a:ln>
        </p:spPr>
      </p:sp>
      <p:sp>
        <p:nvSpPr>
          <p:cNvPr id="14" name="u287">
            <a:extLst xmlns:a="http://schemas.openxmlformats.org/drawingml/2006/main">
              <a:ext uri="{FF2B5EF4-FFF2-40B4-BE49-F238E27FC236}">
                <a16:creationId xmlns:a16="http://schemas.microsoft.com/office/drawing/2014/main" id="{67B86BAA-FB00-45A7-ABC0-18D92F440FD6}"/>
              </a:ext>
            </a:extLst>
          </p:cNvPr>
          <p:cNvSpPr>
            <a:spLocks xmlns:a="http://schemas.openxmlformats.org/drawingml/2006/main" noGrp="1"/>
          </p:cNvSpPr>
          <p:nvPr/>
        </p:nvSpPr>
        <p:spPr>
          <a:xfrm xmlns:a="http://schemas.openxmlformats.org/drawingml/2006/main">
            <a:off x="4714875" y="4295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5" name="u288">
            <a:extLst xmlns:a="http://schemas.openxmlformats.org/drawingml/2006/main">
              <a:ext uri="{FF2B5EF4-FFF2-40B4-BE49-F238E27FC236}">
                <a16:creationId xmlns:a16="http://schemas.microsoft.com/office/drawing/2014/main" id="{6283D867-45A3-46D9-8858-614914A67DBE}"/>
              </a:ext>
            </a:extLst>
          </p:cNvPr>
          <p:cNvSpPr>
            <a:spLocks xmlns:a="http://schemas.openxmlformats.org/drawingml/2006/main" noGrp="1"/>
          </p:cNvSpPr>
          <p:nvPr/>
        </p:nvSpPr>
        <p:spPr>
          <a:xfrm xmlns:a="http://schemas.openxmlformats.org/drawingml/2006/main">
            <a:off x="2676525" y="4295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0" name=""/>
          <p:cNvCxnSpPr>
            <a:stCxn xmlns:a="http://schemas.openxmlformats.org/drawingml/2006/main" id="14" idx="2"/>
            <a:endCxn xmlns:a="http://schemas.openxmlformats.org/drawingml/2006/main" id="15" idx="6"/>
          </p:cNvCxnSpPr>
          <p:nvPr/>
        </p:nvCxnSpPr>
        <p:spPr>
          <a:xfrm xmlns:a="http://schemas.openxmlformats.org/drawingml/2006/main" flipH="1">
            <a:off x="2677478" y="4296252"/>
            <a:ext cx="2037397" cy="0"/>
          </a:xfrm>
          <a:prstGeom xmlns:a="http://schemas.openxmlformats.org/drawingml/2006/main" prst="straightConnector1">
            <a:avLst/>
          </a:prstGeom>
          <a:ln xmlns:a="http://schemas.openxmlformats.org/drawingml/2006/main" w="19050">
            <a:solidFill>
              <a:srgbClr val="346EB3"/>
            </a:solidFill>
            <a:prstDash val="solid"/>
          </a:ln>
        </p:spPr>
      </p:cxnSp>
      <p:sp>
        <p:nvSpPr>
          <p:cNvPr id="17" name="u289">
            <a:extLst xmlns:a="http://schemas.openxmlformats.org/drawingml/2006/main">
              <a:ext uri="{FF2B5EF4-FFF2-40B4-BE49-F238E27FC236}">
                <a16:creationId xmlns:a16="http://schemas.microsoft.com/office/drawing/2014/main" id="{F25671A0-C96C-44C0-8615-1021E5F0233B}"/>
              </a:ext>
            </a:extLst>
          </p:cNvPr>
          <p:cNvSpPr>
            <a:spLocks xmlns:a="http://schemas.openxmlformats.org/drawingml/2006/main" noGrp="1"/>
          </p:cNvSpPr>
          <p:nvPr/>
        </p:nvSpPr>
        <p:spPr>
          <a:xfrm xmlns:a="http://schemas.openxmlformats.org/drawingml/2006/main">
            <a:off x="2676525" y="4295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8" name="u290">
            <a:extLst xmlns:a="http://schemas.openxmlformats.org/drawingml/2006/main">
              <a:ext uri="{FF2B5EF4-FFF2-40B4-BE49-F238E27FC236}">
                <a16:creationId xmlns:a16="http://schemas.microsoft.com/office/drawing/2014/main" id="{055FD608-5E0A-4C2C-B0D3-5DF024ABF844}"/>
              </a:ext>
            </a:extLst>
          </p:cNvPr>
          <p:cNvSpPr>
            <a:spLocks xmlns:a="http://schemas.openxmlformats.org/drawingml/2006/main" noGrp="1"/>
          </p:cNvSpPr>
          <p:nvPr/>
        </p:nvSpPr>
        <p:spPr>
          <a:xfrm xmlns:a="http://schemas.openxmlformats.org/drawingml/2006/main">
            <a:off x="2676525" y="55054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3" name=""/>
          <p:cNvCxnSpPr>
            <a:stCxn xmlns:a="http://schemas.openxmlformats.org/drawingml/2006/main" id="17" idx="4"/>
            <a:endCxn xmlns:a="http://schemas.openxmlformats.org/drawingml/2006/main" id="18" idx="0"/>
          </p:cNvCxnSpPr>
          <p:nvPr/>
        </p:nvCxnSpPr>
        <p:spPr>
          <a:xfrm xmlns:a="http://schemas.openxmlformats.org/drawingml/2006/main">
            <a:off x="2677002" y="4296728"/>
            <a:ext cx="0" cy="1208722"/>
          </a:xfrm>
          <a:prstGeom xmlns:a="http://schemas.openxmlformats.org/drawingml/2006/main" prst="straightConnector1">
            <a:avLst/>
          </a:prstGeom>
          <a:ln xmlns:a="http://schemas.openxmlformats.org/drawingml/2006/main" w="19050">
            <a:solidFill>
              <a:srgbClr val="346EB3"/>
            </a:solidFill>
            <a:prstDash val="solid"/>
            <a:tailEnd type="arrow" w="med" len="med"/>
          </a:ln>
        </p:spPr>
      </p:cxnSp>
      <p:sp>
        <p:nvSpPr>
          <p:cNvPr id="20" name="u291">
            <a:extLst xmlns:a="http://schemas.openxmlformats.org/drawingml/2006/main">
              <a:ext uri="{FF2B5EF4-FFF2-40B4-BE49-F238E27FC236}">
                <a16:creationId xmlns:a16="http://schemas.microsoft.com/office/drawing/2014/main" id="{6B19218F-A063-4E2B-8896-0CA86D3E5CD8}"/>
              </a:ext>
            </a:extLst>
          </p:cNvPr>
          <p:cNvSpPr>
            <a:spLocks xmlns:a="http://schemas.openxmlformats.org/drawingml/2006/main" noGrp="1"/>
          </p:cNvSpPr>
          <p:nvPr/>
        </p:nvSpPr>
        <p:spPr>
          <a:xfrm xmlns:a="http://schemas.openxmlformats.org/drawingml/2006/main">
            <a:off x="666750" y="4762500"/>
            <a:ext cx="3810000" cy="428625"/>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346EB3"/>
                </a:solidFill>
                <a:latin typeface="DejaVu Sans"/>
                <a:ea typeface="DejaVu Sans"/>
                <a:cs typeface="DejaVu Sans"/>
              </a:defRPr>
            </a:pPr>
            <a:r>
              <a:rPr sz="1875" b="0">
                <a:solidFill>
                  <a:srgbClr val="346EB3"/>
                </a:solidFill>
                <a:latin typeface="DejaVu Sans"/>
                <a:ea typeface="DejaVu Sans"/>
                <a:cs typeface="DejaVu Sans"/>
              </a:rPr>
              <a:t>[deterministic]</a:t>
            </a:r>
          </a:p>
        </p:txBody>
      </p:sp>
      <p:sp>
        <p:nvSpPr>
          <p:cNvPr id="21" name="u292">
            <a:extLst xmlns:a="http://schemas.openxmlformats.org/drawingml/2006/main">
              <a:ext uri="{FF2B5EF4-FFF2-40B4-BE49-F238E27FC236}">
                <a16:creationId xmlns:a16="http://schemas.microsoft.com/office/drawing/2014/main" id="{0505C02C-DEC7-4DDE-BC06-C930508C8B8D}"/>
              </a:ext>
            </a:extLst>
          </p:cNvPr>
          <p:cNvSpPr>
            <a:spLocks xmlns:a="http://schemas.openxmlformats.org/drawingml/2006/main" noGrp="1"/>
          </p:cNvSpPr>
          <p:nvPr/>
        </p:nvSpPr>
        <p:spPr>
          <a:xfrm xmlns:a="http://schemas.openxmlformats.org/drawingml/2006/main">
            <a:off x="5572125" y="4295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2" name="u293">
            <a:extLst xmlns:a="http://schemas.openxmlformats.org/drawingml/2006/main">
              <a:ext uri="{FF2B5EF4-FFF2-40B4-BE49-F238E27FC236}">
                <a16:creationId xmlns:a16="http://schemas.microsoft.com/office/drawing/2014/main" id="{FA3B8EDB-B918-477D-AE7A-9BC1E214ED74}"/>
              </a:ext>
            </a:extLst>
          </p:cNvPr>
          <p:cNvSpPr>
            <a:spLocks xmlns:a="http://schemas.openxmlformats.org/drawingml/2006/main" noGrp="1"/>
          </p:cNvSpPr>
          <p:nvPr/>
        </p:nvSpPr>
        <p:spPr>
          <a:xfrm xmlns:a="http://schemas.openxmlformats.org/drawingml/2006/main">
            <a:off x="7515225" y="4295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7" name=""/>
          <p:cNvCxnSpPr>
            <a:stCxn xmlns:a="http://schemas.openxmlformats.org/drawingml/2006/main" id="21" idx="6"/>
            <a:endCxn xmlns:a="http://schemas.openxmlformats.org/drawingml/2006/main" id="22" idx="2"/>
          </p:cNvCxnSpPr>
          <p:nvPr/>
        </p:nvCxnSpPr>
        <p:spPr>
          <a:xfrm xmlns:a="http://schemas.openxmlformats.org/drawingml/2006/main">
            <a:off x="5573078" y="4296252"/>
            <a:ext cx="1942147" cy="0"/>
          </a:xfrm>
          <a:prstGeom xmlns:a="http://schemas.openxmlformats.org/drawingml/2006/main" prst="straightConnector1">
            <a:avLst/>
          </a:prstGeom>
          <a:ln xmlns:a="http://schemas.openxmlformats.org/drawingml/2006/main" w="19050">
            <a:solidFill>
              <a:srgbClr val="087F8C"/>
            </a:solidFill>
            <a:prstDash val="solid"/>
          </a:ln>
        </p:spPr>
      </p:cxnSp>
      <p:sp>
        <p:nvSpPr>
          <p:cNvPr id="24" name="u294">
            <a:extLst xmlns:a="http://schemas.openxmlformats.org/drawingml/2006/main">
              <a:ext uri="{FF2B5EF4-FFF2-40B4-BE49-F238E27FC236}">
                <a16:creationId xmlns:a16="http://schemas.microsoft.com/office/drawing/2014/main" id="{82C6C64C-8F92-465F-AFDD-6F3D733339B6}"/>
              </a:ext>
            </a:extLst>
          </p:cNvPr>
          <p:cNvSpPr>
            <a:spLocks xmlns:a="http://schemas.openxmlformats.org/drawingml/2006/main" noGrp="1"/>
          </p:cNvSpPr>
          <p:nvPr/>
        </p:nvSpPr>
        <p:spPr>
          <a:xfrm xmlns:a="http://schemas.openxmlformats.org/drawingml/2006/main">
            <a:off x="7515225" y="4295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5" name="u295">
            <a:extLst xmlns:a="http://schemas.openxmlformats.org/drawingml/2006/main">
              <a:ext uri="{FF2B5EF4-FFF2-40B4-BE49-F238E27FC236}">
                <a16:creationId xmlns:a16="http://schemas.microsoft.com/office/drawing/2014/main" id="{B330C60C-2F19-48D6-9EDE-8563FDABE074}"/>
              </a:ext>
            </a:extLst>
          </p:cNvPr>
          <p:cNvSpPr>
            <a:spLocks xmlns:a="http://schemas.openxmlformats.org/drawingml/2006/main" noGrp="1"/>
          </p:cNvSpPr>
          <p:nvPr/>
        </p:nvSpPr>
        <p:spPr>
          <a:xfrm xmlns:a="http://schemas.openxmlformats.org/drawingml/2006/main">
            <a:off x="7515225" y="55054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0" name=""/>
          <p:cNvCxnSpPr>
            <a:stCxn xmlns:a="http://schemas.openxmlformats.org/drawingml/2006/main" id="24" idx="4"/>
            <a:endCxn xmlns:a="http://schemas.openxmlformats.org/drawingml/2006/main" id="25" idx="0"/>
          </p:cNvCxnSpPr>
          <p:nvPr/>
        </p:nvCxnSpPr>
        <p:spPr>
          <a:xfrm xmlns:a="http://schemas.openxmlformats.org/drawingml/2006/main">
            <a:off x="7515702" y="4296728"/>
            <a:ext cx="0" cy="120872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27" name="u296">
            <a:extLst xmlns:a="http://schemas.openxmlformats.org/drawingml/2006/main">
              <a:ext uri="{FF2B5EF4-FFF2-40B4-BE49-F238E27FC236}">
                <a16:creationId xmlns:a16="http://schemas.microsoft.com/office/drawing/2014/main" id="{664DF00F-DC14-4AF1-9580-44F145948208}"/>
              </a:ext>
            </a:extLst>
          </p:cNvPr>
          <p:cNvSpPr>
            <a:spLocks xmlns:a="http://schemas.openxmlformats.org/drawingml/2006/main" noGrp="1"/>
          </p:cNvSpPr>
          <p:nvPr/>
        </p:nvSpPr>
        <p:spPr>
          <a:xfrm xmlns:a="http://schemas.openxmlformats.org/drawingml/2006/main">
            <a:off x="5857875" y="4762500"/>
            <a:ext cx="3962400" cy="428625"/>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087F8C"/>
                </a:solidFill>
                <a:latin typeface="DejaVu Sans"/>
                <a:ea typeface="DejaVu Sans"/>
                <a:cs typeface="DejaVu Sans"/>
              </a:defRPr>
            </a:pPr>
            <a:r>
              <a:rPr sz="1875" b="0">
                <a:solidFill>
                  <a:srgbClr val="087F8C"/>
                </a:solidFill>
                <a:latin typeface="DejaVu Sans"/>
                <a:ea typeface="DejaVu Sans"/>
                <a:cs typeface="DejaVu Sans"/>
              </a:rPr>
              <a:t>[timestampPaced]</a:t>
            </a:r>
          </a:p>
        </p:txBody>
      </p:sp>
      <p:sp>
        <p:nvSpPr>
          <p:cNvPr id="28" name="u297">
            <a:extLst xmlns:a="http://schemas.openxmlformats.org/drawingml/2006/main">
              <a:ext uri="{FF2B5EF4-FFF2-40B4-BE49-F238E27FC236}">
                <a16:creationId xmlns:a16="http://schemas.microsoft.com/office/drawing/2014/main" id="{54FA7F90-BEA7-41D6-BABE-B5D28C521FB0}"/>
              </a:ext>
            </a:extLst>
          </p:cNvPr>
          <p:cNvSpPr>
            <a:spLocks xmlns:a="http://schemas.openxmlformats.org/drawingml/2006/main" noGrp="1"/>
          </p:cNvSpPr>
          <p:nvPr/>
        </p:nvSpPr>
        <p:spPr>
          <a:xfrm xmlns:a="http://schemas.openxmlformats.org/drawingml/2006/main">
            <a:off x="647700" y="5514975"/>
            <a:ext cx="404812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9050">
            <a:solidFill>
              <a:srgbClr val="346EB3"/>
            </a:solidFill>
            <a:prstDash val="solid"/>
          </a:ln>
        </p:spPr>
      </p:sp>
      <p:sp>
        <p:nvSpPr>
          <p:cNvPr id="29" name="u298">
            <a:extLst xmlns:a="http://schemas.openxmlformats.org/drawingml/2006/main">
              <a:ext uri="{FF2B5EF4-FFF2-40B4-BE49-F238E27FC236}">
                <a16:creationId xmlns:a16="http://schemas.microsoft.com/office/drawing/2014/main" id="{84C1408F-CC9B-4FBE-ABC7-4AB8D133491F}"/>
              </a:ext>
            </a:extLst>
          </p:cNvPr>
          <p:cNvSpPr>
            <a:spLocks xmlns:a="http://schemas.openxmlformats.org/drawingml/2006/main" noGrp="1"/>
          </p:cNvSpPr>
          <p:nvPr/>
        </p:nvSpPr>
        <p:spPr>
          <a:xfrm xmlns:a="http://schemas.openxmlformats.org/drawingml/2006/main">
            <a:off x="819150" y="5591175"/>
            <a:ext cx="3705225" cy="847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Decode eligible frame</a:t>
            </a:r>
          </a:p>
        </p:txBody>
      </p:sp>
      <p:sp>
        <p:nvSpPr>
          <p:cNvPr id="30" name="u299">
            <a:extLst xmlns:a="http://schemas.openxmlformats.org/drawingml/2006/main">
              <a:ext uri="{FF2B5EF4-FFF2-40B4-BE49-F238E27FC236}">
                <a16:creationId xmlns:a16="http://schemas.microsoft.com/office/drawing/2014/main" id="{5038B1D0-CD8A-4513-89B8-0A539FC646CD}"/>
              </a:ext>
            </a:extLst>
          </p:cNvPr>
          <p:cNvSpPr>
            <a:spLocks xmlns:a="http://schemas.openxmlformats.org/drawingml/2006/main" noGrp="1"/>
          </p:cNvSpPr>
          <p:nvPr/>
        </p:nvSpPr>
        <p:spPr>
          <a:xfrm xmlns:a="http://schemas.openxmlformats.org/drawingml/2006/main">
            <a:off x="5429250" y="5514975"/>
            <a:ext cx="42195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9050">
            <a:solidFill>
              <a:srgbClr val="087F8C"/>
            </a:solidFill>
            <a:prstDash val="solid"/>
          </a:ln>
        </p:spPr>
      </p:sp>
      <p:sp>
        <p:nvSpPr>
          <p:cNvPr id="31" name="u300">
            <a:extLst xmlns:a="http://schemas.openxmlformats.org/drawingml/2006/main">
              <a:ext uri="{FF2B5EF4-FFF2-40B4-BE49-F238E27FC236}">
                <a16:creationId xmlns:a16="http://schemas.microsoft.com/office/drawing/2014/main" id="{FC0BBF7E-FC8B-441D-B4B6-80EE93B9B139}"/>
              </a:ext>
            </a:extLst>
          </p:cNvPr>
          <p:cNvSpPr>
            <a:spLocks xmlns:a="http://schemas.openxmlformats.org/drawingml/2006/main" noGrp="1"/>
          </p:cNvSpPr>
          <p:nvPr/>
        </p:nvSpPr>
        <p:spPr>
          <a:xfrm xmlns:a="http://schemas.openxmlformats.org/drawingml/2006/main">
            <a:off x="5600700" y="5591175"/>
            <a:ext cx="3876675" cy="847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Decode, then wait</a:t>
            </a:r>
          </a:p>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for media time</a:t>
            </a:r>
          </a:p>
        </p:txBody>
      </p:sp>
      <p:sp>
        <p:nvSpPr>
          <p:cNvPr id="32" name="u301">
            <a:extLst xmlns:a="http://schemas.openxmlformats.org/drawingml/2006/main">
              <a:ext uri="{FF2B5EF4-FFF2-40B4-BE49-F238E27FC236}">
                <a16:creationId xmlns:a16="http://schemas.microsoft.com/office/drawing/2014/main" id="{0894B4A3-CE46-4BFC-A9FC-386730852B95}"/>
              </a:ext>
            </a:extLst>
          </p:cNvPr>
          <p:cNvSpPr>
            <a:spLocks xmlns:a="http://schemas.openxmlformats.org/drawingml/2006/main" noGrp="1"/>
          </p:cNvSpPr>
          <p:nvPr/>
        </p:nvSpPr>
        <p:spPr>
          <a:xfrm xmlns:a="http://schemas.openxmlformats.org/drawingml/2006/main">
            <a:off x="2676525" y="65151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3" name="u302">
            <a:extLst xmlns:a="http://schemas.openxmlformats.org/drawingml/2006/main">
              <a:ext uri="{FF2B5EF4-FFF2-40B4-BE49-F238E27FC236}">
                <a16:creationId xmlns:a16="http://schemas.microsoft.com/office/drawing/2014/main" id="{4D264784-414C-4C2E-918D-C94243CF95F2}"/>
              </a:ext>
            </a:extLst>
          </p:cNvPr>
          <p:cNvSpPr>
            <a:spLocks xmlns:a="http://schemas.openxmlformats.org/drawingml/2006/main" noGrp="1"/>
          </p:cNvSpPr>
          <p:nvPr/>
        </p:nvSpPr>
        <p:spPr>
          <a:xfrm xmlns:a="http://schemas.openxmlformats.org/drawingml/2006/main">
            <a:off x="2676525" y="71532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8" name=""/>
          <p:cNvCxnSpPr>
            <a:stCxn xmlns:a="http://schemas.openxmlformats.org/drawingml/2006/main" id="32" idx="4"/>
            <a:endCxn xmlns:a="http://schemas.openxmlformats.org/drawingml/2006/main" id="33" idx="0"/>
          </p:cNvCxnSpPr>
          <p:nvPr/>
        </p:nvCxnSpPr>
        <p:spPr>
          <a:xfrm xmlns:a="http://schemas.openxmlformats.org/drawingml/2006/main">
            <a:off x="2677002" y="6516053"/>
            <a:ext cx="0" cy="63722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35" name="u303">
            <a:extLst xmlns:a="http://schemas.openxmlformats.org/drawingml/2006/main">
              <a:ext uri="{FF2B5EF4-FFF2-40B4-BE49-F238E27FC236}">
                <a16:creationId xmlns:a16="http://schemas.microsoft.com/office/drawing/2014/main" id="{07772A66-25E8-45EE-8251-232A6F70329B}"/>
              </a:ext>
            </a:extLst>
          </p:cNvPr>
          <p:cNvSpPr>
            <a:spLocks xmlns:a="http://schemas.openxmlformats.org/drawingml/2006/main" noGrp="1"/>
          </p:cNvSpPr>
          <p:nvPr/>
        </p:nvSpPr>
        <p:spPr>
          <a:xfrm xmlns:a="http://schemas.openxmlformats.org/drawingml/2006/main">
            <a:off x="647700" y="7181850"/>
            <a:ext cx="404812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9050">
            <a:solidFill>
              <a:srgbClr val="346EB3"/>
            </a:solidFill>
            <a:prstDash val="solid"/>
          </a:ln>
        </p:spPr>
      </p:sp>
      <p:sp>
        <p:nvSpPr>
          <p:cNvPr id="36" name="u304">
            <a:extLst xmlns:a="http://schemas.openxmlformats.org/drawingml/2006/main">
              <a:ext uri="{FF2B5EF4-FFF2-40B4-BE49-F238E27FC236}">
                <a16:creationId xmlns:a16="http://schemas.microsoft.com/office/drawing/2014/main" id="{2E6047F7-A41A-4E62-899B-4EEBA91F4CF0}"/>
              </a:ext>
            </a:extLst>
          </p:cNvPr>
          <p:cNvSpPr>
            <a:spLocks xmlns:a="http://schemas.openxmlformats.org/drawingml/2006/main" noGrp="1"/>
          </p:cNvSpPr>
          <p:nvPr/>
        </p:nvSpPr>
        <p:spPr>
          <a:xfrm xmlns:a="http://schemas.openxmlformats.org/drawingml/2006/main">
            <a:off x="819150" y="7258050"/>
            <a:ext cx="3705225" cy="847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await consume(frame)</a:t>
            </a:r>
          </a:p>
        </p:txBody>
      </p:sp>
      <p:sp>
        <p:nvSpPr>
          <p:cNvPr id="37" name="u305">
            <a:extLst xmlns:a="http://schemas.openxmlformats.org/drawingml/2006/main">
              <a:ext uri="{FF2B5EF4-FFF2-40B4-BE49-F238E27FC236}">
                <a16:creationId xmlns:a16="http://schemas.microsoft.com/office/drawing/2014/main" id="{DED368F9-092D-40AA-AE76-4601D03FF955}"/>
              </a:ext>
            </a:extLst>
          </p:cNvPr>
          <p:cNvSpPr>
            <a:spLocks xmlns:a="http://schemas.openxmlformats.org/drawingml/2006/main" noGrp="1"/>
          </p:cNvSpPr>
          <p:nvPr/>
        </p:nvSpPr>
        <p:spPr>
          <a:xfrm xmlns:a="http://schemas.openxmlformats.org/drawingml/2006/main">
            <a:off x="2676525" y="81819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8" name="u306">
            <a:extLst xmlns:a="http://schemas.openxmlformats.org/drawingml/2006/main">
              <a:ext uri="{FF2B5EF4-FFF2-40B4-BE49-F238E27FC236}">
                <a16:creationId xmlns:a16="http://schemas.microsoft.com/office/drawing/2014/main" id="{FB80A834-B15D-45D7-8E11-3F2F02D5644D}"/>
              </a:ext>
            </a:extLst>
          </p:cNvPr>
          <p:cNvSpPr>
            <a:spLocks xmlns:a="http://schemas.openxmlformats.org/drawingml/2006/main" noGrp="1"/>
          </p:cNvSpPr>
          <p:nvPr/>
        </p:nvSpPr>
        <p:spPr>
          <a:xfrm xmlns:a="http://schemas.openxmlformats.org/drawingml/2006/main">
            <a:off x="2676525" y="88106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93" name=""/>
          <p:cNvCxnSpPr>
            <a:stCxn xmlns:a="http://schemas.openxmlformats.org/drawingml/2006/main" id="37" idx="4"/>
            <a:endCxn xmlns:a="http://schemas.openxmlformats.org/drawingml/2006/main" id="38" idx="0"/>
          </p:cNvCxnSpPr>
          <p:nvPr/>
        </p:nvCxnSpPr>
        <p:spPr>
          <a:xfrm xmlns:a="http://schemas.openxmlformats.org/drawingml/2006/main">
            <a:off x="2677002" y="8182928"/>
            <a:ext cx="0" cy="627697"/>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40" name="u307">
            <a:extLst xmlns:a="http://schemas.openxmlformats.org/drawingml/2006/main">
              <a:ext uri="{FF2B5EF4-FFF2-40B4-BE49-F238E27FC236}">
                <a16:creationId xmlns:a16="http://schemas.microsoft.com/office/drawing/2014/main" id="{5AD70209-CC19-48EE-B469-62166544C1C0}"/>
              </a:ext>
            </a:extLst>
          </p:cNvPr>
          <p:cNvSpPr>
            <a:spLocks xmlns:a="http://schemas.openxmlformats.org/drawingml/2006/main" noGrp="1"/>
          </p:cNvSpPr>
          <p:nvPr/>
        </p:nvSpPr>
        <p:spPr>
          <a:xfrm xmlns:a="http://schemas.openxmlformats.org/drawingml/2006/main">
            <a:off x="647700" y="8839200"/>
            <a:ext cx="404812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9050">
            <a:solidFill>
              <a:srgbClr val="346EB3"/>
            </a:solidFill>
            <a:prstDash val="solid"/>
          </a:ln>
        </p:spPr>
      </p:sp>
      <p:sp>
        <p:nvSpPr>
          <p:cNvPr id="41" name="u308">
            <a:extLst xmlns:a="http://schemas.openxmlformats.org/drawingml/2006/main">
              <a:ext uri="{FF2B5EF4-FFF2-40B4-BE49-F238E27FC236}">
                <a16:creationId xmlns:a16="http://schemas.microsoft.com/office/drawing/2014/main" id="{15C7C09E-9B9E-4A5D-8005-C2C3E7A4D3B8}"/>
              </a:ext>
            </a:extLst>
          </p:cNvPr>
          <p:cNvSpPr>
            <a:spLocks xmlns:a="http://schemas.openxmlformats.org/drawingml/2006/main" noGrp="1"/>
          </p:cNvSpPr>
          <p:nvPr/>
        </p:nvSpPr>
        <p:spPr>
          <a:xfrm xmlns:a="http://schemas.openxmlformats.org/drawingml/2006/main">
            <a:off x="819150" y="8915400"/>
            <a:ext cx="3705225" cy="847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Advance after analysis</a:t>
            </a:r>
          </a:p>
        </p:txBody>
      </p:sp>
      <p:sp>
        <p:nvSpPr>
          <p:cNvPr id="42" name="u309">
            <a:extLst xmlns:a="http://schemas.openxmlformats.org/drawingml/2006/main">
              <a:ext uri="{FF2B5EF4-FFF2-40B4-BE49-F238E27FC236}">
                <a16:creationId xmlns:a16="http://schemas.microsoft.com/office/drawing/2014/main" id="{D57079E2-2E06-4FEC-BBF8-178801E3A5CE}"/>
              </a:ext>
            </a:extLst>
          </p:cNvPr>
          <p:cNvSpPr>
            <a:spLocks xmlns:a="http://schemas.openxmlformats.org/drawingml/2006/main" noGrp="1"/>
          </p:cNvSpPr>
          <p:nvPr/>
        </p:nvSpPr>
        <p:spPr>
          <a:xfrm xmlns:a="http://schemas.openxmlformats.org/drawingml/2006/main">
            <a:off x="7515225" y="65151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43" name="u310">
            <a:extLst xmlns:a="http://schemas.openxmlformats.org/drawingml/2006/main">
              <a:ext uri="{FF2B5EF4-FFF2-40B4-BE49-F238E27FC236}">
                <a16:creationId xmlns:a16="http://schemas.microsoft.com/office/drawing/2014/main" id="{1B535A82-9807-4CBB-AA4F-7F0B0954B400}"/>
              </a:ext>
            </a:extLst>
          </p:cNvPr>
          <p:cNvSpPr>
            <a:spLocks xmlns:a="http://schemas.openxmlformats.org/drawingml/2006/main" noGrp="1"/>
          </p:cNvSpPr>
          <p:nvPr/>
        </p:nvSpPr>
        <p:spPr>
          <a:xfrm xmlns:a="http://schemas.openxmlformats.org/drawingml/2006/main">
            <a:off x="7515225" y="71532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98" name=""/>
          <p:cNvCxnSpPr>
            <a:stCxn xmlns:a="http://schemas.openxmlformats.org/drawingml/2006/main" id="42" idx="4"/>
            <a:endCxn xmlns:a="http://schemas.openxmlformats.org/drawingml/2006/main" id="43" idx="0"/>
          </p:cNvCxnSpPr>
          <p:nvPr/>
        </p:nvCxnSpPr>
        <p:spPr>
          <a:xfrm xmlns:a="http://schemas.openxmlformats.org/drawingml/2006/main">
            <a:off x="7515702" y="6516053"/>
            <a:ext cx="0" cy="63722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45" name="u311">
            <a:extLst xmlns:a="http://schemas.openxmlformats.org/drawingml/2006/main">
              <a:ext uri="{FF2B5EF4-FFF2-40B4-BE49-F238E27FC236}">
                <a16:creationId xmlns:a16="http://schemas.microsoft.com/office/drawing/2014/main" id="{48F656EB-D9AD-4D5A-B7DF-5156149B7F6B}"/>
              </a:ext>
            </a:extLst>
          </p:cNvPr>
          <p:cNvSpPr>
            <a:spLocks xmlns:a="http://schemas.openxmlformats.org/drawingml/2006/main" noGrp="1"/>
          </p:cNvSpPr>
          <p:nvPr/>
        </p:nvSpPr>
        <p:spPr>
          <a:xfrm xmlns:a="http://schemas.openxmlformats.org/drawingml/2006/main">
            <a:off x="5429250" y="7181850"/>
            <a:ext cx="42195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9050">
            <a:solidFill>
              <a:srgbClr val="087F8C"/>
            </a:solidFill>
            <a:prstDash val="solid"/>
          </a:ln>
        </p:spPr>
      </p:sp>
      <p:sp>
        <p:nvSpPr>
          <p:cNvPr id="46" name="u312">
            <a:extLst xmlns:a="http://schemas.openxmlformats.org/drawingml/2006/main">
              <a:ext uri="{FF2B5EF4-FFF2-40B4-BE49-F238E27FC236}">
                <a16:creationId xmlns:a16="http://schemas.microsoft.com/office/drawing/2014/main" id="{E2C8279F-538B-4535-B190-B1D3CF4E09E4}"/>
              </a:ext>
            </a:extLst>
          </p:cNvPr>
          <p:cNvSpPr>
            <a:spLocks xmlns:a="http://schemas.openxmlformats.org/drawingml/2006/main" noGrp="1"/>
          </p:cNvSpPr>
          <p:nvPr/>
        </p:nvSpPr>
        <p:spPr>
          <a:xfrm xmlns:a="http://schemas.openxmlformats.org/drawingml/2006/main">
            <a:off x="5600700" y="7258050"/>
            <a:ext cx="3876675" cy="847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Yield into newest(1) buffer</a:t>
            </a:r>
          </a:p>
        </p:txBody>
      </p:sp>
      <p:sp>
        <p:nvSpPr>
          <p:cNvPr id="47" name="u313">
            <a:extLst xmlns:a="http://schemas.openxmlformats.org/drawingml/2006/main">
              <a:ext uri="{FF2B5EF4-FFF2-40B4-BE49-F238E27FC236}">
                <a16:creationId xmlns:a16="http://schemas.microsoft.com/office/drawing/2014/main" id="{5804EF63-E95F-4E09-988C-A075CCC26D1E}"/>
              </a:ext>
            </a:extLst>
          </p:cNvPr>
          <p:cNvSpPr>
            <a:spLocks xmlns:a="http://schemas.openxmlformats.org/drawingml/2006/main" noGrp="1"/>
          </p:cNvSpPr>
          <p:nvPr/>
        </p:nvSpPr>
        <p:spPr>
          <a:xfrm xmlns:a="http://schemas.openxmlformats.org/drawingml/2006/main">
            <a:off x="7515225" y="81819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48" name="u314">
            <a:extLst xmlns:a="http://schemas.openxmlformats.org/drawingml/2006/main">
              <a:ext uri="{FF2B5EF4-FFF2-40B4-BE49-F238E27FC236}">
                <a16:creationId xmlns:a16="http://schemas.microsoft.com/office/drawing/2014/main" id="{6D08907C-C290-4B4B-9CC1-7D3B75437320}"/>
              </a:ext>
            </a:extLst>
          </p:cNvPr>
          <p:cNvSpPr>
            <a:spLocks xmlns:a="http://schemas.openxmlformats.org/drawingml/2006/main" noGrp="1"/>
          </p:cNvSpPr>
          <p:nvPr/>
        </p:nvSpPr>
        <p:spPr>
          <a:xfrm xmlns:a="http://schemas.openxmlformats.org/drawingml/2006/main">
            <a:off x="7515225" y="88106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103" name=""/>
          <p:cNvCxnSpPr>
            <a:stCxn xmlns:a="http://schemas.openxmlformats.org/drawingml/2006/main" id="47" idx="4"/>
            <a:endCxn xmlns:a="http://schemas.openxmlformats.org/drawingml/2006/main" id="48" idx="0"/>
          </p:cNvCxnSpPr>
          <p:nvPr/>
        </p:nvCxnSpPr>
        <p:spPr>
          <a:xfrm xmlns:a="http://schemas.openxmlformats.org/drawingml/2006/main">
            <a:off x="7515702" y="8182928"/>
            <a:ext cx="0" cy="627697"/>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50" name="u315">
            <a:extLst xmlns:a="http://schemas.openxmlformats.org/drawingml/2006/main">
              <a:ext uri="{FF2B5EF4-FFF2-40B4-BE49-F238E27FC236}">
                <a16:creationId xmlns:a16="http://schemas.microsoft.com/office/drawing/2014/main" id="{D41F8D32-B3FE-473F-93CC-16A11CD72BDF}"/>
              </a:ext>
            </a:extLst>
          </p:cNvPr>
          <p:cNvSpPr>
            <a:spLocks xmlns:a="http://schemas.openxmlformats.org/drawingml/2006/main" noGrp="1"/>
          </p:cNvSpPr>
          <p:nvPr/>
        </p:nvSpPr>
        <p:spPr>
          <a:xfrm xmlns:a="http://schemas.openxmlformats.org/drawingml/2006/main">
            <a:off x="5429250" y="8839200"/>
            <a:ext cx="4219575" cy="1171575"/>
          </a:xfrm>
          <a:prstGeom xmlns:a="http://schemas.openxmlformats.org/drawingml/2006/main" prst="roundRect">
            <a:avLst>
              <a:gd name="adj" fmla="val 6504"/>
            </a:avLst>
          </a:prstGeom>
          <a:solidFill xmlns:a="http://schemas.openxmlformats.org/drawingml/2006/main">
            <a:srgbClr val="FFFFFF"/>
          </a:solidFill>
          <a:ln xmlns:a="http://schemas.openxmlformats.org/drawingml/2006/main" w="19050">
            <a:solidFill>
              <a:srgbClr val="087F8C"/>
            </a:solidFill>
            <a:prstDash val="solid"/>
          </a:ln>
        </p:spPr>
      </p:sp>
      <p:sp>
        <p:nvSpPr>
          <p:cNvPr id="51" name="u316">
            <a:extLst xmlns:a="http://schemas.openxmlformats.org/drawingml/2006/main">
              <a:ext uri="{FF2B5EF4-FFF2-40B4-BE49-F238E27FC236}">
                <a16:creationId xmlns:a16="http://schemas.microsoft.com/office/drawing/2014/main" id="{90CD6DC9-3E81-4EDD-A995-A033FE8BA71E}"/>
              </a:ext>
            </a:extLst>
          </p:cNvPr>
          <p:cNvSpPr>
            <a:spLocks xmlns:a="http://schemas.openxmlformats.org/drawingml/2006/main" noGrp="1"/>
          </p:cNvSpPr>
          <p:nvPr/>
        </p:nvSpPr>
        <p:spPr>
          <a:xfrm xmlns:a="http://schemas.openxmlformats.org/drawingml/2006/main">
            <a:off x="5600700" y="8915400"/>
            <a:ext cx="3876675" cy="10191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Replace old pending frame</a:t>
            </a:r>
          </a:p>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and record a drop if needed</a:t>
            </a:r>
          </a:p>
        </p:txBody>
      </p:sp>
      <p:sp>
        <p:nvSpPr>
          <p:cNvPr id="52" name="u317">
            <a:extLst xmlns:a="http://schemas.openxmlformats.org/drawingml/2006/main">
              <a:ext uri="{FF2B5EF4-FFF2-40B4-BE49-F238E27FC236}">
                <a16:creationId xmlns:a16="http://schemas.microsoft.com/office/drawing/2014/main" id="{B48263FF-9B81-4173-95C9-31141C756499}"/>
              </a:ext>
            </a:extLst>
          </p:cNvPr>
          <p:cNvSpPr>
            <a:spLocks xmlns:a="http://schemas.openxmlformats.org/drawingml/2006/main" noGrp="1"/>
          </p:cNvSpPr>
          <p:nvPr/>
        </p:nvSpPr>
        <p:spPr>
          <a:xfrm xmlns:a="http://schemas.openxmlformats.org/drawingml/2006/main">
            <a:off x="695325" y="10791825"/>
            <a:ext cx="8896350" cy="1028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586974"/>
                </a:solidFill>
                <a:latin typeface="DejaVu Sans"/>
                <a:ea typeface="DejaVu Sans"/>
                <a:cs typeface="DejaVu Sans"/>
              </a:defRPr>
            </a:pPr>
            <a:r>
              <a:rPr sz="2175" b="0">
                <a:solidFill>
                  <a:srgbClr val="586974"/>
                </a:solidFill>
                <a:latin typeface="DejaVu Sans"/>
                <a:ea typeface="DejaVu Sans"/>
                <a:cs typeface="DejaVu Sans"/>
              </a:rPr>
              <a:t>One active consumer plus one pending frame in paced mode.</a:t>
            </a:r>
          </a:p>
          <a:p xmlns:a="http://schemas.openxmlformats.org/drawingml/2006/main">
            <a:pPr algn="l">
              <a:defRPr sz="2175" b="0">
                <a:solidFill>
                  <a:srgbClr val="586974"/>
                </a:solidFill>
                <a:latin typeface="DejaVu Sans"/>
                <a:ea typeface="DejaVu Sans"/>
                <a:cs typeface="DejaVu Sans"/>
              </a:defRPr>
            </a:pPr>
            <a:r>
              <a:rPr sz="2175" b="0">
                <a:solidFill>
                  <a:srgbClr val="586974"/>
                </a:solidFill>
                <a:latin typeface="DejaVu Sans"/>
                <a:ea typeface="DejaVu Sans"/>
                <a:cs typeface="DejaVu Sans"/>
              </a:rPr>
              <a:t>Report history and saved images have separate lifetimes.</a:t>
            </a:r>
          </a:p>
        </p:txBody>
      </p:sp>
      <p:sp>
        <p:nvSpPr>
          <p:cNvPr id="53" name="u318">
            <a:extLst xmlns:a="http://schemas.openxmlformats.org/drawingml/2006/main">
              <a:ext uri="{FF2B5EF4-FFF2-40B4-BE49-F238E27FC236}">
                <a16:creationId xmlns:a16="http://schemas.microsoft.com/office/drawing/2014/main" id="{F5344EC8-AAC3-454B-9B8C-D8C3A6811821}"/>
              </a:ext>
            </a:extLst>
          </p:cNvPr>
          <p:cNvSpPr>
            <a:spLocks xmlns:a="http://schemas.openxmlformats.org/drawingml/2006/main" noGrp="1"/>
          </p:cNvSpPr>
          <p:nvPr/>
        </p:nvSpPr>
        <p:spPr>
          <a:xfrm xmlns:a="http://schemas.openxmlformats.org/drawingml/2006/main">
            <a:off x="609600" y="11953875"/>
            <a:ext cx="90487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hlinkClick xmlns:r="http://schemas.openxmlformats.org/officeDocument/2006/relationships" r:id="R065adab9ab234c72"/>
              </a:rPr>
              <a:t>VideoFixtureFrameStream.swift  ·  run(observer:consume:)</a:t>
            </a:r>
          </a:p>
        </p:txBody>
      </p:sp>
      <p:sp>
        <p:nvSpPr>
          <p:cNvPr id="54" name="u319">
            <a:extLst xmlns:a="http://schemas.openxmlformats.org/drawingml/2006/main">
              <a:ext uri="{FF2B5EF4-FFF2-40B4-BE49-F238E27FC236}">
                <a16:creationId xmlns:a16="http://schemas.microsoft.com/office/drawing/2014/main" id="{862800E4-CC0A-4311-841E-536D8AF3F1C0}"/>
              </a:ext>
            </a:extLst>
          </p:cNvPr>
          <p:cNvSpPr>
            <a:spLocks xmlns:a="http://schemas.openxmlformats.org/drawingml/2006/main" noGrp="1"/>
          </p:cNvSpPr>
          <p:nvPr/>
        </p:nvSpPr>
        <p:spPr>
          <a:xfrm xmlns:a="http://schemas.openxmlformats.org/drawingml/2006/main">
            <a:off x="609600" y="12353925"/>
            <a:ext cx="90487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ios/AIShop/AIShopVision/Sources/AIShopVision/VideoFixtureFrameStream</a:t>
            </a:r>
          </a:p>
        </p:txBody>
      </p:sp>
    </p:spTree>
    <p:extLst>
      <p:ext uri="{BB962C8B-B14F-4D97-AF65-F5344CB8AC3E}">
        <p14:creationId xmlns:p14="http://schemas.microsoft.com/office/powerpoint/2010/main" val="1864755903"/>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 name="u320">
            <a:extLst xmlns:a="http://schemas.openxmlformats.org/drawingml/2006/main">
              <a:ext uri="{FF2B5EF4-FFF2-40B4-BE49-F238E27FC236}">
                <a16:creationId xmlns:a16="http://schemas.microsoft.com/office/drawing/2014/main" id="{B1501B76-7C89-4941-805F-FF11C777FE68}"/>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PICTURE: THE ACTUAL SCORING INPUT</a:t>
            </a:r>
          </a:p>
        </p:txBody>
      </p:sp>
      <p:sp>
        <p:nvSpPr>
          <p:cNvPr id="2" name="u321">
            <a:extLst xmlns:a="http://schemas.openxmlformats.org/drawingml/2006/main">
              <a:ext uri="{FF2B5EF4-FFF2-40B4-BE49-F238E27FC236}">
                <a16:creationId xmlns:a16="http://schemas.microsoft.com/office/drawing/2014/main" id="{8B476177-88BC-4B13-9675-FA7B95AAA361}"/>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Two views of one frame</a:t>
            </a:r>
          </a:p>
        </p:txBody>
      </p:sp>
      <p:sp>
        <p:nvSpPr>
          <p:cNvPr id="3" name="u322">
            <a:extLst xmlns:a="http://schemas.openxmlformats.org/drawingml/2006/main">
              <a:ext uri="{FF2B5EF4-FFF2-40B4-BE49-F238E27FC236}">
                <a16:creationId xmlns:a16="http://schemas.microsoft.com/office/drawing/2014/main" id="{CFAA3497-BEB5-4718-B202-B77B10236D69}"/>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The lower distance wins. The crop is fixed, not a detected box.</a:t>
            </a:r>
          </a:p>
        </p:txBody>
      </p:sp>
      <p:sp>
        <p:nvSpPr>
          <p:cNvPr id="4" name="u323">
            <a:extLst xmlns:a="http://schemas.openxmlformats.org/drawingml/2006/main">
              <a:ext uri="{FF2B5EF4-FFF2-40B4-BE49-F238E27FC236}">
                <a16:creationId xmlns:a16="http://schemas.microsoft.com/office/drawing/2014/main" id="{CBD1E503-E43C-416C-964F-E7A73A2BBDE8}"/>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324">
            <a:extLst xmlns:a="http://schemas.openxmlformats.org/drawingml/2006/main">
              <a:ext uri="{FF2B5EF4-FFF2-40B4-BE49-F238E27FC236}">
                <a16:creationId xmlns:a16="http://schemas.microsoft.com/office/drawing/2014/main" id="{98A75BC8-09B2-4F90-BDC8-05118BC574DD}"/>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22"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325">
            <a:extLst xmlns:a="http://schemas.openxmlformats.org/drawingml/2006/main">
              <a:ext uri="{FF2B5EF4-FFF2-40B4-BE49-F238E27FC236}">
                <a16:creationId xmlns:a16="http://schemas.microsoft.com/office/drawing/2014/main" id="{02B41E19-5DEF-4E65-AF07-4B5868A515EC}"/>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326">
            <a:extLst xmlns:a="http://schemas.openxmlformats.org/drawingml/2006/main">
              <a:ext uri="{FF2B5EF4-FFF2-40B4-BE49-F238E27FC236}">
                <a16:creationId xmlns:a16="http://schemas.microsoft.com/office/drawing/2014/main" id="{EB9173A5-4400-40C2-808A-9AED34004CCB}"/>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12</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870fd0f3fca4bb4"/>
          <a:stretch xmlns:a="http://schemas.openxmlformats.org/drawingml/2006/main"/>
        </p:blipFill>
        <p:spPr>
          <a:xfrm xmlns:a="http://schemas.openxmlformats.org/drawingml/2006/main">
            <a:off x="1002506" y="3505200"/>
            <a:ext cx="3471863" cy="617220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48e5a8d1c154ff3"/>
          <a:srcRect xmlns:a="http://schemas.openxmlformats.org/drawingml/2006/main" l="20000" t="20000" r="20000" b="20000"/>
          <a:stretch xmlns:a="http://schemas.openxmlformats.org/drawingml/2006/main">
            <a:fillRect l="0" t="0" r="0" b="0"/>
          </a:stretch>
        </p:blipFill>
        <p:spPr>
          <a:xfrm xmlns:a="http://schemas.openxmlformats.org/drawingml/2006/main">
            <a:off x="5981700" y="3505200"/>
            <a:ext cx="3476625" cy="6172200"/>
          </a:xfrm>
          <a:prstGeom xmlns:a="http://schemas.openxmlformats.org/drawingml/2006/main" prst="rect">
            <a:avLst/>
          </a:prstGeom>
        </p:spPr>
      </p:pic>
      <p:sp>
        <p:nvSpPr>
          <p:cNvPr id="11" name="u327">
            <a:extLst xmlns:a="http://schemas.openxmlformats.org/drawingml/2006/main">
              <a:ext uri="{FF2B5EF4-FFF2-40B4-BE49-F238E27FC236}">
                <a16:creationId xmlns:a16="http://schemas.microsoft.com/office/drawing/2014/main" id="{14796998-B31E-4D1F-936A-CC473A8DDE0B}"/>
              </a:ext>
            </a:extLst>
          </p:cNvPr>
          <p:cNvSpPr>
            <a:spLocks xmlns:a="http://schemas.openxmlformats.org/drawingml/2006/main" noGrp="1"/>
          </p:cNvSpPr>
          <p:nvPr/>
        </p:nvSpPr>
        <p:spPr>
          <a:xfrm xmlns:a="http://schemas.openxmlformats.org/drawingml/2006/main">
            <a:off x="942975" y="10001250"/>
            <a:ext cx="381000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346EB3"/>
                </a:solidFill>
                <a:latin typeface="DejaVu Sans"/>
                <a:ea typeface="DejaVu Sans"/>
                <a:cs typeface="DejaVu Sans"/>
              </a:defRPr>
            </a:pPr>
            <a:r>
              <a:rPr sz="2250" b="1">
                <a:solidFill>
                  <a:srgbClr val="346EB3"/>
                </a:solidFill>
                <a:latin typeface="DejaVu Sans"/>
                <a:ea typeface="DejaVu Sans"/>
                <a:cs typeface="DejaVu Sans"/>
              </a:rPr>
              <a:t>Whole frame</a:t>
            </a:r>
          </a:p>
        </p:txBody>
      </p:sp>
      <p:sp>
        <p:nvSpPr>
          <p:cNvPr id="12" name="u328">
            <a:extLst xmlns:a="http://schemas.openxmlformats.org/drawingml/2006/main">
              <a:ext uri="{FF2B5EF4-FFF2-40B4-BE49-F238E27FC236}">
                <a16:creationId xmlns:a16="http://schemas.microsoft.com/office/drawing/2014/main" id="{A6EBC27B-5089-40D7-81FE-C4C50014B2B4}"/>
              </a:ext>
            </a:extLst>
          </p:cNvPr>
          <p:cNvSpPr>
            <a:spLocks xmlns:a="http://schemas.openxmlformats.org/drawingml/2006/main" noGrp="1"/>
          </p:cNvSpPr>
          <p:nvPr/>
        </p:nvSpPr>
        <p:spPr>
          <a:xfrm xmlns:a="http://schemas.openxmlformats.org/drawingml/2006/main">
            <a:off x="5743575" y="10001250"/>
            <a:ext cx="4191000" cy="4572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Central 60% × 60%</a:t>
            </a:r>
          </a:p>
        </p:txBody>
      </p:sp>
      <p:sp>
        <p:nvSpPr>
          <p:cNvPr id="13" name="u329">
            <a:extLst xmlns:a="http://schemas.openxmlformats.org/drawingml/2006/main">
              <a:ext uri="{FF2B5EF4-FFF2-40B4-BE49-F238E27FC236}">
                <a16:creationId xmlns:a16="http://schemas.microsoft.com/office/drawing/2014/main" id="{16D4C49F-EA10-4368-8634-3B6FD67D2702}"/>
              </a:ext>
            </a:extLst>
          </p:cNvPr>
          <p:cNvSpPr>
            <a:spLocks xmlns:a="http://schemas.openxmlformats.org/drawingml/2006/main" noGrp="1"/>
          </p:cNvSpPr>
          <p:nvPr/>
        </p:nvSpPr>
        <p:spPr>
          <a:xfrm xmlns:a="http://schemas.openxmlformats.org/drawingml/2006/main">
            <a:off x="771525" y="10687050"/>
            <a:ext cx="8829675"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325" b="0">
                <a:solidFill>
                  <a:srgbClr val="172A3A"/>
                </a:solidFill>
                <a:latin typeface="DejaVu Sans Mono"/>
                <a:ea typeface="DejaVu Sans Mono"/>
                <a:cs typeface="DejaVu Sans Mono"/>
              </a:defRPr>
            </a:pPr>
            <a:r>
              <a:rPr sz="2325" b="0">
                <a:solidFill>
                  <a:srgbClr val="172A3A"/>
                </a:solidFill>
                <a:latin typeface="DejaVu Sans Mono"/>
                <a:ea typeface="DejaVu Sans Mono"/>
                <a:cs typeface="DejaVu Sans Mono"/>
              </a:rPr>
              <a:t>distance = min(whole, crop)</a:t>
            </a:r>
          </a:p>
        </p:txBody>
      </p:sp>
      <p:sp>
        <p:nvSpPr>
          <p:cNvPr id="14" name="u330">
            <a:extLst xmlns:a="http://schemas.openxmlformats.org/drawingml/2006/main">
              <a:ext uri="{FF2B5EF4-FFF2-40B4-BE49-F238E27FC236}">
                <a16:creationId xmlns:a16="http://schemas.microsoft.com/office/drawing/2014/main" id="{1908D031-7074-498F-9E57-318A3F9F2DBC}"/>
              </a:ext>
            </a:extLst>
          </p:cNvPr>
          <p:cNvSpPr>
            <a:spLocks xmlns:a="http://schemas.openxmlformats.org/drawingml/2006/main" noGrp="1"/>
          </p:cNvSpPr>
          <p:nvPr/>
        </p:nvSpPr>
        <p:spPr>
          <a:xfrm xmlns:a="http://schemas.openxmlformats.org/drawingml/2006/main">
            <a:off x="619125" y="11830050"/>
            <a:ext cx="89154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e9088ef206c940ac"/>
              </a:rPr>
              <a:t>CandidateScorer.swift  ·  measure(_:)</a:t>
            </a:r>
          </a:p>
        </p:txBody>
      </p:sp>
      <p:sp>
        <p:nvSpPr>
          <p:cNvPr id="15" name="u331">
            <a:extLst xmlns:a="http://schemas.openxmlformats.org/drawingml/2006/main">
              <a:ext uri="{FF2B5EF4-FFF2-40B4-BE49-F238E27FC236}">
                <a16:creationId xmlns:a16="http://schemas.microsoft.com/office/drawing/2014/main" id="{7443DC29-78D0-4781-B361-1D0A9B5F55A0}"/>
              </a:ext>
            </a:extLst>
          </p:cNvPr>
          <p:cNvSpPr>
            <a:spLocks xmlns:a="http://schemas.openxmlformats.org/drawingml/2006/main" noGrp="1"/>
          </p:cNvSpPr>
          <p:nvPr/>
        </p:nvSpPr>
        <p:spPr>
          <a:xfrm xmlns:a="http://schemas.openxmlformats.org/drawingml/2006/main">
            <a:off x="619125" y="12211050"/>
            <a:ext cx="89154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fbef67a70d804569"/>
              </a:rPr>
              <a:t>ScoringProfile.swift  ·  sprint001</a:t>
            </a:r>
          </a:p>
        </p:txBody>
      </p:sp>
      <p:sp>
        <p:nvSpPr>
          <p:cNvPr id="16" name="u332">
            <a:extLst xmlns:a="http://schemas.openxmlformats.org/drawingml/2006/main">
              <a:ext uri="{FF2B5EF4-FFF2-40B4-BE49-F238E27FC236}">
                <a16:creationId xmlns:a16="http://schemas.microsoft.com/office/drawing/2014/main" id="{6CF5ECF8-6F02-4F5D-BAFF-E0ADAC22BFE6}"/>
              </a:ext>
            </a:extLst>
          </p:cNvPr>
          <p:cNvSpPr>
            <a:spLocks xmlns:a="http://schemas.openxmlformats.org/drawingml/2006/main" noGrp="1"/>
          </p:cNvSpPr>
          <p:nvPr/>
        </p:nvSpPr>
        <p:spPr>
          <a:xfrm xmlns:a="http://schemas.openxmlformats.org/drawingml/2006/main">
            <a:off x="619125" y="12573000"/>
            <a:ext cx="9048750" cy="3143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Sources/AIShopVision/CandidateScorer/  ·  both added</a:t>
            </a:r>
          </a:p>
        </p:txBody>
      </p:sp>
    </p:spTree>
    <p:extLst>
      <p:ext uri="{BB962C8B-B14F-4D97-AF65-F5344CB8AC3E}">
        <p14:creationId xmlns:p14="http://schemas.microsoft.com/office/powerpoint/2010/main" val="1788000767"/>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1" name="u333">
            <a:extLst xmlns:a="http://schemas.openxmlformats.org/drawingml/2006/main">
              <a:ext uri="{FF2B5EF4-FFF2-40B4-BE49-F238E27FC236}">
                <a16:creationId xmlns:a16="http://schemas.microsoft.com/office/drawing/2014/main" id="{AC33CB81-ECE9-4723-8567-30E6C80C666C}"/>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STATE MACHINE</a:t>
            </a:r>
          </a:p>
        </p:txBody>
      </p:sp>
      <p:sp>
        <p:nvSpPr>
          <p:cNvPr id="2" name="u334">
            <a:extLst xmlns:a="http://schemas.openxmlformats.org/drawingml/2006/main">
              <a:ext uri="{FF2B5EF4-FFF2-40B4-BE49-F238E27FC236}">
                <a16:creationId xmlns:a16="http://schemas.microsoft.com/office/drawing/2014/main" id="{6080D557-5705-4ECA-BC5B-8395967E3543}"/>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A sighting has a lifecycle</a:t>
            </a:r>
          </a:p>
        </p:txBody>
      </p:sp>
      <p:sp>
        <p:nvSpPr>
          <p:cNvPr id="3" name="u335">
            <a:extLst xmlns:a="http://schemas.openxmlformats.org/drawingml/2006/main">
              <a:ext uri="{FF2B5EF4-FFF2-40B4-BE49-F238E27FC236}">
                <a16:creationId xmlns:a16="http://schemas.microsoft.com/office/drawing/2014/main" id="{896A2343-6E24-456A-813A-1A5618F68AB7}"/>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Two consecutive eligible supporting samples open an episode.</a:t>
            </a:r>
          </a:p>
        </p:txBody>
      </p:sp>
      <p:sp>
        <p:nvSpPr>
          <p:cNvPr id="4" name="u336">
            <a:extLst xmlns:a="http://schemas.openxmlformats.org/drawingml/2006/main">
              <a:ext uri="{FF2B5EF4-FFF2-40B4-BE49-F238E27FC236}">
                <a16:creationId xmlns:a16="http://schemas.microsoft.com/office/drawing/2014/main" id="{035EE805-C70B-46E8-8950-8C43AB4ACE99}"/>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337">
            <a:extLst xmlns:a="http://schemas.openxmlformats.org/drawingml/2006/main">
              <a:ext uri="{FF2B5EF4-FFF2-40B4-BE49-F238E27FC236}">
                <a16:creationId xmlns:a16="http://schemas.microsoft.com/office/drawing/2014/main" id="{90092C4D-79EA-401D-8F26-D3198F7E838F}"/>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6"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338">
            <a:extLst xmlns:a="http://schemas.openxmlformats.org/drawingml/2006/main">
              <a:ext uri="{FF2B5EF4-FFF2-40B4-BE49-F238E27FC236}">
                <a16:creationId xmlns:a16="http://schemas.microsoft.com/office/drawing/2014/main" id="{0FD1BB94-16AB-4450-BEE8-D7ABCBFE7231}"/>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339">
            <a:extLst xmlns:a="http://schemas.openxmlformats.org/drawingml/2006/main">
              <a:ext uri="{FF2B5EF4-FFF2-40B4-BE49-F238E27FC236}">
                <a16:creationId xmlns:a16="http://schemas.microsoft.com/office/drawing/2014/main" id="{A29AAEFA-1954-4A75-BF07-353FA80E1A52}"/>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13</a:t>
            </a:r>
          </a:p>
        </p:txBody>
      </p:sp>
      <p:sp>
        <p:nvSpPr>
          <p:cNvPr id="9" name="u340">
            <a:extLst xmlns:a="http://schemas.openxmlformats.org/drawingml/2006/main">
              <a:ext uri="{FF2B5EF4-FFF2-40B4-BE49-F238E27FC236}">
                <a16:creationId xmlns:a16="http://schemas.microsoft.com/office/drawing/2014/main" id="{A63C30C3-7C5F-49B9-8A15-7DC0C8BDDD95}"/>
              </a:ext>
            </a:extLst>
          </p:cNvPr>
          <p:cNvSpPr>
            <a:spLocks xmlns:a="http://schemas.openxmlformats.org/drawingml/2006/main" noGrp="1"/>
          </p:cNvSpPr>
          <p:nvPr/>
        </p:nvSpPr>
        <p:spPr>
          <a:xfrm xmlns:a="http://schemas.openxmlformats.org/drawingml/2006/main">
            <a:off x="5029200" y="3238500"/>
            <a:ext cx="228600" cy="228600"/>
          </a:xfrm>
          <a:prstGeom xmlns:a="http://schemas.openxmlformats.org/drawingml/2006/main" prst="ellipse">
            <a:avLst/>
          </a:prstGeom>
          <a:solidFill xmlns:a="http://schemas.openxmlformats.org/drawingml/2006/main">
            <a:srgbClr val="172A3A"/>
          </a:solidFill>
          <a:ln xmlns:a="http://schemas.openxmlformats.org/drawingml/2006/main" w="9525">
            <a:noFill/>
            <a:prstDash val="solid"/>
          </a:ln>
        </p:spPr>
      </p:sp>
      <p:sp>
        <p:nvSpPr>
          <p:cNvPr id="10" name="u341">
            <a:extLst xmlns:a="http://schemas.openxmlformats.org/drawingml/2006/main">
              <a:ext uri="{FF2B5EF4-FFF2-40B4-BE49-F238E27FC236}">
                <a16:creationId xmlns:a16="http://schemas.microsoft.com/office/drawing/2014/main" id="{A71EB273-1FB9-4CF2-83D1-86B90CBCEB95}"/>
              </a:ext>
            </a:extLst>
          </p:cNvPr>
          <p:cNvSpPr>
            <a:spLocks xmlns:a="http://schemas.openxmlformats.org/drawingml/2006/main" noGrp="1"/>
          </p:cNvSpPr>
          <p:nvPr/>
        </p:nvSpPr>
        <p:spPr>
          <a:xfrm xmlns:a="http://schemas.openxmlformats.org/drawingml/2006/main">
            <a:off x="5143500" y="34861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1" name="u342">
            <a:extLst xmlns:a="http://schemas.openxmlformats.org/drawingml/2006/main">
              <a:ext uri="{FF2B5EF4-FFF2-40B4-BE49-F238E27FC236}">
                <a16:creationId xmlns:a16="http://schemas.microsoft.com/office/drawing/2014/main" id="{F19B4221-73E7-4E20-844C-8B78DE5D59EB}"/>
              </a:ext>
            </a:extLst>
          </p:cNvPr>
          <p:cNvSpPr>
            <a:spLocks xmlns:a="http://schemas.openxmlformats.org/drawingml/2006/main" noGrp="1"/>
          </p:cNvSpPr>
          <p:nvPr/>
        </p:nvSpPr>
        <p:spPr>
          <a:xfrm xmlns:a="http://schemas.openxmlformats.org/drawingml/2006/main">
            <a:off x="5143500" y="38576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2" name=""/>
          <p:cNvCxnSpPr>
            <a:stCxn xmlns:a="http://schemas.openxmlformats.org/drawingml/2006/main" id="10" idx="4"/>
            <a:endCxn xmlns:a="http://schemas.openxmlformats.org/drawingml/2006/main" id="11" idx="0"/>
          </p:cNvCxnSpPr>
          <p:nvPr/>
        </p:nvCxnSpPr>
        <p:spPr>
          <a:xfrm xmlns:a="http://schemas.openxmlformats.org/drawingml/2006/main">
            <a:off x="5143977" y="3487103"/>
            <a:ext cx="0" cy="37052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13" name="u343">
            <a:extLst xmlns:a="http://schemas.openxmlformats.org/drawingml/2006/main">
              <a:ext uri="{FF2B5EF4-FFF2-40B4-BE49-F238E27FC236}">
                <a16:creationId xmlns:a16="http://schemas.microsoft.com/office/drawing/2014/main" id="{8912400F-148E-4C3D-B92F-3017C0507796}"/>
              </a:ext>
            </a:extLst>
          </p:cNvPr>
          <p:cNvSpPr>
            <a:spLocks xmlns:a="http://schemas.openxmlformats.org/drawingml/2006/main" noGrp="1"/>
          </p:cNvSpPr>
          <p:nvPr/>
        </p:nvSpPr>
        <p:spPr>
          <a:xfrm xmlns:a="http://schemas.openxmlformats.org/drawingml/2006/main">
            <a:off x="3000375" y="3876675"/>
            <a:ext cx="4286250" cy="762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9050">
            <a:solidFill>
              <a:srgbClr val="A86406"/>
            </a:solidFill>
            <a:prstDash val="solid"/>
          </a:ln>
        </p:spPr>
      </p:sp>
      <p:sp>
        <p:nvSpPr>
          <p:cNvPr id="14" name="u344">
            <a:extLst xmlns:a="http://schemas.openxmlformats.org/drawingml/2006/main">
              <a:ext uri="{FF2B5EF4-FFF2-40B4-BE49-F238E27FC236}">
                <a16:creationId xmlns:a16="http://schemas.microsoft.com/office/drawing/2014/main" id="{958D8240-FCB2-41D8-B5AC-A71D0C84ACD3}"/>
              </a:ext>
            </a:extLst>
          </p:cNvPr>
          <p:cNvSpPr>
            <a:spLocks xmlns:a="http://schemas.openxmlformats.org/drawingml/2006/main" noGrp="1"/>
          </p:cNvSpPr>
          <p:nvPr/>
        </p:nvSpPr>
        <p:spPr>
          <a:xfrm xmlns:a="http://schemas.openxmlformats.org/drawingml/2006/main">
            <a:off x="3171825" y="3952875"/>
            <a:ext cx="3943350" cy="609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0">
                <a:solidFill>
                  <a:srgbClr val="172A3A"/>
                </a:solidFill>
                <a:latin typeface="DejaVu Sans"/>
                <a:ea typeface="DejaVu Sans"/>
                <a:cs typeface="DejaVu Sans"/>
              </a:defRPr>
            </a:pPr>
            <a:r>
              <a:rPr sz="2250" b="0">
                <a:solidFill>
                  <a:srgbClr val="172A3A"/>
                </a:solidFill>
                <a:latin typeface="DejaVu Sans"/>
                <a:ea typeface="DejaVu Sans"/>
                <a:cs typeface="DejaVu Sans"/>
              </a:rPr>
              <a:t>Quiet</a:t>
            </a:r>
          </a:p>
        </p:txBody>
      </p:sp>
      <p:sp>
        <p:nvSpPr>
          <p:cNvPr id="15" name="u345">
            <a:extLst xmlns:a="http://schemas.openxmlformats.org/drawingml/2006/main">
              <a:ext uri="{FF2B5EF4-FFF2-40B4-BE49-F238E27FC236}">
                <a16:creationId xmlns:a16="http://schemas.microsoft.com/office/drawing/2014/main" id="{2E9A162C-541F-40F3-B8CE-51F142A51E75}"/>
              </a:ext>
            </a:extLst>
          </p:cNvPr>
          <p:cNvSpPr>
            <a:spLocks xmlns:a="http://schemas.openxmlformats.org/drawingml/2006/main" noGrp="1"/>
          </p:cNvSpPr>
          <p:nvPr/>
        </p:nvSpPr>
        <p:spPr>
          <a:xfrm xmlns:a="http://schemas.openxmlformats.org/drawingml/2006/main">
            <a:off x="5143500" y="46386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6" name="u346">
            <a:extLst xmlns:a="http://schemas.openxmlformats.org/drawingml/2006/main">
              <a:ext uri="{FF2B5EF4-FFF2-40B4-BE49-F238E27FC236}">
                <a16:creationId xmlns:a16="http://schemas.microsoft.com/office/drawing/2014/main" id="{937F94B9-B3D8-48C9-900D-BB94A2087041}"/>
              </a:ext>
            </a:extLst>
          </p:cNvPr>
          <p:cNvSpPr>
            <a:spLocks xmlns:a="http://schemas.openxmlformats.org/drawingml/2006/main" noGrp="1"/>
          </p:cNvSpPr>
          <p:nvPr/>
        </p:nvSpPr>
        <p:spPr>
          <a:xfrm xmlns:a="http://schemas.openxmlformats.org/drawingml/2006/main">
            <a:off x="5143500" y="54959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7" name=""/>
          <p:cNvCxnSpPr>
            <a:stCxn xmlns:a="http://schemas.openxmlformats.org/drawingml/2006/main" id="15" idx="4"/>
            <a:endCxn xmlns:a="http://schemas.openxmlformats.org/drawingml/2006/main" id="16" idx="0"/>
          </p:cNvCxnSpPr>
          <p:nvPr/>
        </p:nvCxnSpPr>
        <p:spPr>
          <a:xfrm xmlns:a="http://schemas.openxmlformats.org/drawingml/2006/main">
            <a:off x="5143977" y="4639628"/>
            <a:ext cx="0" cy="856297"/>
          </a:xfrm>
          <a:prstGeom xmlns:a="http://schemas.openxmlformats.org/drawingml/2006/main" prst="straightConnector1">
            <a:avLst/>
          </a:prstGeom>
          <a:ln xmlns:a="http://schemas.openxmlformats.org/drawingml/2006/main" w="19050">
            <a:solidFill>
              <a:srgbClr val="A86406"/>
            </a:solidFill>
            <a:prstDash val="solid"/>
            <a:tailEnd type="arrow" w="med" len="med"/>
          </a:ln>
        </p:spPr>
      </p:cxnSp>
      <p:sp>
        <p:nvSpPr>
          <p:cNvPr id="18" name="u347">
            <a:extLst xmlns:a="http://schemas.openxmlformats.org/drawingml/2006/main">
              <a:ext uri="{FF2B5EF4-FFF2-40B4-BE49-F238E27FC236}">
                <a16:creationId xmlns:a16="http://schemas.microsoft.com/office/drawing/2014/main" id="{24017DEB-B304-44D1-A830-3CACDABB182C}"/>
              </a:ext>
            </a:extLst>
          </p:cNvPr>
          <p:cNvSpPr>
            <a:spLocks xmlns:a="http://schemas.openxmlformats.org/drawingml/2006/main" noGrp="1"/>
          </p:cNvSpPr>
          <p:nvPr/>
        </p:nvSpPr>
        <p:spPr>
          <a:xfrm xmlns:a="http://schemas.openxmlformats.org/drawingml/2006/main">
            <a:off x="5410200" y="4714875"/>
            <a:ext cx="4238625" cy="619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A86406"/>
                </a:solidFill>
                <a:latin typeface="DejaVu Sans"/>
                <a:ea typeface="DejaVu Sans"/>
                <a:cs typeface="DejaVu Sans"/>
              </a:defRPr>
            </a:pPr>
            <a:r>
              <a:rPr sz="1725" b="0">
                <a:solidFill>
                  <a:srgbClr val="A86406"/>
                </a:solidFill>
                <a:latin typeface="DejaVu Sans"/>
                <a:ea typeface="DejaVu Sans"/>
                <a:cs typeface="DejaVu Sans"/>
              </a:rPr>
              <a:t>support / remember score</a:t>
            </a:r>
          </a:p>
        </p:txBody>
      </p:sp>
      <p:sp>
        <p:nvSpPr>
          <p:cNvPr id="19" name="u348">
            <a:extLst xmlns:a="http://schemas.openxmlformats.org/drawingml/2006/main">
              <a:ext uri="{FF2B5EF4-FFF2-40B4-BE49-F238E27FC236}">
                <a16:creationId xmlns:a16="http://schemas.microsoft.com/office/drawing/2014/main" id="{509C933B-9593-427F-9B9D-CC1BB45FD67D}"/>
              </a:ext>
            </a:extLst>
          </p:cNvPr>
          <p:cNvSpPr>
            <a:spLocks xmlns:a="http://schemas.openxmlformats.org/drawingml/2006/main" noGrp="1"/>
          </p:cNvSpPr>
          <p:nvPr/>
        </p:nvSpPr>
        <p:spPr>
          <a:xfrm xmlns:a="http://schemas.openxmlformats.org/drawingml/2006/main">
            <a:off x="3000375" y="5514975"/>
            <a:ext cx="4286250" cy="800100"/>
          </a:xfrm>
          <a:prstGeom xmlns:a="http://schemas.openxmlformats.org/drawingml/2006/main" prst="roundRect">
            <a:avLst>
              <a:gd name="adj" fmla="val 9524"/>
            </a:avLst>
          </a:prstGeom>
          <a:solidFill xmlns:a="http://schemas.openxmlformats.org/drawingml/2006/main">
            <a:srgbClr val="FFF0D3"/>
          </a:solidFill>
          <a:ln xmlns:a="http://schemas.openxmlformats.org/drawingml/2006/main" w="19050">
            <a:solidFill>
              <a:srgbClr val="A86406"/>
            </a:solidFill>
            <a:prstDash val="solid"/>
          </a:ln>
        </p:spPr>
      </p:sp>
      <p:sp>
        <p:nvSpPr>
          <p:cNvPr id="20" name="u349">
            <a:extLst xmlns:a="http://schemas.openxmlformats.org/drawingml/2006/main">
              <a:ext uri="{FF2B5EF4-FFF2-40B4-BE49-F238E27FC236}">
                <a16:creationId xmlns:a16="http://schemas.microsoft.com/office/drawing/2014/main" id="{8F516E4F-5275-4C67-9280-BF9F98957431}"/>
              </a:ext>
            </a:extLst>
          </p:cNvPr>
          <p:cNvSpPr>
            <a:spLocks xmlns:a="http://schemas.openxmlformats.org/drawingml/2006/main" noGrp="1"/>
          </p:cNvSpPr>
          <p:nvPr/>
        </p:nvSpPr>
        <p:spPr>
          <a:xfrm xmlns:a="http://schemas.openxmlformats.org/drawingml/2006/main">
            <a:off x="3171825" y="5591175"/>
            <a:ext cx="3943350" cy="647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0">
                <a:solidFill>
                  <a:srgbClr val="172A3A"/>
                </a:solidFill>
                <a:latin typeface="DejaVu Sans"/>
                <a:ea typeface="DejaVu Sans"/>
                <a:cs typeface="DejaVu Sans"/>
              </a:defRPr>
            </a:pPr>
            <a:r>
              <a:rPr sz="2250" b="0">
                <a:solidFill>
                  <a:srgbClr val="172A3A"/>
                </a:solidFill>
                <a:latin typeface="DejaVu Sans"/>
                <a:ea typeface="DejaVu Sans"/>
                <a:cs typeface="DejaVu Sans"/>
              </a:rPr>
              <a:t>Pending</a:t>
            </a:r>
          </a:p>
        </p:txBody>
      </p:sp>
      <p:sp>
        <p:nvSpPr>
          <p:cNvPr id="21" name="u350">
            <a:extLst xmlns:a="http://schemas.openxmlformats.org/drawingml/2006/main">
              <a:ext uri="{FF2B5EF4-FFF2-40B4-BE49-F238E27FC236}">
                <a16:creationId xmlns:a16="http://schemas.microsoft.com/office/drawing/2014/main" id="{98F34147-F7D6-479C-BD94-AD73B7A38DD2}"/>
              </a:ext>
            </a:extLst>
          </p:cNvPr>
          <p:cNvSpPr>
            <a:spLocks xmlns:a="http://schemas.openxmlformats.org/drawingml/2006/main" noGrp="1"/>
          </p:cNvSpPr>
          <p:nvPr/>
        </p:nvSpPr>
        <p:spPr>
          <a:xfrm xmlns:a="http://schemas.openxmlformats.org/drawingml/2006/main">
            <a:off x="3000375" y="5905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2" name="u351">
            <a:extLst xmlns:a="http://schemas.openxmlformats.org/drawingml/2006/main">
              <a:ext uri="{FF2B5EF4-FFF2-40B4-BE49-F238E27FC236}">
                <a16:creationId xmlns:a16="http://schemas.microsoft.com/office/drawing/2014/main" id="{5799853F-7860-4261-96EC-73DCFADF9225}"/>
              </a:ext>
            </a:extLst>
          </p:cNvPr>
          <p:cNvSpPr>
            <a:spLocks xmlns:a="http://schemas.openxmlformats.org/drawingml/2006/main" noGrp="1"/>
          </p:cNvSpPr>
          <p:nvPr/>
        </p:nvSpPr>
        <p:spPr>
          <a:xfrm xmlns:a="http://schemas.openxmlformats.org/drawingml/2006/main">
            <a:off x="1009650" y="5905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3" name=""/>
          <p:cNvCxnSpPr>
            <a:stCxn xmlns:a="http://schemas.openxmlformats.org/drawingml/2006/main" id="21" idx="2"/>
            <a:endCxn xmlns:a="http://schemas.openxmlformats.org/drawingml/2006/main" id="22" idx="6"/>
          </p:cNvCxnSpPr>
          <p:nvPr/>
        </p:nvCxnSpPr>
        <p:spPr>
          <a:xfrm xmlns:a="http://schemas.openxmlformats.org/drawingml/2006/main" flipH="1">
            <a:off x="1010603" y="5905977"/>
            <a:ext cx="1989772" cy="0"/>
          </a:xfrm>
          <a:prstGeom xmlns:a="http://schemas.openxmlformats.org/drawingml/2006/main" prst="straightConnector1">
            <a:avLst/>
          </a:prstGeom>
          <a:ln xmlns:a="http://schemas.openxmlformats.org/drawingml/2006/main" w="19050">
            <a:solidFill>
              <a:srgbClr val="A86406"/>
            </a:solidFill>
            <a:prstDash val="solid"/>
          </a:ln>
        </p:spPr>
      </p:cxnSp>
      <p:sp>
        <p:nvSpPr>
          <p:cNvPr id="24" name="u352">
            <a:extLst xmlns:a="http://schemas.openxmlformats.org/drawingml/2006/main">
              <a:ext uri="{FF2B5EF4-FFF2-40B4-BE49-F238E27FC236}">
                <a16:creationId xmlns:a16="http://schemas.microsoft.com/office/drawing/2014/main" id="{B70F82AB-EC43-4B16-8AE0-89B1B17B6276}"/>
              </a:ext>
            </a:extLst>
          </p:cNvPr>
          <p:cNvSpPr>
            <a:spLocks xmlns:a="http://schemas.openxmlformats.org/drawingml/2006/main" noGrp="1"/>
          </p:cNvSpPr>
          <p:nvPr/>
        </p:nvSpPr>
        <p:spPr>
          <a:xfrm xmlns:a="http://schemas.openxmlformats.org/drawingml/2006/main">
            <a:off x="1009650" y="5905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5" name="u353">
            <a:extLst xmlns:a="http://schemas.openxmlformats.org/drawingml/2006/main">
              <a:ext uri="{FF2B5EF4-FFF2-40B4-BE49-F238E27FC236}">
                <a16:creationId xmlns:a16="http://schemas.microsoft.com/office/drawing/2014/main" id="{2B2F3A8C-9C0C-4626-AA05-80CF61D0E5D6}"/>
              </a:ext>
            </a:extLst>
          </p:cNvPr>
          <p:cNvSpPr>
            <a:spLocks xmlns:a="http://schemas.openxmlformats.org/drawingml/2006/main" noGrp="1"/>
          </p:cNvSpPr>
          <p:nvPr/>
        </p:nvSpPr>
        <p:spPr>
          <a:xfrm xmlns:a="http://schemas.openxmlformats.org/drawingml/2006/main">
            <a:off x="1009650" y="42576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6" name=""/>
          <p:cNvCxnSpPr>
            <a:stCxn xmlns:a="http://schemas.openxmlformats.org/drawingml/2006/main" id="24" idx="0"/>
            <a:endCxn xmlns:a="http://schemas.openxmlformats.org/drawingml/2006/main" id="25" idx="4"/>
          </p:cNvCxnSpPr>
          <p:nvPr/>
        </p:nvCxnSpPr>
        <p:spPr>
          <a:xfrm xmlns:a="http://schemas.openxmlformats.org/drawingml/2006/main" flipV="1">
            <a:off x="1010127" y="4258628"/>
            <a:ext cx="0" cy="1646872"/>
          </a:xfrm>
          <a:prstGeom xmlns:a="http://schemas.openxmlformats.org/drawingml/2006/main" prst="straightConnector1">
            <a:avLst/>
          </a:prstGeom>
          <a:ln xmlns:a="http://schemas.openxmlformats.org/drawingml/2006/main" w="19050">
            <a:solidFill>
              <a:srgbClr val="A86406"/>
            </a:solidFill>
            <a:prstDash val="solid"/>
          </a:ln>
        </p:spPr>
      </p:cxnSp>
      <p:sp>
        <p:nvSpPr>
          <p:cNvPr id="27" name="u354">
            <a:extLst xmlns:a="http://schemas.openxmlformats.org/drawingml/2006/main">
              <a:ext uri="{FF2B5EF4-FFF2-40B4-BE49-F238E27FC236}">
                <a16:creationId xmlns:a16="http://schemas.microsoft.com/office/drawing/2014/main" id="{5DFC4F85-9AAD-4E5C-8784-33794FD5CE4C}"/>
              </a:ext>
            </a:extLst>
          </p:cNvPr>
          <p:cNvSpPr>
            <a:spLocks xmlns:a="http://schemas.openxmlformats.org/drawingml/2006/main" noGrp="1"/>
          </p:cNvSpPr>
          <p:nvPr/>
        </p:nvSpPr>
        <p:spPr>
          <a:xfrm xmlns:a="http://schemas.openxmlformats.org/drawingml/2006/main">
            <a:off x="1009650" y="42576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8" name="u355">
            <a:extLst xmlns:a="http://schemas.openxmlformats.org/drawingml/2006/main">
              <a:ext uri="{FF2B5EF4-FFF2-40B4-BE49-F238E27FC236}">
                <a16:creationId xmlns:a16="http://schemas.microsoft.com/office/drawing/2014/main" id="{248B19ED-1500-4055-A3E4-AA897BA2A02F}"/>
              </a:ext>
            </a:extLst>
          </p:cNvPr>
          <p:cNvSpPr>
            <a:spLocks xmlns:a="http://schemas.openxmlformats.org/drawingml/2006/main" noGrp="1"/>
          </p:cNvSpPr>
          <p:nvPr/>
        </p:nvSpPr>
        <p:spPr>
          <a:xfrm xmlns:a="http://schemas.openxmlformats.org/drawingml/2006/main">
            <a:off x="3000375" y="42576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9" name=""/>
          <p:cNvCxnSpPr>
            <a:stCxn xmlns:a="http://schemas.openxmlformats.org/drawingml/2006/main" id="27" idx="6"/>
            <a:endCxn xmlns:a="http://schemas.openxmlformats.org/drawingml/2006/main" id="28" idx="2"/>
          </p:cNvCxnSpPr>
          <p:nvPr/>
        </p:nvCxnSpPr>
        <p:spPr>
          <a:xfrm xmlns:a="http://schemas.openxmlformats.org/drawingml/2006/main">
            <a:off x="1010603" y="4258152"/>
            <a:ext cx="1989772" cy="0"/>
          </a:xfrm>
          <a:prstGeom xmlns:a="http://schemas.openxmlformats.org/drawingml/2006/main" prst="straightConnector1">
            <a:avLst/>
          </a:prstGeom>
          <a:ln xmlns:a="http://schemas.openxmlformats.org/drawingml/2006/main" w="19050">
            <a:solidFill>
              <a:srgbClr val="A86406"/>
            </a:solidFill>
            <a:prstDash val="solid"/>
            <a:tailEnd type="arrow" w="med" len="med"/>
          </a:ln>
        </p:spPr>
      </p:cxnSp>
      <p:sp>
        <p:nvSpPr>
          <p:cNvPr id="30" name="u356">
            <a:extLst xmlns:a="http://schemas.openxmlformats.org/drawingml/2006/main">
              <a:ext uri="{FF2B5EF4-FFF2-40B4-BE49-F238E27FC236}">
                <a16:creationId xmlns:a16="http://schemas.microsoft.com/office/drawing/2014/main" id="{26A70EEA-CDAF-4C7F-9B43-9A35997849A5}"/>
              </a:ext>
            </a:extLst>
          </p:cNvPr>
          <p:cNvSpPr>
            <a:spLocks xmlns:a="http://schemas.openxmlformats.org/drawingml/2006/main" noGrp="1"/>
          </p:cNvSpPr>
          <p:nvPr/>
        </p:nvSpPr>
        <p:spPr>
          <a:xfrm xmlns:a="http://schemas.openxmlformats.org/drawingml/2006/main">
            <a:off x="1266825" y="4676775"/>
            <a:ext cx="1571625" cy="9334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A86406"/>
                </a:solidFill>
                <a:latin typeface="DejaVu Sans"/>
                <a:ea typeface="DejaVu Sans"/>
                <a:cs typeface="DejaVu Sans"/>
              </a:defRPr>
            </a:pPr>
            <a:r>
              <a:rPr sz="1650" b="0">
                <a:solidFill>
                  <a:srgbClr val="A86406"/>
                </a:solidFill>
                <a:latin typeface="DejaVu Sans"/>
                <a:ea typeface="DejaVu Sans"/>
                <a:cs typeface="DejaVu Sans"/>
              </a:rPr>
              <a:t>miss or</a:t>
            </a:r>
          </a:p>
          <a:p xmlns:a="http://schemas.openxmlformats.org/drawingml/2006/main">
            <a:pPr algn="l">
              <a:defRPr sz="1650" b="0">
                <a:solidFill>
                  <a:srgbClr val="A86406"/>
                </a:solidFill>
                <a:latin typeface="DejaVu Sans"/>
                <a:ea typeface="DejaVu Sans"/>
                <a:cs typeface="DejaVu Sans"/>
              </a:defRPr>
            </a:pPr>
            <a:r>
              <a:rPr sz="1650" b="0">
                <a:solidFill>
                  <a:srgbClr val="A86406"/>
                </a:solidFill>
                <a:latin typeface="DejaVu Sans"/>
                <a:ea typeface="DejaVu Sans"/>
                <a:cs typeface="DejaVu Sans"/>
              </a:rPr>
              <a:t>missing slot</a:t>
            </a:r>
          </a:p>
        </p:txBody>
      </p:sp>
      <p:sp>
        <p:nvSpPr>
          <p:cNvPr id="31" name="u357">
            <a:extLst xmlns:a="http://schemas.openxmlformats.org/drawingml/2006/main">
              <a:ext uri="{FF2B5EF4-FFF2-40B4-BE49-F238E27FC236}">
                <a16:creationId xmlns:a16="http://schemas.microsoft.com/office/drawing/2014/main" id="{93B97378-B2AC-409A-87D8-83F9D11946B0}"/>
              </a:ext>
            </a:extLst>
          </p:cNvPr>
          <p:cNvSpPr>
            <a:spLocks xmlns:a="http://schemas.openxmlformats.org/drawingml/2006/main" noGrp="1"/>
          </p:cNvSpPr>
          <p:nvPr/>
        </p:nvSpPr>
        <p:spPr>
          <a:xfrm xmlns:a="http://schemas.openxmlformats.org/drawingml/2006/main">
            <a:off x="5143500" y="63150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2" name="u358">
            <a:extLst xmlns:a="http://schemas.openxmlformats.org/drawingml/2006/main">
              <a:ext uri="{FF2B5EF4-FFF2-40B4-BE49-F238E27FC236}">
                <a16:creationId xmlns:a16="http://schemas.microsoft.com/office/drawing/2014/main" id="{49319E3E-B6C9-4EB1-88CF-C70522813DD7}"/>
              </a:ext>
            </a:extLst>
          </p:cNvPr>
          <p:cNvSpPr>
            <a:spLocks xmlns:a="http://schemas.openxmlformats.org/drawingml/2006/main" noGrp="1"/>
          </p:cNvSpPr>
          <p:nvPr/>
        </p:nvSpPr>
        <p:spPr>
          <a:xfrm xmlns:a="http://schemas.openxmlformats.org/drawingml/2006/main">
            <a:off x="5143500" y="75533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3" name=""/>
          <p:cNvCxnSpPr>
            <a:stCxn xmlns:a="http://schemas.openxmlformats.org/drawingml/2006/main" id="31" idx="4"/>
            <a:endCxn xmlns:a="http://schemas.openxmlformats.org/drawingml/2006/main" id="32" idx="0"/>
          </p:cNvCxnSpPr>
          <p:nvPr/>
        </p:nvCxnSpPr>
        <p:spPr>
          <a:xfrm xmlns:a="http://schemas.openxmlformats.org/drawingml/2006/main">
            <a:off x="5143977" y="6316028"/>
            <a:ext cx="0" cy="1237297"/>
          </a:xfrm>
          <a:prstGeom xmlns:a="http://schemas.openxmlformats.org/drawingml/2006/main" prst="straightConnector1">
            <a:avLst/>
          </a:prstGeom>
          <a:ln xmlns:a="http://schemas.openxmlformats.org/drawingml/2006/main" w="19050">
            <a:solidFill>
              <a:srgbClr val="A86406"/>
            </a:solidFill>
            <a:prstDash val="solid"/>
            <a:tailEnd type="arrow" w="med" len="med"/>
          </a:ln>
        </p:spPr>
      </p:cxnSp>
      <p:sp>
        <p:nvSpPr>
          <p:cNvPr id="34" name="u359">
            <a:extLst xmlns:a="http://schemas.openxmlformats.org/drawingml/2006/main">
              <a:ext uri="{FF2B5EF4-FFF2-40B4-BE49-F238E27FC236}">
                <a16:creationId xmlns:a16="http://schemas.microsoft.com/office/drawing/2014/main" id="{EC4C74EB-AAD8-400A-A2BA-2F125A14D551}"/>
              </a:ext>
            </a:extLst>
          </p:cNvPr>
          <p:cNvSpPr>
            <a:spLocks xmlns:a="http://schemas.openxmlformats.org/drawingml/2006/main" noGrp="1"/>
          </p:cNvSpPr>
          <p:nvPr/>
        </p:nvSpPr>
        <p:spPr>
          <a:xfrm xmlns:a="http://schemas.openxmlformats.org/drawingml/2006/main">
            <a:off x="5372100" y="6515100"/>
            <a:ext cx="4238625"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A86406"/>
                </a:solidFill>
                <a:latin typeface="DejaVu Sans"/>
                <a:ea typeface="DejaVu Sans"/>
                <a:cs typeface="DejaVu Sans"/>
              </a:defRPr>
            </a:pPr>
            <a:r>
              <a:rPr sz="1725" b="0">
                <a:solidFill>
                  <a:srgbClr val="A86406"/>
                </a:solidFill>
                <a:latin typeface="DejaVu Sans"/>
                <a:ea typeface="DejaVu Sans"/>
                <a:cs typeface="DejaVu Sans"/>
              </a:rPr>
              <a:t>next eligible sample</a:t>
            </a:r>
          </a:p>
          <a:p xmlns:a="http://schemas.openxmlformats.org/drawingml/2006/main">
            <a:pPr algn="l">
              <a:defRPr sz="1725" b="0">
                <a:solidFill>
                  <a:srgbClr val="A86406"/>
                </a:solidFill>
                <a:latin typeface="DejaVu Sans"/>
                <a:ea typeface="DejaVu Sans"/>
                <a:cs typeface="DejaVu Sans"/>
              </a:defRPr>
            </a:pPr>
            <a:r>
              <a:rPr sz="1725" b="0">
                <a:solidFill>
                  <a:srgbClr val="A86406"/>
                </a:solidFill>
                <a:latin typeface="DejaVu Sans"/>
                <a:ea typeface="DejaVu Sans"/>
                <a:cs typeface="DejaVu Sans"/>
              </a:rPr>
              <a:t>[supports] / open</a:t>
            </a:r>
          </a:p>
        </p:txBody>
      </p:sp>
      <p:sp>
        <p:nvSpPr>
          <p:cNvPr id="35" name="u360">
            <a:extLst xmlns:a="http://schemas.openxmlformats.org/drawingml/2006/main">
              <a:ext uri="{FF2B5EF4-FFF2-40B4-BE49-F238E27FC236}">
                <a16:creationId xmlns:a16="http://schemas.microsoft.com/office/drawing/2014/main" id="{66E1D1D8-4394-4C71-A6BE-B414622A49CC}"/>
              </a:ext>
            </a:extLst>
          </p:cNvPr>
          <p:cNvSpPr>
            <a:spLocks xmlns:a="http://schemas.openxmlformats.org/drawingml/2006/main" noGrp="1"/>
          </p:cNvSpPr>
          <p:nvPr/>
        </p:nvSpPr>
        <p:spPr>
          <a:xfrm xmlns:a="http://schemas.openxmlformats.org/drawingml/2006/main">
            <a:off x="3000375" y="7572375"/>
            <a:ext cx="4286250" cy="1047750"/>
          </a:xfrm>
          <a:prstGeom xmlns:a="http://schemas.openxmlformats.org/drawingml/2006/main" prst="roundRect">
            <a:avLst>
              <a:gd name="adj" fmla="val 7273"/>
            </a:avLst>
          </a:prstGeom>
          <a:solidFill xmlns:a="http://schemas.openxmlformats.org/drawingml/2006/main">
            <a:srgbClr val="FFF0D3"/>
          </a:solidFill>
          <a:ln xmlns:a="http://schemas.openxmlformats.org/drawingml/2006/main" w="19050">
            <a:solidFill>
              <a:srgbClr val="A86406"/>
            </a:solidFill>
            <a:prstDash val="solid"/>
          </a:ln>
        </p:spPr>
      </p:sp>
      <p:sp>
        <p:nvSpPr>
          <p:cNvPr id="36" name="u361">
            <a:extLst xmlns:a="http://schemas.openxmlformats.org/drawingml/2006/main">
              <a:ext uri="{FF2B5EF4-FFF2-40B4-BE49-F238E27FC236}">
                <a16:creationId xmlns:a16="http://schemas.microsoft.com/office/drawing/2014/main" id="{07B25C39-F3C7-41DA-B595-26617A2CCFFF}"/>
              </a:ext>
            </a:extLst>
          </p:cNvPr>
          <p:cNvSpPr>
            <a:spLocks xmlns:a="http://schemas.openxmlformats.org/drawingml/2006/main" noGrp="1"/>
          </p:cNvSpPr>
          <p:nvPr/>
        </p:nvSpPr>
        <p:spPr>
          <a:xfrm xmlns:a="http://schemas.openxmlformats.org/drawingml/2006/main">
            <a:off x="3171825" y="7648575"/>
            <a:ext cx="3943350" cy="8953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0">
                <a:solidFill>
                  <a:srgbClr val="172A3A"/>
                </a:solidFill>
                <a:latin typeface="DejaVu Sans"/>
                <a:ea typeface="DejaVu Sans"/>
                <a:cs typeface="DejaVu Sans"/>
              </a:defRPr>
            </a:pPr>
            <a:r>
              <a:rPr sz="2250" b="0">
                <a:solidFill>
                  <a:srgbClr val="172A3A"/>
                </a:solidFill>
                <a:latin typeface="DejaVu Sans"/>
                <a:ea typeface="DejaVu Sans"/>
                <a:cs typeface="DejaVu Sans"/>
              </a:rPr>
              <a:t>Open</a:t>
            </a:r>
          </a:p>
          <a:p xmlns:a="http://schemas.openxmlformats.org/drawingml/2006/main">
            <a:pPr algn="ctr">
              <a:defRPr sz="2250" b="0">
                <a:solidFill>
                  <a:srgbClr val="172A3A"/>
                </a:solidFill>
                <a:latin typeface="DejaVu Sans"/>
                <a:ea typeface="DejaVu Sans"/>
                <a:cs typeface="DejaVu Sans"/>
              </a:defRPr>
            </a:pPr>
            <a:r>
              <a:rPr sz="2250" b="0">
                <a:solidFill>
                  <a:srgbClr val="172A3A"/>
                </a:solidFill>
                <a:latin typeface="DejaVu Sans"/>
                <a:ea typeface="DejaVu Sans"/>
                <a:cs typeface="DejaVu Sans"/>
              </a:rPr>
              <a:t>possible match</a:t>
            </a:r>
          </a:p>
        </p:txBody>
      </p:sp>
      <p:sp>
        <p:nvSpPr>
          <p:cNvPr id="37" name="u362">
            <a:extLst xmlns:a="http://schemas.openxmlformats.org/drawingml/2006/main">
              <a:ext uri="{FF2B5EF4-FFF2-40B4-BE49-F238E27FC236}">
                <a16:creationId xmlns:a16="http://schemas.microsoft.com/office/drawing/2014/main" id="{0A78EBFC-8D62-4D0F-A04A-997C8566E585}"/>
              </a:ext>
            </a:extLst>
          </p:cNvPr>
          <p:cNvSpPr>
            <a:spLocks xmlns:a="http://schemas.openxmlformats.org/drawingml/2006/main" noGrp="1"/>
          </p:cNvSpPr>
          <p:nvPr/>
        </p:nvSpPr>
        <p:spPr>
          <a:xfrm xmlns:a="http://schemas.openxmlformats.org/drawingml/2006/main">
            <a:off x="5143500" y="86201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8" name="u363">
            <a:extLst xmlns:a="http://schemas.openxmlformats.org/drawingml/2006/main">
              <a:ext uri="{FF2B5EF4-FFF2-40B4-BE49-F238E27FC236}">
                <a16:creationId xmlns:a16="http://schemas.microsoft.com/office/drawing/2014/main" id="{22307A32-496E-4898-9FA0-13409ED9600B}"/>
              </a:ext>
            </a:extLst>
          </p:cNvPr>
          <p:cNvSpPr>
            <a:spLocks xmlns:a="http://schemas.openxmlformats.org/drawingml/2006/main" noGrp="1"/>
          </p:cNvSpPr>
          <p:nvPr/>
        </p:nvSpPr>
        <p:spPr>
          <a:xfrm xmlns:a="http://schemas.openxmlformats.org/drawingml/2006/main">
            <a:off x="5143500" y="96202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9" name=""/>
          <p:cNvCxnSpPr>
            <a:stCxn xmlns:a="http://schemas.openxmlformats.org/drawingml/2006/main" id="37" idx="4"/>
            <a:endCxn xmlns:a="http://schemas.openxmlformats.org/drawingml/2006/main" id="38" idx="0"/>
          </p:cNvCxnSpPr>
          <p:nvPr/>
        </p:nvCxnSpPr>
        <p:spPr>
          <a:xfrm xmlns:a="http://schemas.openxmlformats.org/drawingml/2006/main">
            <a:off x="5143977" y="8621078"/>
            <a:ext cx="0" cy="999172"/>
          </a:xfrm>
          <a:prstGeom xmlns:a="http://schemas.openxmlformats.org/drawingml/2006/main" prst="straightConnector1">
            <a:avLst/>
          </a:prstGeom>
          <a:ln xmlns:a="http://schemas.openxmlformats.org/drawingml/2006/main" w="19050">
            <a:solidFill>
              <a:srgbClr val="A86406"/>
            </a:solidFill>
            <a:prstDash val="solid"/>
            <a:tailEnd type="arrow" w="med" len="med"/>
          </a:ln>
        </p:spPr>
      </p:cxnSp>
      <p:sp>
        <p:nvSpPr>
          <p:cNvPr id="40" name="u364">
            <a:extLst xmlns:a="http://schemas.openxmlformats.org/drawingml/2006/main">
              <a:ext uri="{FF2B5EF4-FFF2-40B4-BE49-F238E27FC236}">
                <a16:creationId xmlns:a16="http://schemas.microsoft.com/office/drawing/2014/main" id="{EE21BED7-1AF5-4E6E-B85E-019EFD06303D}"/>
              </a:ext>
            </a:extLst>
          </p:cNvPr>
          <p:cNvSpPr>
            <a:spLocks xmlns:a="http://schemas.openxmlformats.org/drawingml/2006/main" noGrp="1"/>
          </p:cNvSpPr>
          <p:nvPr/>
        </p:nvSpPr>
        <p:spPr>
          <a:xfrm xmlns:a="http://schemas.openxmlformats.org/drawingml/2006/main">
            <a:off x="5362575" y="8763000"/>
            <a:ext cx="4286250" cy="6477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A86406"/>
                </a:solidFill>
                <a:latin typeface="DejaVu Sans"/>
                <a:ea typeface="DejaVu Sans"/>
                <a:cs typeface="DejaVu Sans"/>
              </a:defRPr>
            </a:pPr>
            <a:r>
              <a:rPr sz="1725" b="0">
                <a:solidFill>
                  <a:srgbClr val="A86406"/>
                </a:solidFill>
                <a:latin typeface="DejaVu Sans"/>
                <a:ea typeface="DejaVu Sans"/>
                <a:cs typeface="DejaVu Sans"/>
              </a:rPr>
              <a:t>[gap ≥ 1.5 s] / close</a:t>
            </a:r>
          </a:p>
        </p:txBody>
      </p:sp>
      <p:sp>
        <p:nvSpPr>
          <p:cNvPr id="41" name="u365">
            <a:extLst xmlns:a="http://schemas.openxmlformats.org/drawingml/2006/main">
              <a:ext uri="{FF2B5EF4-FFF2-40B4-BE49-F238E27FC236}">
                <a16:creationId xmlns:a16="http://schemas.microsoft.com/office/drawing/2014/main" id="{83021D4C-7EAC-4794-8FA4-00814A505FB9}"/>
              </a:ext>
            </a:extLst>
          </p:cNvPr>
          <p:cNvSpPr>
            <a:spLocks xmlns:a="http://schemas.openxmlformats.org/drawingml/2006/main" noGrp="1"/>
          </p:cNvSpPr>
          <p:nvPr/>
        </p:nvSpPr>
        <p:spPr>
          <a:xfrm xmlns:a="http://schemas.openxmlformats.org/drawingml/2006/main">
            <a:off x="3000375" y="9639300"/>
            <a:ext cx="42862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9050">
            <a:solidFill>
              <a:srgbClr val="A86406"/>
            </a:solidFill>
            <a:prstDash val="solid"/>
          </a:ln>
        </p:spPr>
      </p:sp>
      <p:sp>
        <p:nvSpPr>
          <p:cNvPr id="42" name="u366">
            <a:extLst xmlns:a="http://schemas.openxmlformats.org/drawingml/2006/main">
              <a:ext uri="{FF2B5EF4-FFF2-40B4-BE49-F238E27FC236}">
                <a16:creationId xmlns:a16="http://schemas.microsoft.com/office/drawing/2014/main" id="{AC256F19-9562-4A6B-845D-8BF4DBD25683}"/>
              </a:ext>
            </a:extLst>
          </p:cNvPr>
          <p:cNvSpPr>
            <a:spLocks xmlns:a="http://schemas.openxmlformats.org/drawingml/2006/main" noGrp="1"/>
          </p:cNvSpPr>
          <p:nvPr/>
        </p:nvSpPr>
        <p:spPr>
          <a:xfrm xmlns:a="http://schemas.openxmlformats.org/drawingml/2006/main">
            <a:off x="3171825" y="9715500"/>
            <a:ext cx="3943350" cy="8953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Closed</a:t>
            </a:r>
          </a:p>
          <a:p xmlns:a="http://schemas.openxmlformats.org/drawingml/2006/main">
            <a:pPr algn="ctr">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episode retained</a:t>
            </a:r>
          </a:p>
        </p:txBody>
      </p:sp>
      <p:sp>
        <p:nvSpPr>
          <p:cNvPr id="43" name="u367">
            <a:extLst xmlns:a="http://schemas.openxmlformats.org/drawingml/2006/main">
              <a:ext uri="{FF2B5EF4-FFF2-40B4-BE49-F238E27FC236}">
                <a16:creationId xmlns:a16="http://schemas.microsoft.com/office/drawing/2014/main" id="{BA23759B-9324-4C29-87C2-6588BFD59703}"/>
              </a:ext>
            </a:extLst>
          </p:cNvPr>
          <p:cNvSpPr>
            <a:spLocks xmlns:a="http://schemas.openxmlformats.org/drawingml/2006/main" noGrp="1"/>
          </p:cNvSpPr>
          <p:nvPr/>
        </p:nvSpPr>
        <p:spPr>
          <a:xfrm xmlns:a="http://schemas.openxmlformats.org/drawingml/2006/main">
            <a:off x="5143500" y="106870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44" name="u368">
            <a:extLst xmlns:a="http://schemas.openxmlformats.org/drawingml/2006/main">
              <a:ext uri="{FF2B5EF4-FFF2-40B4-BE49-F238E27FC236}">
                <a16:creationId xmlns:a16="http://schemas.microsoft.com/office/drawing/2014/main" id="{B082BBC1-E7F0-489B-91F2-2E62C03B57A5}"/>
              </a:ext>
            </a:extLst>
          </p:cNvPr>
          <p:cNvSpPr>
            <a:spLocks xmlns:a="http://schemas.openxmlformats.org/drawingml/2006/main" noGrp="1"/>
          </p:cNvSpPr>
          <p:nvPr/>
        </p:nvSpPr>
        <p:spPr>
          <a:xfrm xmlns:a="http://schemas.openxmlformats.org/drawingml/2006/main">
            <a:off x="5143500" y="109537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95" name=""/>
          <p:cNvCxnSpPr>
            <a:stCxn xmlns:a="http://schemas.openxmlformats.org/drawingml/2006/main" id="43" idx="4"/>
            <a:endCxn xmlns:a="http://schemas.openxmlformats.org/drawingml/2006/main" id="44" idx="0"/>
          </p:cNvCxnSpPr>
          <p:nvPr/>
        </p:nvCxnSpPr>
        <p:spPr>
          <a:xfrm xmlns:a="http://schemas.openxmlformats.org/drawingml/2006/main">
            <a:off x="5143977" y="10688003"/>
            <a:ext cx="0" cy="265747"/>
          </a:xfrm>
          <a:prstGeom xmlns:a="http://schemas.openxmlformats.org/drawingml/2006/main" prst="straightConnector1">
            <a:avLst/>
          </a:prstGeom>
          <a:ln xmlns:a="http://schemas.openxmlformats.org/drawingml/2006/main" w="19050">
            <a:solidFill>
              <a:srgbClr val="A86406"/>
            </a:solidFill>
            <a:prstDash val="solid"/>
            <a:tailEnd type="arrow" w="med" len="med"/>
          </a:ln>
        </p:spPr>
      </p:cxnSp>
      <p:sp>
        <p:nvSpPr>
          <p:cNvPr id="46" name="u369">
            <a:extLst xmlns:a="http://schemas.openxmlformats.org/drawingml/2006/main">
              <a:ext uri="{FF2B5EF4-FFF2-40B4-BE49-F238E27FC236}">
                <a16:creationId xmlns:a16="http://schemas.microsoft.com/office/drawing/2014/main" id="{021B0213-C23D-4FD5-8C6C-0CF1348B1A41}"/>
              </a:ext>
            </a:extLst>
          </p:cNvPr>
          <p:cNvSpPr>
            <a:spLocks xmlns:a="http://schemas.openxmlformats.org/drawingml/2006/main" noGrp="1"/>
          </p:cNvSpPr>
          <p:nvPr/>
        </p:nvSpPr>
        <p:spPr>
          <a:xfrm xmlns:a="http://schemas.openxmlformats.org/drawingml/2006/main">
            <a:off x="4991100" y="11001375"/>
            <a:ext cx="304800" cy="304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A3A"/>
            </a:solidFill>
            <a:prstDash val="solid"/>
          </a:ln>
        </p:spPr>
      </p:sp>
      <p:sp>
        <p:nvSpPr>
          <p:cNvPr id="47" name="u370">
            <a:extLst xmlns:a="http://schemas.openxmlformats.org/drawingml/2006/main">
              <a:ext uri="{FF2B5EF4-FFF2-40B4-BE49-F238E27FC236}">
                <a16:creationId xmlns:a16="http://schemas.microsoft.com/office/drawing/2014/main" id="{8084170E-EA6E-4C5E-A425-63B72DC500CA}"/>
              </a:ext>
            </a:extLst>
          </p:cNvPr>
          <p:cNvSpPr>
            <a:spLocks xmlns:a="http://schemas.openxmlformats.org/drawingml/2006/main" noGrp="1"/>
          </p:cNvSpPr>
          <p:nvPr/>
        </p:nvSpPr>
        <p:spPr>
          <a:xfrm xmlns:a="http://schemas.openxmlformats.org/drawingml/2006/main">
            <a:off x="5048250" y="11058525"/>
            <a:ext cx="190500" cy="190500"/>
          </a:xfrm>
          <a:prstGeom xmlns:a="http://schemas.openxmlformats.org/drawingml/2006/main" prst="ellipse">
            <a:avLst/>
          </a:prstGeom>
          <a:solidFill xmlns:a="http://schemas.openxmlformats.org/drawingml/2006/main">
            <a:srgbClr val="172A3A"/>
          </a:solidFill>
          <a:ln xmlns:a="http://schemas.openxmlformats.org/drawingml/2006/main" w="9525">
            <a:noFill/>
            <a:prstDash val="solid"/>
          </a:ln>
        </p:spPr>
      </p:sp>
      <p:sp>
        <p:nvSpPr>
          <p:cNvPr id="48" name="u371">
            <a:extLst xmlns:a="http://schemas.openxmlformats.org/drawingml/2006/main">
              <a:ext uri="{FF2B5EF4-FFF2-40B4-BE49-F238E27FC236}">
                <a16:creationId xmlns:a16="http://schemas.microsoft.com/office/drawing/2014/main" id="{7B663255-CB32-42B1-A580-7E4ED81729B7}"/>
              </a:ext>
            </a:extLst>
          </p:cNvPr>
          <p:cNvSpPr>
            <a:spLocks xmlns:a="http://schemas.openxmlformats.org/drawingml/2006/main" noGrp="1"/>
          </p:cNvSpPr>
          <p:nvPr/>
        </p:nvSpPr>
        <p:spPr>
          <a:xfrm xmlns:a="http://schemas.openxmlformats.org/drawingml/2006/main">
            <a:off x="619125" y="11430000"/>
            <a:ext cx="8991600" cy="5334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86974"/>
                </a:solidFill>
                <a:latin typeface="DejaVu Sans"/>
                <a:ea typeface="DejaVu Sans"/>
                <a:cs typeface="DejaVu Sans"/>
              </a:defRPr>
            </a:pPr>
            <a:r>
              <a:rPr sz="1725" b="0">
                <a:solidFill>
                  <a:srgbClr val="586974"/>
                </a:solidFill>
                <a:latin typeface="DejaVu Sans"/>
                <a:ea typeface="DejaVu Sans"/>
                <a:cs typeface="DejaVu Sans"/>
              </a:rPr>
              <a:t>Support updates the open episode. End, stop, cancel, or error</a:t>
            </a:r>
          </a:p>
          <a:p xmlns:a="http://schemas.openxmlformats.org/drawingml/2006/main">
            <a:pPr algn="l">
              <a:defRPr sz="1725" b="0">
                <a:solidFill>
                  <a:srgbClr val="586974"/>
                </a:solidFill>
                <a:latin typeface="DejaVu Sans"/>
                <a:ea typeface="DejaVu Sans"/>
                <a:cs typeface="DejaVu Sans"/>
              </a:defRPr>
            </a:pPr>
            <a:r>
              <a:rPr sz="1725" b="0">
                <a:solidFill>
                  <a:srgbClr val="586974"/>
                </a:solidFill>
                <a:latin typeface="DejaVu Sans"/>
                <a:ea typeface="DejaVu Sans"/>
                <a:cs typeface="DejaVu Sans"/>
              </a:rPr>
              <a:t>also closes it. The aggregator can begin another sighting.</a:t>
            </a:r>
          </a:p>
        </p:txBody>
      </p:sp>
      <p:sp>
        <p:nvSpPr>
          <p:cNvPr id="49" name="u372">
            <a:extLst xmlns:a="http://schemas.openxmlformats.org/drawingml/2006/main">
              <a:ext uri="{FF2B5EF4-FFF2-40B4-BE49-F238E27FC236}">
                <a16:creationId xmlns:a16="http://schemas.microsoft.com/office/drawing/2014/main" id="{EC9B17F0-E4A4-40B4-9F19-85CF388F32A7}"/>
              </a:ext>
            </a:extLst>
          </p:cNvPr>
          <p:cNvSpPr>
            <a:spLocks xmlns:a="http://schemas.openxmlformats.org/drawingml/2006/main" noGrp="1"/>
          </p:cNvSpPr>
          <p:nvPr/>
        </p:nvSpPr>
        <p:spPr>
          <a:xfrm xmlns:a="http://schemas.openxmlformats.org/drawingml/2006/main">
            <a:off x="609600" y="11953875"/>
            <a:ext cx="90487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hlinkClick xmlns:r="http://schemas.openxmlformats.org/officeDocument/2006/relationships" r:id="R73a38c61f90e4e7e"/>
              </a:rPr>
              <a:t>CandidateEpisodeAggregator.swift  ·  consume(_:)</a:t>
            </a:r>
          </a:p>
        </p:txBody>
      </p:sp>
      <p:sp>
        <p:nvSpPr>
          <p:cNvPr id="50" name="u373">
            <a:extLst xmlns:a="http://schemas.openxmlformats.org/drawingml/2006/main">
              <a:ext uri="{FF2B5EF4-FFF2-40B4-BE49-F238E27FC236}">
                <a16:creationId xmlns:a16="http://schemas.microsoft.com/office/drawing/2014/main" id="{CE8FDF82-ECB7-4C90-AA45-C2F91E3126D8}"/>
              </a:ext>
            </a:extLst>
          </p:cNvPr>
          <p:cNvSpPr>
            <a:spLocks xmlns:a="http://schemas.openxmlformats.org/drawingml/2006/main" noGrp="1"/>
          </p:cNvSpPr>
          <p:nvPr/>
        </p:nvSpPr>
        <p:spPr>
          <a:xfrm xmlns:a="http://schemas.openxmlformats.org/drawingml/2006/main">
            <a:off x="609600" y="12353925"/>
            <a:ext cx="90487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ios/AIShop/AIShopVision/Sources/AIShopVision/CandidateEpisodeAggregator</a:t>
            </a:r>
          </a:p>
        </p:txBody>
      </p:sp>
    </p:spTree>
    <p:extLst>
      <p:ext uri="{BB962C8B-B14F-4D97-AF65-F5344CB8AC3E}">
        <p14:creationId xmlns:p14="http://schemas.microsoft.com/office/powerpoint/2010/main" val="1191457156"/>
      </p:ext>
    </p:extLst>
  </p:cSld>
</p:sld>
</file>

<file path=ppt/slides/slide1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1" name="u374">
            <a:extLst xmlns:a="http://schemas.openxmlformats.org/drawingml/2006/main">
              <a:ext uri="{FF2B5EF4-FFF2-40B4-BE49-F238E27FC236}">
                <a16:creationId xmlns:a16="http://schemas.microsoft.com/office/drawing/2014/main" id="{A00DBEAE-8ED6-4E58-AEF5-7E6861813E6C}"/>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SEQUENCE</a:t>
            </a:r>
          </a:p>
        </p:txBody>
      </p:sp>
      <p:sp>
        <p:nvSpPr>
          <p:cNvPr id="2" name="u375">
            <a:extLst xmlns:a="http://schemas.openxmlformats.org/drawingml/2006/main">
              <a:ext uri="{FF2B5EF4-FFF2-40B4-BE49-F238E27FC236}">
                <a16:creationId xmlns:a16="http://schemas.microsoft.com/office/drawing/2014/main" id="{922CC095-2082-4913-B0CE-1318D7B331D3}"/>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The pipeline calls the parts</a:t>
            </a:r>
          </a:p>
        </p:txBody>
      </p:sp>
      <p:sp>
        <p:nvSpPr>
          <p:cNvPr id="3" name="u376">
            <a:extLst xmlns:a="http://schemas.openxmlformats.org/drawingml/2006/main">
              <a:ext uri="{FF2B5EF4-FFF2-40B4-BE49-F238E27FC236}">
                <a16:creationId xmlns:a16="http://schemas.microsoft.com/office/drawing/2014/main" id="{6D1A6B0C-E694-4FBC-B4B1-186E3EAE9694}"/>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One eligible frame: measure first, then update episode state.</a:t>
            </a:r>
          </a:p>
        </p:txBody>
      </p:sp>
      <p:sp>
        <p:nvSpPr>
          <p:cNvPr id="4" name="u377">
            <a:extLst xmlns:a="http://schemas.openxmlformats.org/drawingml/2006/main">
              <a:ext uri="{FF2B5EF4-FFF2-40B4-BE49-F238E27FC236}">
                <a16:creationId xmlns:a16="http://schemas.microsoft.com/office/drawing/2014/main" id="{BB92987F-533F-45B5-BBA2-8AD3DE4290DB}"/>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378">
            <a:extLst xmlns:a="http://schemas.openxmlformats.org/drawingml/2006/main">
              <a:ext uri="{FF2B5EF4-FFF2-40B4-BE49-F238E27FC236}">
                <a16:creationId xmlns:a16="http://schemas.microsoft.com/office/drawing/2014/main" id="{6474D0B2-7F3E-4866-87D5-BBBB0EF1F74A}"/>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6"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379">
            <a:extLst xmlns:a="http://schemas.openxmlformats.org/drawingml/2006/main">
              <a:ext uri="{FF2B5EF4-FFF2-40B4-BE49-F238E27FC236}">
                <a16:creationId xmlns:a16="http://schemas.microsoft.com/office/drawing/2014/main" id="{B01CBA89-3E68-4336-8F15-0312673086F7}"/>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380">
            <a:extLst xmlns:a="http://schemas.openxmlformats.org/drawingml/2006/main">
              <a:ext uri="{FF2B5EF4-FFF2-40B4-BE49-F238E27FC236}">
                <a16:creationId xmlns:a16="http://schemas.microsoft.com/office/drawing/2014/main" id="{861D0DFD-4A29-472D-ADD6-1FD6584DF52D}"/>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14</a:t>
            </a:r>
          </a:p>
        </p:txBody>
      </p:sp>
      <p:sp>
        <p:nvSpPr>
          <p:cNvPr id="9" name="u381">
            <a:extLst xmlns:a="http://schemas.openxmlformats.org/drawingml/2006/main">
              <a:ext uri="{FF2B5EF4-FFF2-40B4-BE49-F238E27FC236}">
                <a16:creationId xmlns:a16="http://schemas.microsoft.com/office/drawing/2014/main" id="{797D7122-031F-490B-B266-3E391E06F433}"/>
              </a:ext>
            </a:extLst>
          </p:cNvPr>
          <p:cNvSpPr>
            <a:spLocks xmlns:a="http://schemas.openxmlformats.org/drawingml/2006/main" noGrp="1"/>
          </p:cNvSpPr>
          <p:nvPr/>
        </p:nvSpPr>
        <p:spPr>
          <a:xfrm xmlns:a="http://schemas.openxmlformats.org/drawingml/2006/main">
            <a:off x="619125" y="3267075"/>
            <a:ext cx="904875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Sources/AIShopVision/CandidateAnalysisPipeline/</a:t>
            </a:r>
          </a:p>
        </p:txBody>
      </p:sp>
      <p:sp>
        <p:nvSpPr>
          <p:cNvPr id="10" name="u382">
            <a:extLst xmlns:a="http://schemas.openxmlformats.org/drawingml/2006/main">
              <a:ext uri="{FF2B5EF4-FFF2-40B4-BE49-F238E27FC236}">
                <a16:creationId xmlns:a16="http://schemas.microsoft.com/office/drawing/2014/main" id="{1B1B4D41-5E6D-4A56-A616-17FAE1578B94}"/>
              </a:ext>
            </a:extLst>
          </p:cNvPr>
          <p:cNvSpPr>
            <a:spLocks xmlns:a="http://schemas.openxmlformats.org/drawingml/2006/main" noGrp="1"/>
          </p:cNvSpPr>
          <p:nvPr/>
        </p:nvSpPr>
        <p:spPr>
          <a:xfrm xmlns:a="http://schemas.openxmlformats.org/drawingml/2006/main">
            <a:off x="733425" y="3762375"/>
            <a:ext cx="882015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1" name="u383">
            <a:extLst xmlns:a="http://schemas.openxmlformats.org/drawingml/2006/main">
              <a:ext uri="{FF2B5EF4-FFF2-40B4-BE49-F238E27FC236}">
                <a16:creationId xmlns:a16="http://schemas.microsoft.com/office/drawing/2014/main" id="{486A0D48-5862-40CB-B7EF-174A50836201}"/>
              </a:ext>
            </a:extLst>
          </p:cNvPr>
          <p:cNvSpPr>
            <a:spLocks xmlns:a="http://schemas.openxmlformats.org/drawingml/2006/main" noGrp="1"/>
          </p:cNvSpPr>
          <p:nvPr/>
        </p:nvSpPr>
        <p:spPr>
          <a:xfrm xmlns:a="http://schemas.openxmlformats.org/drawingml/2006/main">
            <a:off x="866775" y="3838575"/>
            <a:ext cx="85534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2" name="u384">
            <a:extLst xmlns:a="http://schemas.openxmlformats.org/drawingml/2006/main">
              <a:ext uri="{FF2B5EF4-FFF2-40B4-BE49-F238E27FC236}">
                <a16:creationId xmlns:a16="http://schemas.microsoft.com/office/drawing/2014/main" id="{0F9CB6B6-00B6-49A7-98ED-841E5B09B516}"/>
              </a:ext>
            </a:extLst>
          </p:cNvPr>
          <p:cNvSpPr>
            <a:spLocks xmlns:a="http://schemas.openxmlformats.org/drawingml/2006/main" noGrp="1"/>
          </p:cNvSpPr>
          <p:nvPr/>
        </p:nvSpPr>
        <p:spPr>
          <a:xfrm xmlns:a="http://schemas.openxmlformats.org/drawingml/2006/main">
            <a:off x="866775" y="4095750"/>
            <a:ext cx="85534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73963c0441024525"/>
              </a:rPr>
              <a:t>CandidateAnalysisPipeline.swift</a:t>
            </a:r>
          </a:p>
        </p:txBody>
      </p:sp>
      <p:sp>
        <p:nvSpPr>
          <p:cNvPr id="13" name="u385">
            <a:extLst xmlns:a="http://schemas.openxmlformats.org/drawingml/2006/main">
              <a:ext uri="{FF2B5EF4-FFF2-40B4-BE49-F238E27FC236}">
                <a16:creationId xmlns:a16="http://schemas.microsoft.com/office/drawing/2014/main" id="{3B2B73F5-333B-42E0-AFBD-70C0596E5EF9}"/>
              </a:ext>
            </a:extLst>
          </p:cNvPr>
          <p:cNvSpPr>
            <a:spLocks xmlns:a="http://schemas.openxmlformats.org/drawingml/2006/main" noGrp="1"/>
          </p:cNvSpPr>
          <p:nvPr/>
        </p:nvSpPr>
        <p:spPr>
          <a:xfrm xmlns:a="http://schemas.openxmlformats.org/drawingml/2006/main">
            <a:off x="866775" y="4429125"/>
            <a:ext cx="855345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Coordinates a single analysis session</a:t>
            </a:r>
          </a:p>
        </p:txBody>
      </p:sp>
      <p:sp>
        <p:nvSpPr>
          <p:cNvPr id="14" name="u386">
            <a:extLst xmlns:a="http://schemas.openxmlformats.org/drawingml/2006/main">
              <a:ext uri="{FF2B5EF4-FFF2-40B4-BE49-F238E27FC236}">
                <a16:creationId xmlns:a16="http://schemas.microsoft.com/office/drawing/2014/main" id="{40B9AED6-EA31-4201-8888-92CE2BA86128}"/>
              </a:ext>
            </a:extLst>
          </p:cNvPr>
          <p:cNvSpPr>
            <a:spLocks xmlns:a="http://schemas.openxmlformats.org/drawingml/2006/main" noGrp="1"/>
          </p:cNvSpPr>
          <p:nvPr/>
        </p:nvSpPr>
        <p:spPr>
          <a:xfrm xmlns:a="http://schemas.openxmlformats.org/drawingml/2006/main">
            <a:off x="866775" y="4676775"/>
            <a:ext cx="85534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execute(onUpdate:)</a:t>
            </a:r>
          </a:p>
        </p:txBody>
      </p:sp>
      <p:sp>
        <p:nvSpPr>
          <p:cNvPr id="15" name="u387">
            <a:extLst xmlns:a="http://schemas.openxmlformats.org/drawingml/2006/main">
              <a:ext uri="{FF2B5EF4-FFF2-40B4-BE49-F238E27FC236}">
                <a16:creationId xmlns:a16="http://schemas.microsoft.com/office/drawing/2014/main" id="{BB8725E4-D56C-46A1-B5EB-8C7FCC2A8DC8}"/>
              </a:ext>
            </a:extLst>
          </p:cNvPr>
          <p:cNvSpPr>
            <a:spLocks xmlns:a="http://schemas.openxmlformats.org/drawingml/2006/main" noGrp="1"/>
          </p:cNvSpPr>
          <p:nvPr/>
        </p:nvSpPr>
        <p:spPr>
          <a:xfrm xmlns:a="http://schemas.openxmlformats.org/drawingml/2006/main">
            <a:off x="733425" y="5086350"/>
            <a:ext cx="882015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6" name="u388">
            <a:extLst xmlns:a="http://schemas.openxmlformats.org/drawingml/2006/main">
              <a:ext uri="{FF2B5EF4-FFF2-40B4-BE49-F238E27FC236}">
                <a16:creationId xmlns:a16="http://schemas.microsoft.com/office/drawing/2014/main" id="{EAEAAF77-BF3B-43DB-9E3D-1D8CF6C6249B}"/>
              </a:ext>
            </a:extLst>
          </p:cNvPr>
          <p:cNvSpPr>
            <a:spLocks xmlns:a="http://schemas.openxmlformats.org/drawingml/2006/main" noGrp="1"/>
          </p:cNvSpPr>
          <p:nvPr/>
        </p:nvSpPr>
        <p:spPr>
          <a:xfrm xmlns:a="http://schemas.openxmlformats.org/drawingml/2006/main">
            <a:off x="866775" y="5162550"/>
            <a:ext cx="85534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7" name="u389">
            <a:extLst xmlns:a="http://schemas.openxmlformats.org/drawingml/2006/main">
              <a:ext uri="{FF2B5EF4-FFF2-40B4-BE49-F238E27FC236}">
                <a16:creationId xmlns:a16="http://schemas.microsoft.com/office/drawing/2014/main" id="{A392DEA0-2ABB-426C-B0F7-95268FBDF5EF}"/>
              </a:ext>
            </a:extLst>
          </p:cNvPr>
          <p:cNvSpPr>
            <a:spLocks xmlns:a="http://schemas.openxmlformats.org/drawingml/2006/main" noGrp="1"/>
          </p:cNvSpPr>
          <p:nvPr/>
        </p:nvSpPr>
        <p:spPr>
          <a:xfrm xmlns:a="http://schemas.openxmlformats.org/drawingml/2006/main">
            <a:off x="866775" y="5419725"/>
            <a:ext cx="85534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8556186d374043a2"/>
              </a:rPr>
              <a:t>PipelineRecorder.swift</a:t>
            </a:r>
          </a:p>
        </p:txBody>
      </p:sp>
      <p:sp>
        <p:nvSpPr>
          <p:cNvPr id="18" name="u390">
            <a:extLst xmlns:a="http://schemas.openxmlformats.org/drawingml/2006/main">
              <a:ext uri="{FF2B5EF4-FFF2-40B4-BE49-F238E27FC236}">
                <a16:creationId xmlns:a16="http://schemas.microsoft.com/office/drawing/2014/main" id="{A1088EE4-4930-4107-AB8D-225D239CA87D}"/>
              </a:ext>
            </a:extLst>
          </p:cNvPr>
          <p:cNvSpPr>
            <a:spLocks xmlns:a="http://schemas.openxmlformats.org/drawingml/2006/main" noGrp="1"/>
          </p:cNvSpPr>
          <p:nvPr/>
        </p:nvSpPr>
        <p:spPr>
          <a:xfrm xmlns:a="http://schemas.openxmlformats.org/drawingml/2006/main">
            <a:off x="866775" y="5753100"/>
            <a:ext cx="855345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Serializes events with live report reduction</a:t>
            </a:r>
          </a:p>
        </p:txBody>
      </p:sp>
      <p:sp>
        <p:nvSpPr>
          <p:cNvPr id="19" name="u391">
            <a:extLst xmlns:a="http://schemas.openxmlformats.org/drawingml/2006/main">
              <a:ext uri="{FF2B5EF4-FFF2-40B4-BE49-F238E27FC236}">
                <a16:creationId xmlns:a16="http://schemas.microsoft.com/office/drawing/2014/main" id="{3E81E1A8-BA4C-4DE8-BA40-2F3B78E40D55}"/>
              </a:ext>
            </a:extLst>
          </p:cNvPr>
          <p:cNvSpPr>
            <a:spLocks xmlns:a="http://schemas.openxmlformats.org/drawingml/2006/main" noGrp="1"/>
          </p:cNvSpPr>
          <p:nvPr/>
        </p:nvSpPr>
        <p:spPr>
          <a:xfrm xmlns:a="http://schemas.openxmlformats.org/drawingml/2006/main">
            <a:off x="866775" y="6000750"/>
            <a:ext cx="85534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append(...) / record(_:)</a:t>
            </a:r>
          </a:p>
        </p:txBody>
      </p:sp>
      <p:sp>
        <p:nvSpPr>
          <p:cNvPr id="20" name="u392">
            <a:extLst xmlns:a="http://schemas.openxmlformats.org/drawingml/2006/main">
              <a:ext uri="{FF2B5EF4-FFF2-40B4-BE49-F238E27FC236}">
                <a16:creationId xmlns:a16="http://schemas.microsoft.com/office/drawing/2014/main" id="{CC3452DE-D22A-4F8B-9119-A7E428EA87AA}"/>
              </a:ext>
            </a:extLst>
          </p:cNvPr>
          <p:cNvSpPr>
            <a:spLocks xmlns:a="http://schemas.openxmlformats.org/drawingml/2006/main" noGrp="1"/>
          </p:cNvSpPr>
          <p:nvPr/>
        </p:nvSpPr>
        <p:spPr>
          <a:xfrm xmlns:a="http://schemas.openxmlformats.org/drawingml/2006/main">
            <a:off x="876300" y="6962775"/>
            <a:ext cx="20955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21" name="u393">
            <a:extLst xmlns:a="http://schemas.openxmlformats.org/drawingml/2006/main">
              <a:ext uri="{FF2B5EF4-FFF2-40B4-BE49-F238E27FC236}">
                <a16:creationId xmlns:a16="http://schemas.microsoft.com/office/drawing/2014/main" id="{D100962D-E52A-4D17-BCC0-7B1931B33726}"/>
              </a:ext>
            </a:extLst>
          </p:cNvPr>
          <p:cNvSpPr>
            <a:spLocks xmlns:a="http://schemas.openxmlformats.org/drawingml/2006/main" noGrp="1"/>
          </p:cNvSpPr>
          <p:nvPr/>
        </p:nvSpPr>
        <p:spPr>
          <a:xfrm xmlns:a="http://schemas.openxmlformats.org/drawingml/2006/main">
            <a:off x="1047750" y="7038975"/>
            <a:ext cx="1752600"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pipeline</a:t>
            </a:r>
          </a:p>
        </p:txBody>
      </p:sp>
      <p:sp>
        <p:nvSpPr>
          <p:cNvPr id="22" name="u394">
            <a:extLst xmlns:a="http://schemas.openxmlformats.org/drawingml/2006/main">
              <a:ext uri="{FF2B5EF4-FFF2-40B4-BE49-F238E27FC236}">
                <a16:creationId xmlns:a16="http://schemas.microsoft.com/office/drawing/2014/main" id="{DD093F12-E575-4A62-8742-86F3024F5A14}"/>
              </a:ext>
            </a:extLst>
          </p:cNvPr>
          <p:cNvSpPr>
            <a:spLocks xmlns:a="http://schemas.openxmlformats.org/drawingml/2006/main" noGrp="1"/>
          </p:cNvSpPr>
          <p:nvPr/>
        </p:nvSpPr>
        <p:spPr>
          <a:xfrm xmlns:a="http://schemas.openxmlformats.org/drawingml/2006/main">
            <a:off x="1924050" y="78771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3" name="u395">
            <a:extLst xmlns:a="http://schemas.openxmlformats.org/drawingml/2006/main">
              <a:ext uri="{FF2B5EF4-FFF2-40B4-BE49-F238E27FC236}">
                <a16:creationId xmlns:a16="http://schemas.microsoft.com/office/drawing/2014/main" id="{6C60D8C4-3636-4BCD-81CB-B359A202042D}"/>
              </a:ext>
            </a:extLst>
          </p:cNvPr>
          <p:cNvSpPr>
            <a:spLocks xmlns:a="http://schemas.openxmlformats.org/drawingml/2006/main" noGrp="1"/>
          </p:cNvSpPr>
          <p:nvPr/>
        </p:nvSpPr>
        <p:spPr>
          <a:xfrm xmlns:a="http://schemas.openxmlformats.org/drawingml/2006/main">
            <a:off x="1924050" y="11620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4" name=""/>
          <p:cNvCxnSpPr>
            <a:stCxn xmlns:a="http://schemas.openxmlformats.org/drawingml/2006/main" id="22" idx="4"/>
            <a:endCxn xmlns:a="http://schemas.openxmlformats.org/drawingml/2006/main" id="23" idx="0"/>
          </p:cNvCxnSpPr>
          <p:nvPr/>
        </p:nvCxnSpPr>
        <p:spPr>
          <a:xfrm xmlns:a="http://schemas.openxmlformats.org/drawingml/2006/main">
            <a:off x="1924527" y="7878128"/>
            <a:ext cx="0" cy="3742372"/>
          </a:xfrm>
          <a:prstGeom xmlns:a="http://schemas.openxmlformats.org/drawingml/2006/main" prst="straightConnector1">
            <a:avLst/>
          </a:prstGeom>
          <a:ln xmlns:a="http://schemas.openxmlformats.org/drawingml/2006/main" w="19050">
            <a:solidFill>
              <a:srgbClr val="586974"/>
            </a:solidFill>
            <a:prstDash val="dash"/>
          </a:ln>
        </p:spPr>
      </p:cxnSp>
      <p:sp>
        <p:nvSpPr>
          <p:cNvPr id="25" name="u396">
            <a:extLst xmlns:a="http://schemas.openxmlformats.org/drawingml/2006/main">
              <a:ext uri="{FF2B5EF4-FFF2-40B4-BE49-F238E27FC236}">
                <a16:creationId xmlns:a16="http://schemas.microsoft.com/office/drawing/2014/main" id="{A2C6B5AB-8C5E-4B31-8D40-929C7F2BD1D4}"/>
              </a:ext>
            </a:extLst>
          </p:cNvPr>
          <p:cNvSpPr>
            <a:spLocks xmlns:a="http://schemas.openxmlformats.org/drawingml/2006/main" noGrp="1"/>
          </p:cNvSpPr>
          <p:nvPr/>
        </p:nvSpPr>
        <p:spPr>
          <a:xfrm xmlns:a="http://schemas.openxmlformats.org/drawingml/2006/main">
            <a:off x="4095750" y="6962775"/>
            <a:ext cx="20955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26" name="u397">
            <a:extLst xmlns:a="http://schemas.openxmlformats.org/drawingml/2006/main">
              <a:ext uri="{FF2B5EF4-FFF2-40B4-BE49-F238E27FC236}">
                <a16:creationId xmlns:a16="http://schemas.microsoft.com/office/drawing/2014/main" id="{6B8B9429-C919-4BE4-B830-E7BB255B7ADE}"/>
              </a:ext>
            </a:extLst>
          </p:cNvPr>
          <p:cNvSpPr>
            <a:spLocks xmlns:a="http://schemas.openxmlformats.org/drawingml/2006/main" noGrp="1"/>
          </p:cNvSpPr>
          <p:nvPr/>
        </p:nvSpPr>
        <p:spPr>
          <a:xfrm xmlns:a="http://schemas.openxmlformats.org/drawingml/2006/main">
            <a:off x="4267200" y="7038975"/>
            <a:ext cx="1752600"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scorer</a:t>
            </a:r>
          </a:p>
        </p:txBody>
      </p:sp>
      <p:sp>
        <p:nvSpPr>
          <p:cNvPr id="27" name="u398">
            <a:extLst xmlns:a="http://schemas.openxmlformats.org/drawingml/2006/main">
              <a:ext uri="{FF2B5EF4-FFF2-40B4-BE49-F238E27FC236}">
                <a16:creationId xmlns:a16="http://schemas.microsoft.com/office/drawing/2014/main" id="{D4316B5C-3999-4892-B0A0-FDA7898E6BB4}"/>
              </a:ext>
            </a:extLst>
          </p:cNvPr>
          <p:cNvSpPr>
            <a:spLocks xmlns:a="http://schemas.openxmlformats.org/drawingml/2006/main" noGrp="1"/>
          </p:cNvSpPr>
          <p:nvPr/>
        </p:nvSpPr>
        <p:spPr>
          <a:xfrm xmlns:a="http://schemas.openxmlformats.org/drawingml/2006/main">
            <a:off x="5143500" y="78771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8" name="u399">
            <a:extLst xmlns:a="http://schemas.openxmlformats.org/drawingml/2006/main">
              <a:ext uri="{FF2B5EF4-FFF2-40B4-BE49-F238E27FC236}">
                <a16:creationId xmlns:a16="http://schemas.microsoft.com/office/drawing/2014/main" id="{D71FB60C-F3E6-4E1B-A4E6-8C5BE4B7790D}"/>
              </a:ext>
            </a:extLst>
          </p:cNvPr>
          <p:cNvSpPr>
            <a:spLocks xmlns:a="http://schemas.openxmlformats.org/drawingml/2006/main" noGrp="1"/>
          </p:cNvSpPr>
          <p:nvPr/>
        </p:nvSpPr>
        <p:spPr>
          <a:xfrm xmlns:a="http://schemas.openxmlformats.org/drawingml/2006/main">
            <a:off x="5143500" y="11620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9" name=""/>
          <p:cNvCxnSpPr>
            <a:stCxn xmlns:a="http://schemas.openxmlformats.org/drawingml/2006/main" id="27" idx="4"/>
            <a:endCxn xmlns:a="http://schemas.openxmlformats.org/drawingml/2006/main" id="28" idx="0"/>
          </p:cNvCxnSpPr>
          <p:nvPr/>
        </p:nvCxnSpPr>
        <p:spPr>
          <a:xfrm xmlns:a="http://schemas.openxmlformats.org/drawingml/2006/main">
            <a:off x="5143977" y="7878128"/>
            <a:ext cx="0" cy="3742372"/>
          </a:xfrm>
          <a:prstGeom xmlns:a="http://schemas.openxmlformats.org/drawingml/2006/main" prst="straightConnector1">
            <a:avLst/>
          </a:prstGeom>
          <a:ln xmlns:a="http://schemas.openxmlformats.org/drawingml/2006/main" w="19050">
            <a:solidFill>
              <a:srgbClr val="586974"/>
            </a:solidFill>
            <a:prstDash val="dash"/>
          </a:ln>
        </p:spPr>
      </p:cxnSp>
      <p:sp>
        <p:nvSpPr>
          <p:cNvPr id="30" name="u400">
            <a:extLst xmlns:a="http://schemas.openxmlformats.org/drawingml/2006/main">
              <a:ext uri="{FF2B5EF4-FFF2-40B4-BE49-F238E27FC236}">
                <a16:creationId xmlns:a16="http://schemas.microsoft.com/office/drawing/2014/main" id="{93FEF8BF-E0AC-4EEC-B96B-FADB08B92112}"/>
              </a:ext>
            </a:extLst>
          </p:cNvPr>
          <p:cNvSpPr>
            <a:spLocks xmlns:a="http://schemas.openxmlformats.org/drawingml/2006/main" noGrp="1"/>
          </p:cNvSpPr>
          <p:nvPr/>
        </p:nvSpPr>
        <p:spPr>
          <a:xfrm xmlns:a="http://schemas.openxmlformats.org/drawingml/2006/main">
            <a:off x="7315200" y="6962775"/>
            <a:ext cx="20955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31" name="u401">
            <a:extLst xmlns:a="http://schemas.openxmlformats.org/drawingml/2006/main">
              <a:ext uri="{FF2B5EF4-FFF2-40B4-BE49-F238E27FC236}">
                <a16:creationId xmlns:a16="http://schemas.microsoft.com/office/drawing/2014/main" id="{2638D397-5635-46B0-93D1-461CADB2D289}"/>
              </a:ext>
            </a:extLst>
          </p:cNvPr>
          <p:cNvSpPr>
            <a:spLocks xmlns:a="http://schemas.openxmlformats.org/drawingml/2006/main" noGrp="1"/>
          </p:cNvSpPr>
          <p:nvPr/>
        </p:nvSpPr>
        <p:spPr>
          <a:xfrm xmlns:a="http://schemas.openxmlformats.org/drawingml/2006/main">
            <a:off x="7486650" y="7038975"/>
            <a:ext cx="1752600"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aggregator</a:t>
            </a:r>
          </a:p>
        </p:txBody>
      </p:sp>
      <p:sp>
        <p:nvSpPr>
          <p:cNvPr id="32" name="u402">
            <a:extLst xmlns:a="http://schemas.openxmlformats.org/drawingml/2006/main">
              <a:ext uri="{FF2B5EF4-FFF2-40B4-BE49-F238E27FC236}">
                <a16:creationId xmlns:a16="http://schemas.microsoft.com/office/drawing/2014/main" id="{AF026235-7098-4964-AA5D-B91B4A892CF4}"/>
              </a:ext>
            </a:extLst>
          </p:cNvPr>
          <p:cNvSpPr>
            <a:spLocks xmlns:a="http://schemas.openxmlformats.org/drawingml/2006/main" noGrp="1"/>
          </p:cNvSpPr>
          <p:nvPr/>
        </p:nvSpPr>
        <p:spPr>
          <a:xfrm xmlns:a="http://schemas.openxmlformats.org/drawingml/2006/main">
            <a:off x="8362950" y="78771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3" name="u403">
            <a:extLst xmlns:a="http://schemas.openxmlformats.org/drawingml/2006/main">
              <a:ext uri="{FF2B5EF4-FFF2-40B4-BE49-F238E27FC236}">
                <a16:creationId xmlns:a16="http://schemas.microsoft.com/office/drawing/2014/main" id="{BA7861FE-C818-4CC8-84CC-0B874D95F707}"/>
              </a:ext>
            </a:extLst>
          </p:cNvPr>
          <p:cNvSpPr>
            <a:spLocks xmlns:a="http://schemas.openxmlformats.org/drawingml/2006/main" noGrp="1"/>
          </p:cNvSpPr>
          <p:nvPr/>
        </p:nvSpPr>
        <p:spPr>
          <a:xfrm xmlns:a="http://schemas.openxmlformats.org/drawingml/2006/main">
            <a:off x="8362950" y="11620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4" name=""/>
          <p:cNvCxnSpPr>
            <a:stCxn xmlns:a="http://schemas.openxmlformats.org/drawingml/2006/main" id="32" idx="4"/>
            <a:endCxn xmlns:a="http://schemas.openxmlformats.org/drawingml/2006/main" id="33" idx="0"/>
          </p:cNvCxnSpPr>
          <p:nvPr/>
        </p:nvCxnSpPr>
        <p:spPr>
          <a:xfrm xmlns:a="http://schemas.openxmlformats.org/drawingml/2006/main">
            <a:off x="8363427" y="7878128"/>
            <a:ext cx="0" cy="3742372"/>
          </a:xfrm>
          <a:prstGeom xmlns:a="http://schemas.openxmlformats.org/drawingml/2006/main" prst="straightConnector1">
            <a:avLst/>
          </a:prstGeom>
          <a:ln xmlns:a="http://schemas.openxmlformats.org/drawingml/2006/main" w="19050">
            <a:solidFill>
              <a:srgbClr val="586974"/>
            </a:solidFill>
            <a:prstDash val="dash"/>
          </a:ln>
        </p:spPr>
      </p:cxnSp>
      <p:sp>
        <p:nvSpPr>
          <p:cNvPr id="35" name="u404">
            <a:extLst xmlns:a="http://schemas.openxmlformats.org/drawingml/2006/main">
              <a:ext uri="{FF2B5EF4-FFF2-40B4-BE49-F238E27FC236}">
                <a16:creationId xmlns:a16="http://schemas.microsoft.com/office/drawing/2014/main" id="{7417E50B-64A7-4301-B3A2-5F62045E6BAE}"/>
              </a:ext>
            </a:extLst>
          </p:cNvPr>
          <p:cNvSpPr>
            <a:spLocks xmlns:a="http://schemas.openxmlformats.org/drawingml/2006/main" noGrp="1"/>
          </p:cNvSpPr>
          <p:nvPr/>
        </p:nvSpPr>
        <p:spPr>
          <a:xfrm xmlns:a="http://schemas.openxmlformats.org/drawingml/2006/main">
            <a:off x="1924050" y="87725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6" name="u405">
            <a:extLst xmlns:a="http://schemas.openxmlformats.org/drawingml/2006/main">
              <a:ext uri="{FF2B5EF4-FFF2-40B4-BE49-F238E27FC236}">
                <a16:creationId xmlns:a16="http://schemas.microsoft.com/office/drawing/2014/main" id="{28CB7268-7A37-4D3C-9AB4-534CC3259E48}"/>
              </a:ext>
            </a:extLst>
          </p:cNvPr>
          <p:cNvSpPr>
            <a:spLocks xmlns:a="http://schemas.openxmlformats.org/drawingml/2006/main" noGrp="1"/>
          </p:cNvSpPr>
          <p:nvPr/>
        </p:nvSpPr>
        <p:spPr>
          <a:xfrm xmlns:a="http://schemas.openxmlformats.org/drawingml/2006/main">
            <a:off x="5143500" y="87725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7" name=""/>
          <p:cNvCxnSpPr>
            <a:stCxn xmlns:a="http://schemas.openxmlformats.org/drawingml/2006/main" id="35" idx="6"/>
            <a:endCxn xmlns:a="http://schemas.openxmlformats.org/drawingml/2006/main" id="36" idx="2"/>
          </p:cNvCxnSpPr>
          <p:nvPr/>
        </p:nvCxnSpPr>
        <p:spPr>
          <a:xfrm xmlns:a="http://schemas.openxmlformats.org/drawingml/2006/main">
            <a:off x="1925003" y="8773002"/>
            <a:ext cx="3218497" cy="0"/>
          </a:xfrm>
          <a:prstGeom xmlns:a="http://schemas.openxmlformats.org/drawingml/2006/main" prst="straightConnector1">
            <a:avLst/>
          </a:prstGeom>
          <a:ln xmlns:a="http://schemas.openxmlformats.org/drawingml/2006/main" w="19050">
            <a:solidFill>
              <a:srgbClr val="087F8C"/>
            </a:solidFill>
            <a:prstDash val="solid"/>
            <a:tailEnd type="triangle" w="med" len="med"/>
          </a:ln>
        </p:spPr>
      </p:cxnSp>
      <p:sp>
        <p:nvSpPr>
          <p:cNvPr id="38" name="u406">
            <a:extLst xmlns:a="http://schemas.openxmlformats.org/drawingml/2006/main">
              <a:ext uri="{FF2B5EF4-FFF2-40B4-BE49-F238E27FC236}">
                <a16:creationId xmlns:a16="http://schemas.microsoft.com/office/drawing/2014/main" id="{DDED13E6-0F79-47C1-A9EE-24697EF45C66}"/>
              </a:ext>
            </a:extLst>
          </p:cNvPr>
          <p:cNvSpPr>
            <a:spLocks xmlns:a="http://schemas.openxmlformats.org/drawingml/2006/main" noGrp="1"/>
          </p:cNvSpPr>
          <p:nvPr/>
        </p:nvSpPr>
        <p:spPr>
          <a:xfrm xmlns:a="http://schemas.openxmlformats.org/drawingml/2006/main">
            <a:off x="2095500" y="8191500"/>
            <a:ext cx="2876550" cy="5334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measure(frame)</a:t>
            </a:r>
          </a:p>
        </p:txBody>
      </p:sp>
      <p:sp>
        <p:nvSpPr>
          <p:cNvPr id="39" name="u407">
            <a:extLst xmlns:a="http://schemas.openxmlformats.org/drawingml/2006/main">
              <a:ext uri="{FF2B5EF4-FFF2-40B4-BE49-F238E27FC236}">
                <a16:creationId xmlns:a16="http://schemas.microsoft.com/office/drawing/2014/main" id="{1299A3F3-DEDF-4A65-B7E6-0AA33622311D}"/>
              </a:ext>
            </a:extLst>
          </p:cNvPr>
          <p:cNvSpPr>
            <a:spLocks xmlns:a="http://schemas.openxmlformats.org/drawingml/2006/main" noGrp="1"/>
          </p:cNvSpPr>
          <p:nvPr/>
        </p:nvSpPr>
        <p:spPr>
          <a:xfrm xmlns:a="http://schemas.openxmlformats.org/drawingml/2006/main">
            <a:off x="5143500" y="97059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40" name="u408">
            <a:extLst xmlns:a="http://schemas.openxmlformats.org/drawingml/2006/main">
              <a:ext uri="{FF2B5EF4-FFF2-40B4-BE49-F238E27FC236}">
                <a16:creationId xmlns:a16="http://schemas.microsoft.com/office/drawing/2014/main" id="{8B8277DA-988D-419C-932E-BE6128F3DC1E}"/>
              </a:ext>
            </a:extLst>
          </p:cNvPr>
          <p:cNvSpPr>
            <a:spLocks xmlns:a="http://schemas.openxmlformats.org/drawingml/2006/main" noGrp="1"/>
          </p:cNvSpPr>
          <p:nvPr/>
        </p:nvSpPr>
        <p:spPr>
          <a:xfrm xmlns:a="http://schemas.openxmlformats.org/drawingml/2006/main">
            <a:off x="1924050" y="97059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91" name=""/>
          <p:cNvCxnSpPr>
            <a:stCxn xmlns:a="http://schemas.openxmlformats.org/drawingml/2006/main" id="39" idx="2"/>
            <a:endCxn xmlns:a="http://schemas.openxmlformats.org/drawingml/2006/main" id="40" idx="6"/>
          </p:cNvCxnSpPr>
          <p:nvPr/>
        </p:nvCxnSpPr>
        <p:spPr>
          <a:xfrm xmlns:a="http://schemas.openxmlformats.org/drawingml/2006/main" flipH="1">
            <a:off x="1925003" y="9706452"/>
            <a:ext cx="3218497" cy="0"/>
          </a:xfrm>
          <a:prstGeom xmlns:a="http://schemas.openxmlformats.org/drawingml/2006/main" prst="straightConnector1">
            <a:avLst/>
          </a:prstGeom>
          <a:ln xmlns:a="http://schemas.openxmlformats.org/drawingml/2006/main" w="19050">
            <a:solidFill>
              <a:srgbClr val="087F8C"/>
            </a:solidFill>
            <a:prstDash val="dash"/>
            <a:tailEnd type="arrow" w="med" len="med"/>
          </a:ln>
        </p:spPr>
      </p:cxnSp>
      <p:sp>
        <p:nvSpPr>
          <p:cNvPr id="42" name="u409">
            <a:extLst xmlns:a="http://schemas.openxmlformats.org/drawingml/2006/main">
              <a:ext uri="{FF2B5EF4-FFF2-40B4-BE49-F238E27FC236}">
                <a16:creationId xmlns:a16="http://schemas.microsoft.com/office/drawing/2014/main" id="{90D77360-0A9C-457E-9493-5676A5C93241}"/>
              </a:ext>
            </a:extLst>
          </p:cNvPr>
          <p:cNvSpPr>
            <a:spLocks xmlns:a="http://schemas.openxmlformats.org/drawingml/2006/main" noGrp="1"/>
          </p:cNvSpPr>
          <p:nvPr/>
        </p:nvSpPr>
        <p:spPr>
          <a:xfrm xmlns:a="http://schemas.openxmlformats.org/drawingml/2006/main">
            <a:off x="2095500" y="9124950"/>
            <a:ext cx="2876550" cy="5334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586974"/>
                </a:solidFill>
                <a:latin typeface="DejaVu Sans"/>
                <a:ea typeface="DejaVu Sans"/>
                <a:cs typeface="DejaVu Sans"/>
              </a:defRPr>
            </a:pPr>
            <a:r>
              <a:rPr sz="1725" b="0">
                <a:solidFill>
                  <a:srgbClr val="586974"/>
                </a:solidFill>
                <a:latin typeface="DejaVu Sans"/>
                <a:ea typeface="DejaVu Sans"/>
                <a:cs typeface="DejaVu Sans"/>
              </a:rPr>
              <a:t>CandidateFrameScore</a:t>
            </a:r>
          </a:p>
        </p:txBody>
      </p:sp>
      <p:sp>
        <p:nvSpPr>
          <p:cNvPr id="43" name="u410">
            <a:extLst xmlns:a="http://schemas.openxmlformats.org/drawingml/2006/main">
              <a:ext uri="{FF2B5EF4-FFF2-40B4-BE49-F238E27FC236}">
                <a16:creationId xmlns:a16="http://schemas.microsoft.com/office/drawing/2014/main" id="{6CD81D53-B7D3-4FFD-B2E5-5504B1B513A0}"/>
              </a:ext>
            </a:extLst>
          </p:cNvPr>
          <p:cNvSpPr>
            <a:spLocks xmlns:a="http://schemas.openxmlformats.org/drawingml/2006/main" noGrp="1"/>
          </p:cNvSpPr>
          <p:nvPr/>
        </p:nvSpPr>
        <p:spPr>
          <a:xfrm xmlns:a="http://schemas.openxmlformats.org/drawingml/2006/main">
            <a:off x="1924050" y="106584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44" name="u411">
            <a:extLst xmlns:a="http://schemas.openxmlformats.org/drawingml/2006/main">
              <a:ext uri="{FF2B5EF4-FFF2-40B4-BE49-F238E27FC236}">
                <a16:creationId xmlns:a16="http://schemas.microsoft.com/office/drawing/2014/main" id="{97CAE808-D89E-415D-B4AC-E492695F552F}"/>
              </a:ext>
            </a:extLst>
          </p:cNvPr>
          <p:cNvSpPr>
            <a:spLocks xmlns:a="http://schemas.openxmlformats.org/drawingml/2006/main" noGrp="1"/>
          </p:cNvSpPr>
          <p:nvPr/>
        </p:nvSpPr>
        <p:spPr>
          <a:xfrm xmlns:a="http://schemas.openxmlformats.org/drawingml/2006/main">
            <a:off x="8362950" y="106584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95" name=""/>
          <p:cNvCxnSpPr>
            <a:stCxn xmlns:a="http://schemas.openxmlformats.org/drawingml/2006/main" id="43" idx="6"/>
            <a:endCxn xmlns:a="http://schemas.openxmlformats.org/drawingml/2006/main" id="44" idx="2"/>
          </p:cNvCxnSpPr>
          <p:nvPr/>
        </p:nvCxnSpPr>
        <p:spPr>
          <a:xfrm xmlns:a="http://schemas.openxmlformats.org/drawingml/2006/main">
            <a:off x="1925003" y="10658952"/>
            <a:ext cx="6437947" cy="0"/>
          </a:xfrm>
          <a:prstGeom xmlns:a="http://schemas.openxmlformats.org/drawingml/2006/main" prst="straightConnector1">
            <a:avLst/>
          </a:prstGeom>
          <a:ln xmlns:a="http://schemas.openxmlformats.org/drawingml/2006/main" w="19050">
            <a:solidFill>
              <a:srgbClr val="087F8C"/>
            </a:solidFill>
            <a:prstDash val="solid"/>
            <a:tailEnd type="triangle" w="med" len="med"/>
          </a:ln>
        </p:spPr>
      </p:cxnSp>
      <p:sp>
        <p:nvSpPr>
          <p:cNvPr id="46" name="u412">
            <a:extLst xmlns:a="http://schemas.openxmlformats.org/drawingml/2006/main">
              <a:ext uri="{FF2B5EF4-FFF2-40B4-BE49-F238E27FC236}">
                <a16:creationId xmlns:a16="http://schemas.microsoft.com/office/drawing/2014/main" id="{F66194BE-B26F-4E68-B65F-91DB81CCE079}"/>
              </a:ext>
            </a:extLst>
          </p:cNvPr>
          <p:cNvSpPr>
            <a:spLocks xmlns:a="http://schemas.openxmlformats.org/drawingml/2006/main" noGrp="1"/>
          </p:cNvSpPr>
          <p:nvPr/>
        </p:nvSpPr>
        <p:spPr>
          <a:xfrm xmlns:a="http://schemas.openxmlformats.org/drawingml/2006/main">
            <a:off x="2095500" y="10077450"/>
            <a:ext cx="6096000" cy="5334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consume(score)</a:t>
            </a:r>
          </a:p>
        </p:txBody>
      </p:sp>
      <p:sp>
        <p:nvSpPr>
          <p:cNvPr id="47" name="u413">
            <a:extLst xmlns:a="http://schemas.openxmlformats.org/drawingml/2006/main">
              <a:ext uri="{FF2B5EF4-FFF2-40B4-BE49-F238E27FC236}">
                <a16:creationId xmlns:a16="http://schemas.microsoft.com/office/drawing/2014/main" id="{DC672AA5-1C6C-410A-A8F9-F46842C37EBC}"/>
              </a:ext>
            </a:extLst>
          </p:cNvPr>
          <p:cNvSpPr>
            <a:spLocks xmlns:a="http://schemas.openxmlformats.org/drawingml/2006/main" noGrp="1"/>
          </p:cNvSpPr>
          <p:nvPr/>
        </p:nvSpPr>
        <p:spPr>
          <a:xfrm xmlns:a="http://schemas.openxmlformats.org/drawingml/2006/main">
            <a:off x="8362950" y="115252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48" name="u414">
            <a:extLst xmlns:a="http://schemas.openxmlformats.org/drawingml/2006/main">
              <a:ext uri="{FF2B5EF4-FFF2-40B4-BE49-F238E27FC236}">
                <a16:creationId xmlns:a16="http://schemas.microsoft.com/office/drawing/2014/main" id="{204E1C29-2822-43E2-92B6-71C404DBB9E0}"/>
              </a:ext>
            </a:extLst>
          </p:cNvPr>
          <p:cNvSpPr>
            <a:spLocks xmlns:a="http://schemas.openxmlformats.org/drawingml/2006/main" noGrp="1"/>
          </p:cNvSpPr>
          <p:nvPr/>
        </p:nvSpPr>
        <p:spPr>
          <a:xfrm xmlns:a="http://schemas.openxmlformats.org/drawingml/2006/main">
            <a:off x="1924050" y="115252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99" name=""/>
          <p:cNvCxnSpPr>
            <a:stCxn xmlns:a="http://schemas.openxmlformats.org/drawingml/2006/main" id="47" idx="2"/>
            <a:endCxn xmlns:a="http://schemas.openxmlformats.org/drawingml/2006/main" id="48" idx="6"/>
          </p:cNvCxnSpPr>
          <p:nvPr/>
        </p:nvCxnSpPr>
        <p:spPr>
          <a:xfrm xmlns:a="http://schemas.openxmlformats.org/drawingml/2006/main" flipH="1">
            <a:off x="1925003" y="11525727"/>
            <a:ext cx="6437947" cy="0"/>
          </a:xfrm>
          <a:prstGeom xmlns:a="http://schemas.openxmlformats.org/drawingml/2006/main" prst="straightConnector1">
            <a:avLst/>
          </a:prstGeom>
          <a:ln xmlns:a="http://schemas.openxmlformats.org/drawingml/2006/main" w="19050">
            <a:solidFill>
              <a:srgbClr val="087F8C"/>
            </a:solidFill>
            <a:prstDash val="dash"/>
            <a:tailEnd type="arrow" w="med" len="med"/>
          </a:ln>
        </p:spPr>
      </p:cxnSp>
      <p:sp>
        <p:nvSpPr>
          <p:cNvPr id="50" name="u415">
            <a:extLst xmlns:a="http://schemas.openxmlformats.org/drawingml/2006/main">
              <a:ext uri="{FF2B5EF4-FFF2-40B4-BE49-F238E27FC236}">
                <a16:creationId xmlns:a16="http://schemas.microsoft.com/office/drawing/2014/main" id="{24DF1FA5-BF31-48B3-B38E-FE0796A839AE}"/>
              </a:ext>
            </a:extLst>
          </p:cNvPr>
          <p:cNvSpPr>
            <a:spLocks xmlns:a="http://schemas.openxmlformats.org/drawingml/2006/main" noGrp="1"/>
          </p:cNvSpPr>
          <p:nvPr/>
        </p:nvSpPr>
        <p:spPr>
          <a:xfrm xmlns:a="http://schemas.openxmlformats.org/drawingml/2006/main">
            <a:off x="2095500" y="10944225"/>
            <a:ext cx="6096000" cy="5334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586974"/>
                </a:solidFill>
                <a:latin typeface="DejaVu Sans"/>
                <a:ea typeface="DejaVu Sans"/>
                <a:cs typeface="DejaVu Sans"/>
              </a:defRPr>
            </a:pPr>
            <a:r>
              <a:rPr sz="1725" b="0">
                <a:solidFill>
                  <a:srgbClr val="586974"/>
                </a:solidFill>
                <a:latin typeface="DejaVu Sans"/>
                <a:ea typeface="DejaVu Sans"/>
                <a:cs typeface="DejaVu Sans"/>
              </a:rPr>
              <a:t>[EpisodeChange]</a:t>
            </a:r>
          </a:p>
        </p:txBody>
      </p:sp>
    </p:spTree>
    <p:extLst>
      <p:ext uri="{BB962C8B-B14F-4D97-AF65-F5344CB8AC3E}">
        <p14:creationId xmlns:p14="http://schemas.microsoft.com/office/powerpoint/2010/main" val="1415478258"/>
      </p:ext>
    </p:extLst>
  </p:cSld>
</p:sld>
</file>

<file path=ppt/slides/slide1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1" name="u416">
            <a:extLst xmlns:a="http://schemas.openxmlformats.org/drawingml/2006/main">
              <a:ext uri="{FF2B5EF4-FFF2-40B4-BE49-F238E27FC236}">
                <a16:creationId xmlns:a16="http://schemas.microsoft.com/office/drawing/2014/main" id="{97B11DEB-C805-4AC6-A3ED-F8229407EECE}"/>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SEQUENCE</a:t>
            </a:r>
          </a:p>
        </p:txBody>
      </p:sp>
      <p:sp>
        <p:nvSpPr>
          <p:cNvPr id="2" name="u417">
            <a:extLst xmlns:a="http://schemas.openxmlformats.org/drawingml/2006/main">
              <a:ext uri="{FF2B5EF4-FFF2-40B4-BE49-F238E27FC236}">
                <a16:creationId xmlns:a16="http://schemas.microsoft.com/office/drawing/2014/main" id="{76374A6F-B08A-4C60-93B4-008F8CBA1ECB}"/>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Evidence precedes the UI update</a:t>
            </a:r>
          </a:p>
        </p:txBody>
      </p:sp>
      <p:sp>
        <p:nvSpPr>
          <p:cNvPr id="3" name="u418">
            <a:extLst xmlns:a="http://schemas.openxmlformats.org/drawingml/2006/main">
              <a:ext uri="{FF2B5EF4-FFF2-40B4-BE49-F238E27FC236}">
                <a16:creationId xmlns:a16="http://schemas.microsoft.com/office/drawing/2014/main" id="{45A510C8-1DA6-411B-A5CA-A737F4EA3BE2}"/>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The pipeline retains the image before recording its episode change.</a:t>
            </a:r>
          </a:p>
        </p:txBody>
      </p:sp>
      <p:sp>
        <p:nvSpPr>
          <p:cNvPr id="4" name="u419">
            <a:extLst xmlns:a="http://schemas.openxmlformats.org/drawingml/2006/main">
              <a:ext uri="{FF2B5EF4-FFF2-40B4-BE49-F238E27FC236}">
                <a16:creationId xmlns:a16="http://schemas.microsoft.com/office/drawing/2014/main" id="{A05AA98B-BAF4-4657-812C-9B86E4170EBD}"/>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420">
            <a:extLst xmlns:a="http://schemas.openxmlformats.org/drawingml/2006/main">
              <a:ext uri="{FF2B5EF4-FFF2-40B4-BE49-F238E27FC236}">
                <a16:creationId xmlns:a16="http://schemas.microsoft.com/office/drawing/2014/main" id="{27438FFC-1B70-49C8-81C4-77E9160F372D}"/>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6"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421">
            <a:extLst xmlns:a="http://schemas.openxmlformats.org/drawingml/2006/main">
              <a:ext uri="{FF2B5EF4-FFF2-40B4-BE49-F238E27FC236}">
                <a16:creationId xmlns:a16="http://schemas.microsoft.com/office/drawing/2014/main" id="{407EF197-60F4-423A-819B-2857FBA50194}"/>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422">
            <a:extLst xmlns:a="http://schemas.openxmlformats.org/drawingml/2006/main">
              <a:ext uri="{FF2B5EF4-FFF2-40B4-BE49-F238E27FC236}">
                <a16:creationId xmlns:a16="http://schemas.microsoft.com/office/drawing/2014/main" id="{167E80D1-B383-4F5F-8E88-830AD399283A}"/>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15</a:t>
            </a:r>
          </a:p>
        </p:txBody>
      </p:sp>
      <p:sp>
        <p:nvSpPr>
          <p:cNvPr id="9" name="u423">
            <a:extLst xmlns:a="http://schemas.openxmlformats.org/drawingml/2006/main">
              <a:ext uri="{FF2B5EF4-FFF2-40B4-BE49-F238E27FC236}">
                <a16:creationId xmlns:a16="http://schemas.microsoft.com/office/drawing/2014/main" id="{D39230D3-9734-41A5-9BAD-2C1B1564C631}"/>
              </a:ext>
            </a:extLst>
          </p:cNvPr>
          <p:cNvSpPr>
            <a:spLocks xmlns:a="http://schemas.openxmlformats.org/drawingml/2006/main" noGrp="1"/>
          </p:cNvSpPr>
          <p:nvPr/>
        </p:nvSpPr>
        <p:spPr>
          <a:xfrm xmlns:a="http://schemas.openxmlformats.org/drawingml/2006/main">
            <a:off x="457200" y="3505200"/>
            <a:ext cx="20955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10" name="u424">
            <a:extLst xmlns:a="http://schemas.openxmlformats.org/drawingml/2006/main">
              <a:ext uri="{FF2B5EF4-FFF2-40B4-BE49-F238E27FC236}">
                <a16:creationId xmlns:a16="http://schemas.microsoft.com/office/drawing/2014/main" id="{B23E08D8-C724-4208-A388-54A6C6B916DC}"/>
              </a:ext>
            </a:extLst>
          </p:cNvPr>
          <p:cNvSpPr>
            <a:spLocks xmlns:a="http://schemas.openxmlformats.org/drawingml/2006/main" noGrp="1"/>
          </p:cNvSpPr>
          <p:nvPr/>
        </p:nvSpPr>
        <p:spPr>
          <a:xfrm xmlns:a="http://schemas.openxmlformats.org/drawingml/2006/main">
            <a:off x="628650" y="3581400"/>
            <a:ext cx="1752600"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pipeline</a:t>
            </a:r>
          </a:p>
        </p:txBody>
      </p:sp>
      <p:sp>
        <p:nvSpPr>
          <p:cNvPr id="11" name="u425">
            <a:extLst xmlns:a="http://schemas.openxmlformats.org/drawingml/2006/main">
              <a:ext uri="{FF2B5EF4-FFF2-40B4-BE49-F238E27FC236}">
                <a16:creationId xmlns:a16="http://schemas.microsoft.com/office/drawing/2014/main" id="{BACD2948-FC59-4CD2-BB2D-A01739B418E6}"/>
              </a:ext>
            </a:extLst>
          </p:cNvPr>
          <p:cNvSpPr>
            <a:spLocks xmlns:a="http://schemas.openxmlformats.org/drawingml/2006/main" noGrp="1"/>
          </p:cNvSpPr>
          <p:nvPr/>
        </p:nvSpPr>
        <p:spPr>
          <a:xfrm xmlns:a="http://schemas.openxmlformats.org/drawingml/2006/main">
            <a:off x="1504950" y="44196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2" name="u426">
            <a:extLst xmlns:a="http://schemas.openxmlformats.org/drawingml/2006/main">
              <a:ext uri="{FF2B5EF4-FFF2-40B4-BE49-F238E27FC236}">
                <a16:creationId xmlns:a16="http://schemas.microsoft.com/office/drawing/2014/main" id="{589A9F27-5745-4D01-A552-C601DF53D683}"/>
              </a:ext>
            </a:extLst>
          </p:cNvPr>
          <p:cNvSpPr>
            <a:spLocks xmlns:a="http://schemas.openxmlformats.org/drawingml/2006/main" noGrp="1"/>
          </p:cNvSpPr>
          <p:nvPr/>
        </p:nvSpPr>
        <p:spPr>
          <a:xfrm xmlns:a="http://schemas.openxmlformats.org/drawingml/2006/main">
            <a:off x="1504950" y="113157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3" name=""/>
          <p:cNvCxnSpPr>
            <a:stCxn xmlns:a="http://schemas.openxmlformats.org/drawingml/2006/main" id="11" idx="4"/>
            <a:endCxn xmlns:a="http://schemas.openxmlformats.org/drawingml/2006/main" id="12" idx="0"/>
          </p:cNvCxnSpPr>
          <p:nvPr/>
        </p:nvCxnSpPr>
        <p:spPr>
          <a:xfrm xmlns:a="http://schemas.openxmlformats.org/drawingml/2006/main">
            <a:off x="1505427" y="4420553"/>
            <a:ext cx="0" cy="6895147"/>
          </a:xfrm>
          <a:prstGeom xmlns:a="http://schemas.openxmlformats.org/drawingml/2006/main" prst="straightConnector1">
            <a:avLst/>
          </a:prstGeom>
          <a:ln xmlns:a="http://schemas.openxmlformats.org/drawingml/2006/main" w="19050">
            <a:solidFill>
              <a:srgbClr val="586974"/>
            </a:solidFill>
            <a:prstDash val="dash"/>
          </a:ln>
        </p:spPr>
      </p:cxnSp>
      <p:sp>
        <p:nvSpPr>
          <p:cNvPr id="14" name="u427">
            <a:extLst xmlns:a="http://schemas.openxmlformats.org/drawingml/2006/main">
              <a:ext uri="{FF2B5EF4-FFF2-40B4-BE49-F238E27FC236}">
                <a16:creationId xmlns:a16="http://schemas.microsoft.com/office/drawing/2014/main" id="{44D844BE-4F5A-4066-8764-2A4B81E1AA8E}"/>
              </a:ext>
            </a:extLst>
          </p:cNvPr>
          <p:cNvSpPr>
            <a:spLocks xmlns:a="http://schemas.openxmlformats.org/drawingml/2006/main" noGrp="1"/>
          </p:cNvSpPr>
          <p:nvPr/>
        </p:nvSpPr>
        <p:spPr>
          <a:xfrm xmlns:a="http://schemas.openxmlformats.org/drawingml/2006/main">
            <a:off x="2886075" y="3505200"/>
            <a:ext cx="20955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15" name="u428">
            <a:extLst xmlns:a="http://schemas.openxmlformats.org/drawingml/2006/main">
              <a:ext uri="{FF2B5EF4-FFF2-40B4-BE49-F238E27FC236}">
                <a16:creationId xmlns:a16="http://schemas.microsoft.com/office/drawing/2014/main" id="{DFDFF285-DB15-454F-A311-81FF4737331E}"/>
              </a:ext>
            </a:extLst>
          </p:cNvPr>
          <p:cNvSpPr>
            <a:spLocks xmlns:a="http://schemas.openxmlformats.org/drawingml/2006/main" noGrp="1"/>
          </p:cNvSpPr>
          <p:nvPr/>
        </p:nvSpPr>
        <p:spPr>
          <a:xfrm xmlns:a="http://schemas.openxmlformats.org/drawingml/2006/main">
            <a:off x="3057525" y="3581400"/>
            <a:ext cx="1752600"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image store</a:t>
            </a:r>
          </a:p>
        </p:txBody>
      </p:sp>
      <p:sp>
        <p:nvSpPr>
          <p:cNvPr id="16" name="u429">
            <a:extLst xmlns:a="http://schemas.openxmlformats.org/drawingml/2006/main">
              <a:ext uri="{FF2B5EF4-FFF2-40B4-BE49-F238E27FC236}">
                <a16:creationId xmlns:a16="http://schemas.microsoft.com/office/drawing/2014/main" id="{B922498F-96D8-4E3D-A72D-44FAE283EEBB}"/>
              </a:ext>
            </a:extLst>
          </p:cNvPr>
          <p:cNvSpPr>
            <a:spLocks xmlns:a="http://schemas.openxmlformats.org/drawingml/2006/main" noGrp="1"/>
          </p:cNvSpPr>
          <p:nvPr/>
        </p:nvSpPr>
        <p:spPr>
          <a:xfrm xmlns:a="http://schemas.openxmlformats.org/drawingml/2006/main">
            <a:off x="3933825" y="44196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7" name="u430">
            <a:extLst xmlns:a="http://schemas.openxmlformats.org/drawingml/2006/main">
              <a:ext uri="{FF2B5EF4-FFF2-40B4-BE49-F238E27FC236}">
                <a16:creationId xmlns:a16="http://schemas.microsoft.com/office/drawing/2014/main" id="{84FFF142-C8E3-4F57-A030-6CFE243DF5DF}"/>
              </a:ext>
            </a:extLst>
          </p:cNvPr>
          <p:cNvSpPr>
            <a:spLocks xmlns:a="http://schemas.openxmlformats.org/drawingml/2006/main" noGrp="1"/>
          </p:cNvSpPr>
          <p:nvPr/>
        </p:nvSpPr>
        <p:spPr>
          <a:xfrm xmlns:a="http://schemas.openxmlformats.org/drawingml/2006/main">
            <a:off x="3933825" y="113157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8" name=""/>
          <p:cNvCxnSpPr>
            <a:stCxn xmlns:a="http://schemas.openxmlformats.org/drawingml/2006/main" id="16" idx="4"/>
            <a:endCxn xmlns:a="http://schemas.openxmlformats.org/drawingml/2006/main" id="17" idx="0"/>
          </p:cNvCxnSpPr>
          <p:nvPr/>
        </p:nvCxnSpPr>
        <p:spPr>
          <a:xfrm xmlns:a="http://schemas.openxmlformats.org/drawingml/2006/main">
            <a:off x="3934302" y="4420553"/>
            <a:ext cx="0" cy="6895147"/>
          </a:xfrm>
          <a:prstGeom xmlns:a="http://schemas.openxmlformats.org/drawingml/2006/main" prst="straightConnector1">
            <a:avLst/>
          </a:prstGeom>
          <a:ln xmlns:a="http://schemas.openxmlformats.org/drawingml/2006/main" w="19050">
            <a:solidFill>
              <a:srgbClr val="586974"/>
            </a:solidFill>
            <a:prstDash val="dash"/>
          </a:ln>
        </p:spPr>
      </p:cxnSp>
      <p:sp>
        <p:nvSpPr>
          <p:cNvPr id="19" name="u431">
            <a:extLst xmlns:a="http://schemas.openxmlformats.org/drawingml/2006/main">
              <a:ext uri="{FF2B5EF4-FFF2-40B4-BE49-F238E27FC236}">
                <a16:creationId xmlns:a16="http://schemas.microsoft.com/office/drawing/2014/main" id="{BEF6C036-3C17-462B-B429-577E293EB62C}"/>
              </a:ext>
            </a:extLst>
          </p:cNvPr>
          <p:cNvSpPr>
            <a:spLocks xmlns:a="http://schemas.openxmlformats.org/drawingml/2006/main" noGrp="1"/>
          </p:cNvSpPr>
          <p:nvPr/>
        </p:nvSpPr>
        <p:spPr>
          <a:xfrm xmlns:a="http://schemas.openxmlformats.org/drawingml/2006/main">
            <a:off x="5314950" y="3505200"/>
            <a:ext cx="20955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20" name="u432">
            <a:extLst xmlns:a="http://schemas.openxmlformats.org/drawingml/2006/main">
              <a:ext uri="{FF2B5EF4-FFF2-40B4-BE49-F238E27FC236}">
                <a16:creationId xmlns:a16="http://schemas.microsoft.com/office/drawing/2014/main" id="{C2C2438E-DD47-4DE9-84B3-0C1FDE3C9E48}"/>
              </a:ext>
            </a:extLst>
          </p:cNvPr>
          <p:cNvSpPr>
            <a:spLocks xmlns:a="http://schemas.openxmlformats.org/drawingml/2006/main" noGrp="1"/>
          </p:cNvSpPr>
          <p:nvPr/>
        </p:nvSpPr>
        <p:spPr>
          <a:xfrm xmlns:a="http://schemas.openxmlformats.org/drawingml/2006/main">
            <a:off x="5486400" y="3581400"/>
            <a:ext cx="1752600"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recorder</a:t>
            </a:r>
          </a:p>
        </p:txBody>
      </p:sp>
      <p:sp>
        <p:nvSpPr>
          <p:cNvPr id="21" name="u433">
            <a:extLst xmlns:a="http://schemas.openxmlformats.org/drawingml/2006/main">
              <a:ext uri="{FF2B5EF4-FFF2-40B4-BE49-F238E27FC236}">
                <a16:creationId xmlns:a16="http://schemas.microsoft.com/office/drawing/2014/main" id="{70C4C66A-D1D1-4A5C-92BB-AC1E640EF1CD}"/>
              </a:ext>
            </a:extLst>
          </p:cNvPr>
          <p:cNvSpPr>
            <a:spLocks xmlns:a="http://schemas.openxmlformats.org/drawingml/2006/main" noGrp="1"/>
          </p:cNvSpPr>
          <p:nvPr/>
        </p:nvSpPr>
        <p:spPr>
          <a:xfrm xmlns:a="http://schemas.openxmlformats.org/drawingml/2006/main">
            <a:off x="6362700" y="44196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2" name="u434">
            <a:extLst xmlns:a="http://schemas.openxmlformats.org/drawingml/2006/main">
              <a:ext uri="{FF2B5EF4-FFF2-40B4-BE49-F238E27FC236}">
                <a16:creationId xmlns:a16="http://schemas.microsoft.com/office/drawing/2014/main" id="{6C2AF1C3-AB22-404B-A779-F58393DEFA27}"/>
              </a:ext>
            </a:extLst>
          </p:cNvPr>
          <p:cNvSpPr>
            <a:spLocks xmlns:a="http://schemas.openxmlformats.org/drawingml/2006/main" noGrp="1"/>
          </p:cNvSpPr>
          <p:nvPr/>
        </p:nvSpPr>
        <p:spPr>
          <a:xfrm xmlns:a="http://schemas.openxmlformats.org/drawingml/2006/main">
            <a:off x="6362700" y="113157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3" name=""/>
          <p:cNvCxnSpPr>
            <a:stCxn xmlns:a="http://schemas.openxmlformats.org/drawingml/2006/main" id="21" idx="4"/>
            <a:endCxn xmlns:a="http://schemas.openxmlformats.org/drawingml/2006/main" id="22" idx="0"/>
          </p:cNvCxnSpPr>
          <p:nvPr/>
        </p:nvCxnSpPr>
        <p:spPr>
          <a:xfrm xmlns:a="http://schemas.openxmlformats.org/drawingml/2006/main">
            <a:off x="6363177" y="4420553"/>
            <a:ext cx="0" cy="6895147"/>
          </a:xfrm>
          <a:prstGeom xmlns:a="http://schemas.openxmlformats.org/drawingml/2006/main" prst="straightConnector1">
            <a:avLst/>
          </a:prstGeom>
          <a:ln xmlns:a="http://schemas.openxmlformats.org/drawingml/2006/main" w="19050">
            <a:solidFill>
              <a:srgbClr val="586974"/>
            </a:solidFill>
            <a:prstDash val="dash"/>
          </a:ln>
        </p:spPr>
      </p:cxnSp>
      <p:sp>
        <p:nvSpPr>
          <p:cNvPr id="24" name="u435">
            <a:extLst xmlns:a="http://schemas.openxmlformats.org/drawingml/2006/main">
              <a:ext uri="{FF2B5EF4-FFF2-40B4-BE49-F238E27FC236}">
                <a16:creationId xmlns:a16="http://schemas.microsoft.com/office/drawing/2014/main" id="{DD1A5781-1E3C-414D-B69F-8D1C1D2777E5}"/>
              </a:ext>
            </a:extLst>
          </p:cNvPr>
          <p:cNvSpPr>
            <a:spLocks xmlns:a="http://schemas.openxmlformats.org/drawingml/2006/main" noGrp="1"/>
          </p:cNvSpPr>
          <p:nvPr/>
        </p:nvSpPr>
        <p:spPr>
          <a:xfrm xmlns:a="http://schemas.openxmlformats.org/drawingml/2006/main">
            <a:off x="7743825" y="3505200"/>
            <a:ext cx="20955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25" name="u436">
            <a:extLst xmlns:a="http://schemas.openxmlformats.org/drawingml/2006/main">
              <a:ext uri="{FF2B5EF4-FFF2-40B4-BE49-F238E27FC236}">
                <a16:creationId xmlns:a16="http://schemas.microsoft.com/office/drawing/2014/main" id="{7F479796-AB55-414D-A63E-33A03D634351}"/>
              </a:ext>
            </a:extLst>
          </p:cNvPr>
          <p:cNvSpPr>
            <a:spLocks xmlns:a="http://schemas.openxmlformats.org/drawingml/2006/main" noGrp="1"/>
          </p:cNvSpPr>
          <p:nvPr/>
        </p:nvSpPr>
        <p:spPr>
          <a:xfrm xmlns:a="http://schemas.openxmlformats.org/drawingml/2006/main">
            <a:off x="7915275" y="3581400"/>
            <a:ext cx="1752600"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host</a:t>
            </a:r>
          </a:p>
        </p:txBody>
      </p:sp>
      <p:sp>
        <p:nvSpPr>
          <p:cNvPr id="26" name="u437">
            <a:extLst xmlns:a="http://schemas.openxmlformats.org/drawingml/2006/main">
              <a:ext uri="{FF2B5EF4-FFF2-40B4-BE49-F238E27FC236}">
                <a16:creationId xmlns:a16="http://schemas.microsoft.com/office/drawing/2014/main" id="{156B9EAA-C1BA-48D1-BA16-5765A74CCDDF}"/>
              </a:ext>
            </a:extLst>
          </p:cNvPr>
          <p:cNvSpPr>
            <a:spLocks xmlns:a="http://schemas.openxmlformats.org/drawingml/2006/main" noGrp="1"/>
          </p:cNvSpPr>
          <p:nvPr/>
        </p:nvSpPr>
        <p:spPr>
          <a:xfrm xmlns:a="http://schemas.openxmlformats.org/drawingml/2006/main">
            <a:off x="8791575" y="44196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7" name="u438">
            <a:extLst xmlns:a="http://schemas.openxmlformats.org/drawingml/2006/main">
              <a:ext uri="{FF2B5EF4-FFF2-40B4-BE49-F238E27FC236}">
                <a16:creationId xmlns:a16="http://schemas.microsoft.com/office/drawing/2014/main" id="{6D0178C8-CAD8-4736-8FF6-270D2016B93E}"/>
              </a:ext>
            </a:extLst>
          </p:cNvPr>
          <p:cNvSpPr>
            <a:spLocks xmlns:a="http://schemas.openxmlformats.org/drawingml/2006/main" noGrp="1"/>
          </p:cNvSpPr>
          <p:nvPr/>
        </p:nvSpPr>
        <p:spPr>
          <a:xfrm xmlns:a="http://schemas.openxmlformats.org/drawingml/2006/main">
            <a:off x="8791575" y="113157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8" name=""/>
          <p:cNvCxnSpPr>
            <a:stCxn xmlns:a="http://schemas.openxmlformats.org/drawingml/2006/main" id="26" idx="4"/>
            <a:endCxn xmlns:a="http://schemas.openxmlformats.org/drawingml/2006/main" id="27" idx="0"/>
          </p:cNvCxnSpPr>
          <p:nvPr/>
        </p:nvCxnSpPr>
        <p:spPr>
          <a:xfrm xmlns:a="http://schemas.openxmlformats.org/drawingml/2006/main">
            <a:off x="8792052" y="4420553"/>
            <a:ext cx="0" cy="6895147"/>
          </a:xfrm>
          <a:prstGeom xmlns:a="http://schemas.openxmlformats.org/drawingml/2006/main" prst="straightConnector1">
            <a:avLst/>
          </a:prstGeom>
          <a:ln xmlns:a="http://schemas.openxmlformats.org/drawingml/2006/main" w="19050">
            <a:solidFill>
              <a:srgbClr val="586974"/>
            </a:solidFill>
            <a:prstDash val="dash"/>
          </a:ln>
        </p:spPr>
      </p:cxnSp>
      <p:sp>
        <p:nvSpPr>
          <p:cNvPr id="29" name="u439">
            <a:extLst xmlns:a="http://schemas.openxmlformats.org/drawingml/2006/main">
              <a:ext uri="{FF2B5EF4-FFF2-40B4-BE49-F238E27FC236}">
                <a16:creationId xmlns:a16="http://schemas.microsoft.com/office/drawing/2014/main" id="{CDC63F79-6B29-48AF-A840-D18A4DF6E879}"/>
              </a:ext>
            </a:extLst>
          </p:cNvPr>
          <p:cNvSpPr>
            <a:spLocks xmlns:a="http://schemas.openxmlformats.org/drawingml/2006/main" noGrp="1"/>
          </p:cNvSpPr>
          <p:nvPr/>
        </p:nvSpPr>
        <p:spPr>
          <a:xfrm xmlns:a="http://schemas.openxmlformats.org/drawingml/2006/main">
            <a:off x="1504950" y="60293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0" name="u440">
            <a:extLst xmlns:a="http://schemas.openxmlformats.org/drawingml/2006/main">
              <a:ext uri="{FF2B5EF4-FFF2-40B4-BE49-F238E27FC236}">
                <a16:creationId xmlns:a16="http://schemas.microsoft.com/office/drawing/2014/main" id="{CC4B23D3-1067-4672-8663-6596156DC614}"/>
              </a:ext>
            </a:extLst>
          </p:cNvPr>
          <p:cNvSpPr>
            <a:spLocks xmlns:a="http://schemas.openxmlformats.org/drawingml/2006/main" noGrp="1"/>
          </p:cNvSpPr>
          <p:nvPr/>
        </p:nvSpPr>
        <p:spPr>
          <a:xfrm xmlns:a="http://schemas.openxmlformats.org/drawingml/2006/main">
            <a:off x="3933825" y="60293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1" name=""/>
          <p:cNvCxnSpPr>
            <a:stCxn xmlns:a="http://schemas.openxmlformats.org/drawingml/2006/main" id="29" idx="6"/>
            <a:endCxn xmlns:a="http://schemas.openxmlformats.org/drawingml/2006/main" id="30" idx="2"/>
          </p:cNvCxnSpPr>
          <p:nvPr/>
        </p:nvCxnSpPr>
        <p:spPr>
          <a:xfrm xmlns:a="http://schemas.openxmlformats.org/drawingml/2006/main">
            <a:off x="1505903" y="6029802"/>
            <a:ext cx="2427922" cy="0"/>
          </a:xfrm>
          <a:prstGeom xmlns:a="http://schemas.openxmlformats.org/drawingml/2006/main" prst="straightConnector1">
            <a:avLst/>
          </a:prstGeom>
          <a:ln xmlns:a="http://schemas.openxmlformats.org/drawingml/2006/main" w="19050">
            <a:solidFill>
              <a:srgbClr val="087F8C"/>
            </a:solidFill>
            <a:prstDash val="solid"/>
            <a:tailEnd type="triangle" w="med" len="med"/>
          </a:ln>
        </p:spPr>
      </p:cxnSp>
      <p:sp>
        <p:nvSpPr>
          <p:cNvPr id="32" name="u441">
            <a:extLst xmlns:a="http://schemas.openxmlformats.org/drawingml/2006/main">
              <a:ext uri="{FF2B5EF4-FFF2-40B4-BE49-F238E27FC236}">
                <a16:creationId xmlns:a16="http://schemas.microsoft.com/office/drawing/2014/main" id="{CB5540EF-EB75-4F50-A788-03F65B00ECD4}"/>
              </a:ext>
            </a:extLst>
          </p:cNvPr>
          <p:cNvSpPr>
            <a:spLocks xmlns:a="http://schemas.openxmlformats.org/drawingml/2006/main" noGrp="1"/>
          </p:cNvSpPr>
          <p:nvPr/>
        </p:nvSpPr>
        <p:spPr>
          <a:xfrm xmlns:a="http://schemas.openxmlformats.org/drawingml/2006/main">
            <a:off x="1676400" y="5448300"/>
            <a:ext cx="2085975" cy="5334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retain(image, id:)</a:t>
            </a:r>
          </a:p>
        </p:txBody>
      </p:sp>
      <p:sp>
        <p:nvSpPr>
          <p:cNvPr id="33" name="u442">
            <a:extLst xmlns:a="http://schemas.openxmlformats.org/drawingml/2006/main">
              <a:ext uri="{FF2B5EF4-FFF2-40B4-BE49-F238E27FC236}">
                <a16:creationId xmlns:a16="http://schemas.microsoft.com/office/drawing/2014/main" id="{27D63602-50FD-443E-9723-60D8387C9E42}"/>
              </a:ext>
            </a:extLst>
          </p:cNvPr>
          <p:cNvSpPr>
            <a:spLocks xmlns:a="http://schemas.openxmlformats.org/drawingml/2006/main" noGrp="1"/>
          </p:cNvSpPr>
          <p:nvPr/>
        </p:nvSpPr>
        <p:spPr>
          <a:xfrm xmlns:a="http://schemas.openxmlformats.org/drawingml/2006/main">
            <a:off x="3933825" y="71532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4" name="u443">
            <a:extLst xmlns:a="http://schemas.openxmlformats.org/drawingml/2006/main">
              <a:ext uri="{FF2B5EF4-FFF2-40B4-BE49-F238E27FC236}">
                <a16:creationId xmlns:a16="http://schemas.microsoft.com/office/drawing/2014/main" id="{FA94718B-DC26-4304-972E-B6E7182128E0}"/>
              </a:ext>
            </a:extLst>
          </p:cNvPr>
          <p:cNvSpPr>
            <a:spLocks xmlns:a="http://schemas.openxmlformats.org/drawingml/2006/main" noGrp="1"/>
          </p:cNvSpPr>
          <p:nvPr/>
        </p:nvSpPr>
        <p:spPr>
          <a:xfrm xmlns:a="http://schemas.openxmlformats.org/drawingml/2006/main">
            <a:off x="1504950" y="71532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5" name=""/>
          <p:cNvCxnSpPr>
            <a:stCxn xmlns:a="http://schemas.openxmlformats.org/drawingml/2006/main" id="33" idx="2"/>
            <a:endCxn xmlns:a="http://schemas.openxmlformats.org/drawingml/2006/main" id="34" idx="6"/>
          </p:cNvCxnSpPr>
          <p:nvPr/>
        </p:nvCxnSpPr>
        <p:spPr>
          <a:xfrm xmlns:a="http://schemas.openxmlformats.org/drawingml/2006/main" flipH="1">
            <a:off x="1505903" y="7153752"/>
            <a:ext cx="2427922" cy="0"/>
          </a:xfrm>
          <a:prstGeom xmlns:a="http://schemas.openxmlformats.org/drawingml/2006/main" prst="straightConnector1">
            <a:avLst/>
          </a:prstGeom>
          <a:ln xmlns:a="http://schemas.openxmlformats.org/drawingml/2006/main" w="19050">
            <a:solidFill>
              <a:srgbClr val="087F8C"/>
            </a:solidFill>
            <a:prstDash val="dash"/>
            <a:tailEnd type="arrow" w="med" len="med"/>
          </a:ln>
        </p:spPr>
      </p:cxnSp>
      <p:sp>
        <p:nvSpPr>
          <p:cNvPr id="36" name="u444">
            <a:extLst xmlns:a="http://schemas.openxmlformats.org/drawingml/2006/main">
              <a:ext uri="{FF2B5EF4-FFF2-40B4-BE49-F238E27FC236}">
                <a16:creationId xmlns:a16="http://schemas.microsoft.com/office/drawing/2014/main" id="{D01AD16D-A576-4A9A-B345-EA6700447A5F}"/>
              </a:ext>
            </a:extLst>
          </p:cNvPr>
          <p:cNvSpPr>
            <a:spLocks xmlns:a="http://schemas.openxmlformats.org/drawingml/2006/main" noGrp="1"/>
          </p:cNvSpPr>
          <p:nvPr/>
        </p:nvSpPr>
        <p:spPr>
          <a:xfrm xmlns:a="http://schemas.openxmlformats.org/drawingml/2006/main">
            <a:off x="1676400" y="6572250"/>
            <a:ext cx="2085975" cy="5334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586974"/>
                </a:solidFill>
                <a:latin typeface="DejaVu Sans"/>
                <a:ea typeface="DejaVu Sans"/>
                <a:cs typeface="DejaVu Sans"/>
              </a:defRPr>
            </a:pPr>
            <a:r>
              <a:rPr sz="1725" b="0">
                <a:solidFill>
                  <a:srgbClr val="586974"/>
                </a:solidFill>
                <a:latin typeface="DejaVu Sans"/>
                <a:ea typeface="DejaVu Sans"/>
                <a:cs typeface="DejaVu Sans"/>
              </a:rPr>
              <a:t>write returns</a:t>
            </a:r>
          </a:p>
        </p:txBody>
      </p:sp>
      <p:sp>
        <p:nvSpPr>
          <p:cNvPr id="37" name="u445">
            <a:extLst xmlns:a="http://schemas.openxmlformats.org/drawingml/2006/main">
              <a:ext uri="{FF2B5EF4-FFF2-40B4-BE49-F238E27FC236}">
                <a16:creationId xmlns:a16="http://schemas.microsoft.com/office/drawing/2014/main" id="{7FEA9F37-0248-40AE-9340-8C1011944DAE}"/>
              </a:ext>
            </a:extLst>
          </p:cNvPr>
          <p:cNvSpPr>
            <a:spLocks xmlns:a="http://schemas.openxmlformats.org/drawingml/2006/main" noGrp="1"/>
          </p:cNvSpPr>
          <p:nvPr/>
        </p:nvSpPr>
        <p:spPr>
          <a:xfrm xmlns:a="http://schemas.openxmlformats.org/drawingml/2006/main">
            <a:off x="1504950" y="8486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8" name="u446">
            <a:extLst xmlns:a="http://schemas.openxmlformats.org/drawingml/2006/main">
              <a:ext uri="{FF2B5EF4-FFF2-40B4-BE49-F238E27FC236}">
                <a16:creationId xmlns:a16="http://schemas.microsoft.com/office/drawing/2014/main" id="{8C265BBB-45B6-4FE6-93DE-2347093229D1}"/>
              </a:ext>
            </a:extLst>
          </p:cNvPr>
          <p:cNvSpPr>
            <a:spLocks xmlns:a="http://schemas.openxmlformats.org/drawingml/2006/main" noGrp="1"/>
          </p:cNvSpPr>
          <p:nvPr/>
        </p:nvSpPr>
        <p:spPr>
          <a:xfrm xmlns:a="http://schemas.openxmlformats.org/drawingml/2006/main">
            <a:off x="6362700" y="8486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9" name=""/>
          <p:cNvCxnSpPr>
            <a:stCxn xmlns:a="http://schemas.openxmlformats.org/drawingml/2006/main" id="37" idx="6"/>
            <a:endCxn xmlns:a="http://schemas.openxmlformats.org/drawingml/2006/main" id="38" idx="2"/>
          </p:cNvCxnSpPr>
          <p:nvPr/>
        </p:nvCxnSpPr>
        <p:spPr>
          <a:xfrm xmlns:a="http://schemas.openxmlformats.org/drawingml/2006/main">
            <a:off x="1505903" y="8487252"/>
            <a:ext cx="4856797" cy="0"/>
          </a:xfrm>
          <a:prstGeom xmlns:a="http://schemas.openxmlformats.org/drawingml/2006/main" prst="straightConnector1">
            <a:avLst/>
          </a:prstGeom>
          <a:ln xmlns:a="http://schemas.openxmlformats.org/drawingml/2006/main" w="19050">
            <a:solidFill>
              <a:srgbClr val="087F8C"/>
            </a:solidFill>
            <a:prstDash val="solid"/>
            <a:tailEnd type="triangle" w="med" len="med"/>
          </a:ln>
        </p:spPr>
      </p:cxnSp>
      <p:sp>
        <p:nvSpPr>
          <p:cNvPr id="40" name="u447">
            <a:extLst xmlns:a="http://schemas.openxmlformats.org/drawingml/2006/main">
              <a:ext uri="{FF2B5EF4-FFF2-40B4-BE49-F238E27FC236}">
                <a16:creationId xmlns:a16="http://schemas.microsoft.com/office/drawing/2014/main" id="{8E293A37-6439-4AD9-B1C5-CB369C18B4D6}"/>
              </a:ext>
            </a:extLst>
          </p:cNvPr>
          <p:cNvSpPr>
            <a:spLocks xmlns:a="http://schemas.openxmlformats.org/drawingml/2006/main" noGrp="1"/>
          </p:cNvSpPr>
          <p:nvPr/>
        </p:nvSpPr>
        <p:spPr>
          <a:xfrm xmlns:a="http://schemas.openxmlformats.org/drawingml/2006/main">
            <a:off x="1676400" y="7905750"/>
            <a:ext cx="4514850" cy="5334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record(change)</a:t>
            </a:r>
          </a:p>
        </p:txBody>
      </p:sp>
      <p:sp>
        <p:nvSpPr>
          <p:cNvPr id="41" name="u448">
            <a:extLst xmlns:a="http://schemas.openxmlformats.org/drawingml/2006/main">
              <a:ext uri="{FF2B5EF4-FFF2-40B4-BE49-F238E27FC236}">
                <a16:creationId xmlns:a16="http://schemas.microsoft.com/office/drawing/2014/main" id="{17EF12A8-651D-48AC-87AE-27735CA7F838}"/>
              </a:ext>
            </a:extLst>
          </p:cNvPr>
          <p:cNvSpPr>
            <a:spLocks xmlns:a="http://schemas.openxmlformats.org/drawingml/2006/main" noGrp="1"/>
          </p:cNvSpPr>
          <p:nvPr/>
        </p:nvSpPr>
        <p:spPr>
          <a:xfrm xmlns:a="http://schemas.openxmlformats.org/drawingml/2006/main">
            <a:off x="6362700" y="96012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42" name="u449">
            <a:extLst xmlns:a="http://schemas.openxmlformats.org/drawingml/2006/main">
              <a:ext uri="{FF2B5EF4-FFF2-40B4-BE49-F238E27FC236}">
                <a16:creationId xmlns:a16="http://schemas.microsoft.com/office/drawing/2014/main" id="{54A1B12C-A01F-4567-971E-50240A2904D4}"/>
              </a:ext>
            </a:extLst>
          </p:cNvPr>
          <p:cNvSpPr>
            <a:spLocks xmlns:a="http://schemas.openxmlformats.org/drawingml/2006/main" noGrp="1"/>
          </p:cNvSpPr>
          <p:nvPr/>
        </p:nvSpPr>
        <p:spPr>
          <a:xfrm xmlns:a="http://schemas.openxmlformats.org/drawingml/2006/main">
            <a:off x="1504950" y="96012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93" name=""/>
          <p:cNvCxnSpPr>
            <a:stCxn xmlns:a="http://schemas.openxmlformats.org/drawingml/2006/main" id="41" idx="2"/>
            <a:endCxn xmlns:a="http://schemas.openxmlformats.org/drawingml/2006/main" id="42" idx="6"/>
          </p:cNvCxnSpPr>
          <p:nvPr/>
        </p:nvCxnSpPr>
        <p:spPr>
          <a:xfrm xmlns:a="http://schemas.openxmlformats.org/drawingml/2006/main" flipH="1">
            <a:off x="1505903" y="9601677"/>
            <a:ext cx="4856797" cy="0"/>
          </a:xfrm>
          <a:prstGeom xmlns:a="http://schemas.openxmlformats.org/drawingml/2006/main" prst="straightConnector1">
            <a:avLst/>
          </a:prstGeom>
          <a:ln xmlns:a="http://schemas.openxmlformats.org/drawingml/2006/main" w="19050">
            <a:solidFill>
              <a:srgbClr val="087F8C"/>
            </a:solidFill>
            <a:prstDash val="dash"/>
            <a:tailEnd type="arrow" w="med" len="med"/>
          </a:ln>
        </p:spPr>
      </p:cxnSp>
      <p:sp>
        <p:nvSpPr>
          <p:cNvPr id="44" name="u450">
            <a:extLst xmlns:a="http://schemas.openxmlformats.org/drawingml/2006/main">
              <a:ext uri="{FF2B5EF4-FFF2-40B4-BE49-F238E27FC236}">
                <a16:creationId xmlns:a16="http://schemas.microsoft.com/office/drawing/2014/main" id="{B181881D-245C-449D-8E37-392D0E0C8A22}"/>
              </a:ext>
            </a:extLst>
          </p:cNvPr>
          <p:cNvSpPr>
            <a:spLocks xmlns:a="http://schemas.openxmlformats.org/drawingml/2006/main" noGrp="1"/>
          </p:cNvSpPr>
          <p:nvPr/>
        </p:nvSpPr>
        <p:spPr>
          <a:xfrm xmlns:a="http://schemas.openxmlformats.org/drawingml/2006/main">
            <a:off x="1676400" y="9020175"/>
            <a:ext cx="4514850" cy="5334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586974"/>
                </a:solidFill>
                <a:latin typeface="DejaVu Sans"/>
                <a:ea typeface="DejaVu Sans"/>
                <a:cs typeface="DejaVu Sans"/>
              </a:defRPr>
            </a:pPr>
            <a:r>
              <a:rPr sz="1725" b="0">
                <a:solidFill>
                  <a:srgbClr val="586974"/>
                </a:solidFill>
                <a:latin typeface="DejaVu Sans"/>
                <a:ea typeface="DejaVu Sans"/>
                <a:cs typeface="DejaVu Sans"/>
              </a:rPr>
              <a:t>log + report updated</a:t>
            </a:r>
          </a:p>
        </p:txBody>
      </p:sp>
      <p:sp>
        <p:nvSpPr>
          <p:cNvPr id="45" name="u451">
            <a:extLst xmlns:a="http://schemas.openxmlformats.org/drawingml/2006/main">
              <a:ext uri="{FF2B5EF4-FFF2-40B4-BE49-F238E27FC236}">
                <a16:creationId xmlns:a16="http://schemas.microsoft.com/office/drawing/2014/main" id="{0D74542B-BA44-45C8-B035-5E716B7EF4E3}"/>
              </a:ext>
            </a:extLst>
          </p:cNvPr>
          <p:cNvSpPr>
            <a:spLocks xmlns:a="http://schemas.openxmlformats.org/drawingml/2006/main" noGrp="1"/>
          </p:cNvSpPr>
          <p:nvPr/>
        </p:nvSpPr>
        <p:spPr>
          <a:xfrm xmlns:a="http://schemas.openxmlformats.org/drawingml/2006/main">
            <a:off x="1504950" y="110013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46" name="u452">
            <a:extLst xmlns:a="http://schemas.openxmlformats.org/drawingml/2006/main">
              <a:ext uri="{FF2B5EF4-FFF2-40B4-BE49-F238E27FC236}">
                <a16:creationId xmlns:a16="http://schemas.microsoft.com/office/drawing/2014/main" id="{0B93CB6D-B144-4F81-806A-40F8604E9DBA}"/>
              </a:ext>
            </a:extLst>
          </p:cNvPr>
          <p:cNvSpPr>
            <a:spLocks xmlns:a="http://schemas.openxmlformats.org/drawingml/2006/main" noGrp="1"/>
          </p:cNvSpPr>
          <p:nvPr/>
        </p:nvSpPr>
        <p:spPr>
          <a:xfrm xmlns:a="http://schemas.openxmlformats.org/drawingml/2006/main">
            <a:off x="8791575" y="110013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97" name=""/>
          <p:cNvCxnSpPr>
            <a:stCxn xmlns:a="http://schemas.openxmlformats.org/drawingml/2006/main" id="45" idx="6"/>
            <a:endCxn xmlns:a="http://schemas.openxmlformats.org/drawingml/2006/main" id="46" idx="2"/>
          </p:cNvCxnSpPr>
          <p:nvPr/>
        </p:nvCxnSpPr>
        <p:spPr>
          <a:xfrm xmlns:a="http://schemas.openxmlformats.org/drawingml/2006/main">
            <a:off x="1505903" y="11001852"/>
            <a:ext cx="7285672" cy="0"/>
          </a:xfrm>
          <a:prstGeom xmlns:a="http://schemas.openxmlformats.org/drawingml/2006/main" prst="straightConnector1">
            <a:avLst/>
          </a:prstGeom>
          <a:ln xmlns:a="http://schemas.openxmlformats.org/drawingml/2006/main" w="19050">
            <a:solidFill>
              <a:srgbClr val="087F8C"/>
            </a:solidFill>
            <a:prstDash val="solid"/>
            <a:tailEnd type="triangle" w="med" len="med"/>
          </a:ln>
        </p:spPr>
      </p:cxnSp>
      <p:sp>
        <p:nvSpPr>
          <p:cNvPr id="48" name="u453">
            <a:extLst xmlns:a="http://schemas.openxmlformats.org/drawingml/2006/main">
              <a:ext uri="{FF2B5EF4-FFF2-40B4-BE49-F238E27FC236}">
                <a16:creationId xmlns:a16="http://schemas.microsoft.com/office/drawing/2014/main" id="{5FB2216C-FB07-4CD8-B488-FA10ADD736D9}"/>
              </a:ext>
            </a:extLst>
          </p:cNvPr>
          <p:cNvSpPr>
            <a:spLocks xmlns:a="http://schemas.openxmlformats.org/drawingml/2006/main" noGrp="1"/>
          </p:cNvSpPr>
          <p:nvPr/>
        </p:nvSpPr>
        <p:spPr>
          <a:xfrm xmlns:a="http://schemas.openxmlformats.org/drawingml/2006/main">
            <a:off x="1676400" y="10420350"/>
            <a:ext cx="6943725" cy="5334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await onUpdate(PipelineUpdate(...))</a:t>
            </a:r>
          </a:p>
        </p:txBody>
      </p:sp>
      <p:sp>
        <p:nvSpPr>
          <p:cNvPr id="49" name="u454">
            <a:extLst xmlns:a="http://schemas.openxmlformats.org/drawingml/2006/main">
              <a:ext uri="{FF2B5EF4-FFF2-40B4-BE49-F238E27FC236}">
                <a16:creationId xmlns:a16="http://schemas.microsoft.com/office/drawing/2014/main" id="{BA51A6F4-73CF-45ED-9923-B5F8E16B8A01}"/>
              </a:ext>
            </a:extLst>
          </p:cNvPr>
          <p:cNvSpPr>
            <a:spLocks xmlns:a="http://schemas.openxmlformats.org/drawingml/2006/main" noGrp="1"/>
          </p:cNvSpPr>
          <p:nvPr/>
        </p:nvSpPr>
        <p:spPr>
          <a:xfrm xmlns:a="http://schemas.openxmlformats.org/drawingml/2006/main">
            <a:off x="609600" y="11953875"/>
            <a:ext cx="90487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hlinkClick xmlns:r="http://schemas.openxmlformats.org/officeDocument/2006/relationships" r:id="R0897f67f8bc14e37"/>
              </a:rPr>
              <a:t>CandidateAnalysisPipeline.swift  ·  episode-change loop</a:t>
            </a:r>
          </a:p>
        </p:txBody>
      </p:sp>
      <p:sp>
        <p:nvSpPr>
          <p:cNvPr id="50" name="u455">
            <a:extLst xmlns:a="http://schemas.openxmlformats.org/drawingml/2006/main">
              <a:ext uri="{FF2B5EF4-FFF2-40B4-BE49-F238E27FC236}">
                <a16:creationId xmlns:a16="http://schemas.microsoft.com/office/drawing/2014/main" id="{8DA31C65-45FD-4ADE-83A3-79F93C7D5A2D}"/>
              </a:ext>
            </a:extLst>
          </p:cNvPr>
          <p:cNvSpPr>
            <a:spLocks xmlns:a="http://schemas.openxmlformats.org/drawingml/2006/main" noGrp="1"/>
          </p:cNvSpPr>
          <p:nvPr/>
        </p:nvSpPr>
        <p:spPr>
          <a:xfrm xmlns:a="http://schemas.openxmlformats.org/drawingml/2006/main">
            <a:off x="609600" y="12353925"/>
            <a:ext cx="90487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ios/AIShop/AIShopVision/Sources/AIShopVision/CandidateAnalysisPipeline</a:t>
            </a:r>
          </a:p>
        </p:txBody>
      </p:sp>
    </p:spTree>
    <p:extLst>
      <p:ext uri="{BB962C8B-B14F-4D97-AF65-F5344CB8AC3E}">
        <p14:creationId xmlns:p14="http://schemas.microsoft.com/office/powerpoint/2010/main" val="124426792"/>
      </p:ext>
    </p:extLst>
  </p:cSld>
</p:sld>
</file>

<file path=ppt/slides/slide1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8" name="u456">
            <a:extLst xmlns:a="http://schemas.openxmlformats.org/drawingml/2006/main">
              <a:ext uri="{FF2B5EF4-FFF2-40B4-BE49-F238E27FC236}">
                <a16:creationId xmlns:a16="http://schemas.microsoft.com/office/drawing/2014/main" id="{F609264E-AB2A-4047-8724-D1CDF1527E23}"/>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OBJECT DIAGRAM</a:t>
            </a:r>
          </a:p>
        </p:txBody>
      </p:sp>
      <p:sp>
        <p:nvSpPr>
          <p:cNvPr id="2" name="u457">
            <a:extLst xmlns:a="http://schemas.openxmlformats.org/drawingml/2006/main">
              <a:ext uri="{FF2B5EF4-FFF2-40B4-BE49-F238E27FC236}">
                <a16:creationId xmlns:a16="http://schemas.microsoft.com/office/drawing/2014/main" id="{CB8A5734-02CE-4997-A619-37BD1700E4A1}"/>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The 24.5-second sample</a:t>
            </a:r>
          </a:p>
        </p:txBody>
      </p:sp>
      <p:sp>
        <p:nvSpPr>
          <p:cNvPr id="3" name="u458">
            <a:extLst xmlns:a="http://schemas.openxmlformats.org/drawingml/2006/main">
              <a:ext uri="{FF2B5EF4-FFF2-40B4-BE49-F238E27FC236}">
                <a16:creationId xmlns:a16="http://schemas.microsoft.com/office/drawing/2014/main" id="{0BFD0325-73A1-4308-98E3-C69204634DCB}"/>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Recorded values connect the concept to actual Swift data.</a:t>
            </a:r>
          </a:p>
        </p:txBody>
      </p:sp>
      <p:sp>
        <p:nvSpPr>
          <p:cNvPr id="4" name="u459">
            <a:extLst xmlns:a="http://schemas.openxmlformats.org/drawingml/2006/main">
              <a:ext uri="{FF2B5EF4-FFF2-40B4-BE49-F238E27FC236}">
                <a16:creationId xmlns:a16="http://schemas.microsoft.com/office/drawing/2014/main" id="{CC70012A-31B8-40DF-A3EE-3E41A9BA3A10}"/>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460">
            <a:extLst xmlns:a="http://schemas.openxmlformats.org/drawingml/2006/main">
              <a:ext uri="{FF2B5EF4-FFF2-40B4-BE49-F238E27FC236}">
                <a16:creationId xmlns:a16="http://schemas.microsoft.com/office/drawing/2014/main" id="{A7E0C443-5E79-4760-9F1C-B88A7229F3EF}"/>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3"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461">
            <a:extLst xmlns:a="http://schemas.openxmlformats.org/drawingml/2006/main">
              <a:ext uri="{FF2B5EF4-FFF2-40B4-BE49-F238E27FC236}">
                <a16:creationId xmlns:a16="http://schemas.microsoft.com/office/drawing/2014/main" id="{0DAD4B8F-64E3-4001-A2ED-A179FF580884}"/>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462">
            <a:extLst xmlns:a="http://schemas.openxmlformats.org/drawingml/2006/main">
              <a:ext uri="{FF2B5EF4-FFF2-40B4-BE49-F238E27FC236}">
                <a16:creationId xmlns:a16="http://schemas.microsoft.com/office/drawing/2014/main" id="{FD2794DC-9163-43BB-86D6-2DBA64F253A4}"/>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16</a:t>
            </a:r>
          </a:p>
        </p:txBody>
      </p:sp>
      <p:sp>
        <p:nvSpPr>
          <p:cNvPr id="9" name="u463">
            <a:extLst xmlns:a="http://schemas.openxmlformats.org/drawingml/2006/main">
              <a:ext uri="{FF2B5EF4-FFF2-40B4-BE49-F238E27FC236}">
                <a16:creationId xmlns:a16="http://schemas.microsoft.com/office/drawing/2014/main" id="{F4189A68-F193-4DE3-96B8-F7D122431E3E}"/>
              </a:ext>
            </a:extLst>
          </p:cNvPr>
          <p:cNvSpPr>
            <a:spLocks xmlns:a="http://schemas.openxmlformats.org/drawingml/2006/main" noGrp="1"/>
          </p:cNvSpPr>
          <p:nvPr/>
        </p:nvSpPr>
        <p:spPr>
          <a:xfrm xmlns:a="http://schemas.openxmlformats.org/drawingml/2006/main">
            <a:off x="1095375" y="3371850"/>
            <a:ext cx="8096250" cy="2400300"/>
          </a:xfrm>
          <a:prstGeom xmlns:a="http://schemas.openxmlformats.org/drawingml/2006/main" prst="rect">
            <a:avLst/>
          </a:prstGeom>
          <a:solidFill xmlns:a="http://schemas.openxmlformats.org/drawingml/2006/main">
            <a:srgbClr val="FFFFFF"/>
          </a:solidFill>
          <a:ln xmlns:a="http://schemas.openxmlformats.org/drawingml/2006/main" w="19050">
            <a:solidFill>
              <a:srgbClr val="346EB3"/>
            </a:solidFill>
            <a:prstDash val="solid"/>
          </a:ln>
        </p:spPr>
      </p:sp>
      <p:sp>
        <p:nvSpPr>
          <p:cNvPr id="10" name="u464">
            <a:extLst xmlns:a="http://schemas.openxmlformats.org/drawingml/2006/main">
              <a:ext uri="{FF2B5EF4-FFF2-40B4-BE49-F238E27FC236}">
                <a16:creationId xmlns:a16="http://schemas.microsoft.com/office/drawing/2014/main" id="{71D1FB71-A917-4F8B-9003-C91F69BAA764}"/>
              </a:ext>
            </a:extLst>
          </p:cNvPr>
          <p:cNvSpPr>
            <a:spLocks xmlns:a="http://schemas.openxmlformats.org/drawingml/2006/main" noGrp="1"/>
          </p:cNvSpPr>
          <p:nvPr/>
        </p:nvSpPr>
        <p:spPr>
          <a:xfrm xmlns:a="http://schemas.openxmlformats.org/drawingml/2006/main">
            <a:off x="1266825" y="3448050"/>
            <a:ext cx="7753350" cy="22479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r>
              <a:t/>
            </a:r>
          </a:p>
        </p:txBody>
      </p:sp>
      <p:sp>
        <p:nvSpPr>
          <p:cNvPr id="11" name="u465">
            <a:extLst xmlns:a="http://schemas.openxmlformats.org/drawingml/2006/main">
              <a:ext uri="{FF2B5EF4-FFF2-40B4-BE49-F238E27FC236}">
                <a16:creationId xmlns:a16="http://schemas.microsoft.com/office/drawing/2014/main" id="{A018B310-8302-49E3-966A-6BEE5E53EC6C}"/>
              </a:ext>
            </a:extLst>
          </p:cNvPr>
          <p:cNvSpPr>
            <a:spLocks xmlns:a="http://schemas.openxmlformats.org/drawingml/2006/main" noGrp="1"/>
          </p:cNvSpPr>
          <p:nvPr/>
        </p:nvSpPr>
        <p:spPr>
          <a:xfrm xmlns:a="http://schemas.openxmlformats.org/drawingml/2006/main">
            <a:off x="1238250" y="3486150"/>
            <a:ext cx="781050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025" b="1">
                <a:solidFill>
                  <a:srgbClr val="346EB3"/>
                </a:solidFill>
                <a:latin typeface="DejaVu Sans"/>
                <a:ea typeface="DejaVu Sans"/>
                <a:cs typeface="DejaVu Sans"/>
              </a:defRPr>
            </a:pPr>
            <a:r>
              <a:rPr sz="2025" b="1" u="sng">
                <a:solidFill>
                  <a:srgbClr val="346EB3"/>
                </a:solidFill>
                <a:latin typeface="DejaVu Sans"/>
                <a:ea typeface="DejaVu Sans"/>
                <a:cs typeface="DejaVu Sans"/>
              </a:rPr>
              <a:t>frame : VideoFrame</a:t>
            </a:r>
          </a:p>
        </p:txBody>
      </p:sp>
      <p:sp>
        <p:nvSpPr>
          <p:cNvPr id="12" name="u466">
            <a:extLst xmlns:a="http://schemas.openxmlformats.org/drawingml/2006/main">
              <a:ext uri="{FF2B5EF4-FFF2-40B4-BE49-F238E27FC236}">
                <a16:creationId xmlns:a16="http://schemas.microsoft.com/office/drawing/2014/main" id="{EC8813D4-E6D5-4002-BEAB-F67B89BD4D04}"/>
              </a:ext>
            </a:extLst>
          </p:cNvPr>
          <p:cNvSpPr>
            <a:spLocks xmlns:a="http://schemas.openxmlformats.org/drawingml/2006/main" noGrp="1"/>
          </p:cNvSpPr>
          <p:nvPr/>
        </p:nvSpPr>
        <p:spPr>
          <a:xfrm xmlns:a="http://schemas.openxmlformats.org/drawingml/2006/main">
            <a:off x="1095375" y="4191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3" name="u467">
            <a:extLst xmlns:a="http://schemas.openxmlformats.org/drawingml/2006/main">
              <a:ext uri="{FF2B5EF4-FFF2-40B4-BE49-F238E27FC236}">
                <a16:creationId xmlns:a16="http://schemas.microsoft.com/office/drawing/2014/main" id="{EC635D48-FAA0-4A38-A1E1-EF20DCD3BEAD}"/>
              </a:ext>
            </a:extLst>
          </p:cNvPr>
          <p:cNvSpPr>
            <a:spLocks xmlns:a="http://schemas.openxmlformats.org/drawingml/2006/main" noGrp="1"/>
          </p:cNvSpPr>
          <p:nvPr/>
        </p:nvSpPr>
        <p:spPr>
          <a:xfrm xmlns:a="http://schemas.openxmlformats.org/drawingml/2006/main">
            <a:off x="9191625" y="4191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1" name=""/>
          <p:cNvCxnSpPr>
            <a:stCxn xmlns:a="http://schemas.openxmlformats.org/drawingml/2006/main" id="12" idx="6"/>
            <a:endCxn xmlns:a="http://schemas.openxmlformats.org/drawingml/2006/main" id="13" idx="2"/>
          </p:cNvCxnSpPr>
          <p:nvPr/>
        </p:nvCxnSpPr>
        <p:spPr>
          <a:xfrm xmlns:a="http://schemas.openxmlformats.org/drawingml/2006/main">
            <a:off x="1096328" y="4191477"/>
            <a:ext cx="8095297" cy="0"/>
          </a:xfrm>
          <a:prstGeom xmlns:a="http://schemas.openxmlformats.org/drawingml/2006/main" prst="straightConnector1">
            <a:avLst/>
          </a:prstGeom>
          <a:ln xmlns:a="http://schemas.openxmlformats.org/drawingml/2006/main" w="19050">
            <a:solidFill>
              <a:srgbClr val="346EB3"/>
            </a:solidFill>
            <a:prstDash val="solid"/>
          </a:ln>
        </p:spPr>
      </p:cxnSp>
      <p:sp>
        <p:nvSpPr>
          <p:cNvPr id="15" name="u468">
            <a:extLst xmlns:a="http://schemas.openxmlformats.org/drawingml/2006/main">
              <a:ext uri="{FF2B5EF4-FFF2-40B4-BE49-F238E27FC236}">
                <a16:creationId xmlns:a16="http://schemas.microsoft.com/office/drawing/2014/main" id="{DF5FAF09-0941-46AE-8C2E-2B9430CD954A}"/>
              </a:ext>
            </a:extLst>
          </p:cNvPr>
          <p:cNvSpPr>
            <a:spLocks xmlns:a="http://schemas.openxmlformats.org/drawingml/2006/main" noGrp="1"/>
          </p:cNvSpPr>
          <p:nvPr/>
        </p:nvSpPr>
        <p:spPr>
          <a:xfrm xmlns:a="http://schemas.openxmlformats.org/drawingml/2006/main">
            <a:off x="1323975" y="4362450"/>
            <a:ext cx="76390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timestamp = 24.5 s</a:t>
            </a:r>
          </a:p>
        </p:txBody>
      </p:sp>
      <p:sp>
        <p:nvSpPr>
          <p:cNvPr id="16" name="u469">
            <a:extLst xmlns:a="http://schemas.openxmlformats.org/drawingml/2006/main">
              <a:ext uri="{FF2B5EF4-FFF2-40B4-BE49-F238E27FC236}">
                <a16:creationId xmlns:a16="http://schemas.microsoft.com/office/drawing/2014/main" id="{B1BE513A-6E54-48E5-92E1-242833EC9F94}"/>
              </a:ext>
            </a:extLst>
          </p:cNvPr>
          <p:cNvSpPr>
            <a:spLocks xmlns:a="http://schemas.openxmlformats.org/drawingml/2006/main" noGrp="1"/>
          </p:cNvSpPr>
          <p:nvPr/>
        </p:nvSpPr>
        <p:spPr>
          <a:xfrm xmlns:a="http://schemas.openxmlformats.org/drawingml/2006/main">
            <a:off x="1323975" y="4810125"/>
            <a:ext cx="76390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sampleIndex = 49</a:t>
            </a:r>
          </a:p>
        </p:txBody>
      </p:sp>
      <p:sp>
        <p:nvSpPr>
          <p:cNvPr id="17" name="u470">
            <a:extLst xmlns:a="http://schemas.openxmlformats.org/drawingml/2006/main">
              <a:ext uri="{FF2B5EF4-FFF2-40B4-BE49-F238E27FC236}">
                <a16:creationId xmlns:a16="http://schemas.microsoft.com/office/drawing/2014/main" id="{9D31BE14-7A43-4EC9-B6BA-B2685DB2AA55}"/>
              </a:ext>
            </a:extLst>
          </p:cNvPr>
          <p:cNvSpPr>
            <a:spLocks xmlns:a="http://schemas.openxmlformats.org/drawingml/2006/main" noGrp="1"/>
          </p:cNvSpPr>
          <p:nvPr/>
        </p:nvSpPr>
        <p:spPr>
          <a:xfrm xmlns:a="http://schemas.openxmlformats.org/drawingml/2006/main">
            <a:off x="1323975" y="5257800"/>
            <a:ext cx="76390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image = decoded CGImage</a:t>
            </a:r>
          </a:p>
        </p:txBody>
      </p:sp>
      <p:sp>
        <p:nvSpPr>
          <p:cNvPr id="18" name="u471">
            <a:extLst xmlns:a="http://schemas.openxmlformats.org/drawingml/2006/main">
              <a:ext uri="{FF2B5EF4-FFF2-40B4-BE49-F238E27FC236}">
                <a16:creationId xmlns:a16="http://schemas.microsoft.com/office/drawing/2014/main" id="{E4B590F2-3308-4D74-AB12-858909A84083}"/>
              </a:ext>
            </a:extLst>
          </p:cNvPr>
          <p:cNvSpPr>
            <a:spLocks xmlns:a="http://schemas.openxmlformats.org/drawingml/2006/main" noGrp="1"/>
          </p:cNvSpPr>
          <p:nvPr/>
        </p:nvSpPr>
        <p:spPr>
          <a:xfrm xmlns:a="http://schemas.openxmlformats.org/drawingml/2006/main">
            <a:off x="1095375" y="6181725"/>
            <a:ext cx="8096250" cy="24003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19" name="u472">
            <a:extLst xmlns:a="http://schemas.openxmlformats.org/drawingml/2006/main">
              <a:ext uri="{FF2B5EF4-FFF2-40B4-BE49-F238E27FC236}">
                <a16:creationId xmlns:a16="http://schemas.microsoft.com/office/drawing/2014/main" id="{557BD62C-087A-491B-9DFE-DBAC915E751F}"/>
              </a:ext>
            </a:extLst>
          </p:cNvPr>
          <p:cNvSpPr>
            <a:spLocks xmlns:a="http://schemas.openxmlformats.org/drawingml/2006/main" noGrp="1"/>
          </p:cNvSpPr>
          <p:nvPr/>
        </p:nvSpPr>
        <p:spPr>
          <a:xfrm xmlns:a="http://schemas.openxmlformats.org/drawingml/2006/main">
            <a:off x="1266825" y="6257925"/>
            <a:ext cx="7753350" cy="22479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r>
              <a:t/>
            </a:r>
          </a:p>
        </p:txBody>
      </p:sp>
      <p:sp>
        <p:nvSpPr>
          <p:cNvPr id="20" name="u473">
            <a:extLst xmlns:a="http://schemas.openxmlformats.org/drawingml/2006/main">
              <a:ext uri="{FF2B5EF4-FFF2-40B4-BE49-F238E27FC236}">
                <a16:creationId xmlns:a16="http://schemas.microsoft.com/office/drawing/2014/main" id="{B6F326ED-B5C6-4ED0-8631-2BF55E1F4422}"/>
              </a:ext>
            </a:extLst>
          </p:cNvPr>
          <p:cNvSpPr>
            <a:spLocks xmlns:a="http://schemas.openxmlformats.org/drawingml/2006/main" noGrp="1"/>
          </p:cNvSpPr>
          <p:nvPr/>
        </p:nvSpPr>
        <p:spPr>
          <a:xfrm xmlns:a="http://schemas.openxmlformats.org/drawingml/2006/main">
            <a:off x="1238250" y="6296025"/>
            <a:ext cx="781050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025" b="1">
                <a:solidFill>
                  <a:srgbClr val="087F8C"/>
                </a:solidFill>
                <a:latin typeface="DejaVu Sans"/>
                <a:ea typeface="DejaVu Sans"/>
                <a:cs typeface="DejaVu Sans"/>
              </a:defRPr>
            </a:pPr>
            <a:r>
              <a:rPr sz="2025" b="1" u="sng">
                <a:solidFill>
                  <a:srgbClr val="087F8C"/>
                </a:solidFill>
                <a:latin typeface="DejaVu Sans"/>
                <a:ea typeface="DejaVu Sans"/>
                <a:cs typeface="DejaVu Sans"/>
              </a:rPr>
              <a:t>score : CandidateFrameScore</a:t>
            </a:r>
          </a:p>
        </p:txBody>
      </p:sp>
      <p:sp>
        <p:nvSpPr>
          <p:cNvPr id="21" name="u474">
            <a:extLst xmlns:a="http://schemas.openxmlformats.org/drawingml/2006/main">
              <a:ext uri="{FF2B5EF4-FFF2-40B4-BE49-F238E27FC236}">
                <a16:creationId xmlns:a16="http://schemas.microsoft.com/office/drawing/2014/main" id="{D1C35EA1-206D-46FB-836C-1D10213D0879}"/>
              </a:ext>
            </a:extLst>
          </p:cNvPr>
          <p:cNvSpPr>
            <a:spLocks xmlns:a="http://schemas.openxmlformats.org/drawingml/2006/main" noGrp="1"/>
          </p:cNvSpPr>
          <p:nvPr/>
        </p:nvSpPr>
        <p:spPr>
          <a:xfrm xmlns:a="http://schemas.openxmlformats.org/drawingml/2006/main">
            <a:off x="1095375" y="70008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2" name="u475">
            <a:extLst xmlns:a="http://schemas.openxmlformats.org/drawingml/2006/main">
              <a:ext uri="{FF2B5EF4-FFF2-40B4-BE49-F238E27FC236}">
                <a16:creationId xmlns:a16="http://schemas.microsoft.com/office/drawing/2014/main" id="{B4B4E4F9-BD34-4E0E-A1B1-323B5F1F67CC}"/>
              </a:ext>
            </a:extLst>
          </p:cNvPr>
          <p:cNvSpPr>
            <a:spLocks xmlns:a="http://schemas.openxmlformats.org/drawingml/2006/main" noGrp="1"/>
          </p:cNvSpPr>
          <p:nvPr/>
        </p:nvSpPr>
        <p:spPr>
          <a:xfrm xmlns:a="http://schemas.openxmlformats.org/drawingml/2006/main">
            <a:off x="9191625" y="70008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0" name=""/>
          <p:cNvCxnSpPr>
            <a:stCxn xmlns:a="http://schemas.openxmlformats.org/drawingml/2006/main" id="21" idx="6"/>
            <a:endCxn xmlns:a="http://schemas.openxmlformats.org/drawingml/2006/main" id="22" idx="2"/>
          </p:cNvCxnSpPr>
          <p:nvPr/>
        </p:nvCxnSpPr>
        <p:spPr>
          <a:xfrm xmlns:a="http://schemas.openxmlformats.org/drawingml/2006/main">
            <a:off x="1096328" y="7001352"/>
            <a:ext cx="8095297" cy="0"/>
          </a:xfrm>
          <a:prstGeom xmlns:a="http://schemas.openxmlformats.org/drawingml/2006/main" prst="straightConnector1">
            <a:avLst/>
          </a:prstGeom>
          <a:ln xmlns:a="http://schemas.openxmlformats.org/drawingml/2006/main" w="19050">
            <a:solidFill>
              <a:srgbClr val="087F8C"/>
            </a:solidFill>
            <a:prstDash val="solid"/>
          </a:ln>
        </p:spPr>
      </p:cxnSp>
      <p:sp>
        <p:nvSpPr>
          <p:cNvPr id="24" name="u476">
            <a:extLst xmlns:a="http://schemas.openxmlformats.org/drawingml/2006/main">
              <a:ext uri="{FF2B5EF4-FFF2-40B4-BE49-F238E27FC236}">
                <a16:creationId xmlns:a16="http://schemas.microsoft.com/office/drawing/2014/main" id="{F212801D-1828-4112-A964-51E481390A31}"/>
              </a:ext>
            </a:extLst>
          </p:cNvPr>
          <p:cNvSpPr>
            <a:spLocks xmlns:a="http://schemas.openxmlformats.org/drawingml/2006/main" noGrp="1"/>
          </p:cNvSpPr>
          <p:nvPr/>
        </p:nvSpPr>
        <p:spPr>
          <a:xfrm xmlns:a="http://schemas.openxmlformats.org/drawingml/2006/main">
            <a:off x="1323975" y="7172325"/>
            <a:ext cx="76390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wholeDistance = 0.50505</a:t>
            </a:r>
          </a:p>
        </p:txBody>
      </p:sp>
      <p:sp>
        <p:nvSpPr>
          <p:cNvPr id="25" name="u477">
            <a:extLst xmlns:a="http://schemas.openxmlformats.org/drawingml/2006/main">
              <a:ext uri="{FF2B5EF4-FFF2-40B4-BE49-F238E27FC236}">
                <a16:creationId xmlns:a16="http://schemas.microsoft.com/office/drawing/2014/main" id="{94888A5B-8A22-494A-8C35-0FD525E598B9}"/>
              </a:ext>
            </a:extLst>
          </p:cNvPr>
          <p:cNvSpPr>
            <a:spLocks xmlns:a="http://schemas.openxmlformats.org/drawingml/2006/main" noGrp="1"/>
          </p:cNvSpPr>
          <p:nvPr/>
        </p:nvSpPr>
        <p:spPr>
          <a:xfrm xmlns:a="http://schemas.openxmlformats.org/drawingml/2006/main">
            <a:off x="1323975" y="7620000"/>
            <a:ext cx="76390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cropDistance  = 0.37509</a:t>
            </a:r>
          </a:p>
        </p:txBody>
      </p:sp>
      <p:sp>
        <p:nvSpPr>
          <p:cNvPr id="26" name="u478">
            <a:extLst xmlns:a="http://schemas.openxmlformats.org/drawingml/2006/main">
              <a:ext uri="{FF2B5EF4-FFF2-40B4-BE49-F238E27FC236}">
                <a16:creationId xmlns:a16="http://schemas.microsoft.com/office/drawing/2014/main" id="{647D1794-3662-43BD-9D01-41CF2CD674BE}"/>
              </a:ext>
            </a:extLst>
          </p:cNvPr>
          <p:cNvSpPr>
            <a:spLocks xmlns:a="http://schemas.openxmlformats.org/drawingml/2006/main" noGrp="1"/>
          </p:cNvSpPr>
          <p:nvPr/>
        </p:nvSpPr>
        <p:spPr>
          <a:xfrm xmlns:a="http://schemas.openxmlformats.org/drawingml/2006/main">
            <a:off x="1323975" y="8067675"/>
            <a:ext cx="76390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distance      = 0.37509</a:t>
            </a:r>
          </a:p>
        </p:txBody>
      </p:sp>
      <p:sp>
        <p:nvSpPr>
          <p:cNvPr id="27" name="u479">
            <a:extLst xmlns:a="http://schemas.openxmlformats.org/drawingml/2006/main">
              <a:ext uri="{FF2B5EF4-FFF2-40B4-BE49-F238E27FC236}">
                <a16:creationId xmlns:a16="http://schemas.microsoft.com/office/drawing/2014/main" id="{61C35A79-5D6E-4B95-AD06-E10CF15F2078}"/>
              </a:ext>
            </a:extLst>
          </p:cNvPr>
          <p:cNvSpPr>
            <a:spLocks xmlns:a="http://schemas.openxmlformats.org/drawingml/2006/main" noGrp="1"/>
          </p:cNvSpPr>
          <p:nvPr/>
        </p:nvSpPr>
        <p:spPr>
          <a:xfrm xmlns:a="http://schemas.openxmlformats.org/drawingml/2006/main">
            <a:off x="1095375" y="9010650"/>
            <a:ext cx="8096250" cy="2876550"/>
          </a:xfrm>
          <a:prstGeom xmlns:a="http://schemas.openxmlformats.org/drawingml/2006/main" prst="rect">
            <a:avLst/>
          </a:prstGeom>
          <a:solidFill xmlns:a="http://schemas.openxmlformats.org/drawingml/2006/main">
            <a:srgbClr val="FFFFFF"/>
          </a:solidFill>
          <a:ln xmlns:a="http://schemas.openxmlformats.org/drawingml/2006/main" w="19050">
            <a:solidFill>
              <a:srgbClr val="A86406"/>
            </a:solidFill>
            <a:prstDash val="solid"/>
          </a:ln>
        </p:spPr>
      </p:sp>
      <p:sp>
        <p:nvSpPr>
          <p:cNvPr id="28" name="u480">
            <a:extLst xmlns:a="http://schemas.openxmlformats.org/drawingml/2006/main">
              <a:ext uri="{FF2B5EF4-FFF2-40B4-BE49-F238E27FC236}">
                <a16:creationId xmlns:a16="http://schemas.microsoft.com/office/drawing/2014/main" id="{BAEEF260-EADD-4B16-850B-A7548D55AFBD}"/>
              </a:ext>
            </a:extLst>
          </p:cNvPr>
          <p:cNvSpPr>
            <a:spLocks xmlns:a="http://schemas.openxmlformats.org/drawingml/2006/main" noGrp="1"/>
          </p:cNvSpPr>
          <p:nvPr/>
        </p:nvSpPr>
        <p:spPr>
          <a:xfrm xmlns:a="http://schemas.openxmlformats.org/drawingml/2006/main">
            <a:off x="1266825" y="9086850"/>
            <a:ext cx="7753350" cy="27241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r>
              <a:t/>
            </a:r>
          </a:p>
        </p:txBody>
      </p:sp>
      <p:sp>
        <p:nvSpPr>
          <p:cNvPr id="29" name="u481">
            <a:extLst xmlns:a="http://schemas.openxmlformats.org/drawingml/2006/main">
              <a:ext uri="{FF2B5EF4-FFF2-40B4-BE49-F238E27FC236}">
                <a16:creationId xmlns:a16="http://schemas.microsoft.com/office/drawing/2014/main" id="{0DDD27FB-997E-4B66-9910-4518E49715CD}"/>
              </a:ext>
            </a:extLst>
          </p:cNvPr>
          <p:cNvSpPr>
            <a:spLocks xmlns:a="http://schemas.openxmlformats.org/drawingml/2006/main" noGrp="1"/>
          </p:cNvSpPr>
          <p:nvPr/>
        </p:nvSpPr>
        <p:spPr>
          <a:xfrm xmlns:a="http://schemas.openxmlformats.org/drawingml/2006/main">
            <a:off x="1238250" y="9124950"/>
            <a:ext cx="781050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025" b="1">
                <a:solidFill>
                  <a:srgbClr val="A86406"/>
                </a:solidFill>
                <a:latin typeface="DejaVu Sans"/>
                <a:ea typeface="DejaVu Sans"/>
                <a:cs typeface="DejaVu Sans"/>
              </a:defRPr>
            </a:pPr>
            <a:r>
              <a:rPr sz="2025" b="1" u="sng">
                <a:solidFill>
                  <a:srgbClr val="A86406"/>
                </a:solidFill>
                <a:latin typeface="DejaVu Sans"/>
                <a:ea typeface="DejaVu Sans"/>
                <a:cs typeface="DejaVu Sans"/>
              </a:rPr>
              <a:t>change : EpisodeChange</a:t>
            </a:r>
          </a:p>
        </p:txBody>
      </p:sp>
      <p:sp>
        <p:nvSpPr>
          <p:cNvPr id="30" name="u482">
            <a:extLst xmlns:a="http://schemas.openxmlformats.org/drawingml/2006/main">
              <a:ext uri="{FF2B5EF4-FFF2-40B4-BE49-F238E27FC236}">
                <a16:creationId xmlns:a16="http://schemas.microsoft.com/office/drawing/2014/main" id="{0F7ADFDB-82F1-4629-AF05-EFF5A98D7511}"/>
              </a:ext>
            </a:extLst>
          </p:cNvPr>
          <p:cNvSpPr>
            <a:spLocks xmlns:a="http://schemas.openxmlformats.org/drawingml/2006/main" noGrp="1"/>
          </p:cNvSpPr>
          <p:nvPr/>
        </p:nvSpPr>
        <p:spPr>
          <a:xfrm xmlns:a="http://schemas.openxmlformats.org/drawingml/2006/main">
            <a:off x="1095375" y="98298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1" name="u483">
            <a:extLst xmlns:a="http://schemas.openxmlformats.org/drawingml/2006/main">
              <a:ext uri="{FF2B5EF4-FFF2-40B4-BE49-F238E27FC236}">
                <a16:creationId xmlns:a16="http://schemas.microsoft.com/office/drawing/2014/main" id="{7085CF43-CD89-47AB-AB50-1D8C97FFE483}"/>
              </a:ext>
            </a:extLst>
          </p:cNvPr>
          <p:cNvSpPr>
            <a:spLocks xmlns:a="http://schemas.openxmlformats.org/drawingml/2006/main" noGrp="1"/>
          </p:cNvSpPr>
          <p:nvPr/>
        </p:nvSpPr>
        <p:spPr>
          <a:xfrm xmlns:a="http://schemas.openxmlformats.org/drawingml/2006/main">
            <a:off x="9191625" y="98298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9" name=""/>
          <p:cNvCxnSpPr>
            <a:stCxn xmlns:a="http://schemas.openxmlformats.org/drawingml/2006/main" id="30" idx="6"/>
            <a:endCxn xmlns:a="http://schemas.openxmlformats.org/drawingml/2006/main" id="31" idx="2"/>
          </p:cNvCxnSpPr>
          <p:nvPr/>
        </p:nvCxnSpPr>
        <p:spPr>
          <a:xfrm xmlns:a="http://schemas.openxmlformats.org/drawingml/2006/main">
            <a:off x="1096328" y="9830277"/>
            <a:ext cx="8095297" cy="0"/>
          </a:xfrm>
          <a:prstGeom xmlns:a="http://schemas.openxmlformats.org/drawingml/2006/main" prst="straightConnector1">
            <a:avLst/>
          </a:prstGeom>
          <a:ln xmlns:a="http://schemas.openxmlformats.org/drawingml/2006/main" w="19050">
            <a:solidFill>
              <a:srgbClr val="A86406"/>
            </a:solidFill>
            <a:prstDash val="solid"/>
          </a:ln>
        </p:spPr>
      </p:cxnSp>
      <p:sp>
        <p:nvSpPr>
          <p:cNvPr id="33" name="u484">
            <a:extLst xmlns:a="http://schemas.openxmlformats.org/drawingml/2006/main">
              <a:ext uri="{FF2B5EF4-FFF2-40B4-BE49-F238E27FC236}">
                <a16:creationId xmlns:a16="http://schemas.microsoft.com/office/drawing/2014/main" id="{92B14B90-D02D-47F1-94BE-F1894B0111CC}"/>
              </a:ext>
            </a:extLst>
          </p:cNvPr>
          <p:cNvSpPr>
            <a:spLocks xmlns:a="http://schemas.openxmlformats.org/drawingml/2006/main" noGrp="1"/>
          </p:cNvSpPr>
          <p:nvPr/>
        </p:nvSpPr>
        <p:spPr>
          <a:xfrm xmlns:a="http://schemas.openxmlformats.org/drawingml/2006/main">
            <a:off x="1323975" y="10001250"/>
            <a:ext cx="76390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kind = opened</a:t>
            </a:r>
          </a:p>
        </p:txBody>
      </p:sp>
      <p:sp>
        <p:nvSpPr>
          <p:cNvPr id="34" name="u485">
            <a:extLst xmlns:a="http://schemas.openxmlformats.org/drawingml/2006/main">
              <a:ext uri="{FF2B5EF4-FFF2-40B4-BE49-F238E27FC236}">
                <a16:creationId xmlns:a16="http://schemas.microsoft.com/office/drawing/2014/main" id="{CB6ADFF9-CD43-4B83-8FC7-F147EC02DB6A}"/>
              </a:ext>
            </a:extLst>
          </p:cNvPr>
          <p:cNvSpPr>
            <a:spLocks xmlns:a="http://schemas.openxmlformats.org/drawingml/2006/main" noGrp="1"/>
          </p:cNvSpPr>
          <p:nvPr/>
        </p:nvSpPr>
        <p:spPr>
          <a:xfrm xmlns:a="http://schemas.openxmlformats.org/drawingml/2006/main">
            <a:off x="1323975" y="10448925"/>
            <a:ext cx="76390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episode.startedAt = 24.0 s</a:t>
            </a:r>
          </a:p>
        </p:txBody>
      </p:sp>
      <p:sp>
        <p:nvSpPr>
          <p:cNvPr id="35" name="u486">
            <a:extLst xmlns:a="http://schemas.openxmlformats.org/drawingml/2006/main">
              <a:ext uri="{FF2B5EF4-FFF2-40B4-BE49-F238E27FC236}">
                <a16:creationId xmlns:a16="http://schemas.microsoft.com/office/drawing/2014/main" id="{ACA4B834-C1F9-4AC0-8619-C3E836B7CDE3}"/>
              </a:ext>
            </a:extLst>
          </p:cNvPr>
          <p:cNvSpPr>
            <a:spLocks xmlns:a="http://schemas.openxmlformats.org/drawingml/2006/main" noGrp="1"/>
          </p:cNvSpPr>
          <p:nvPr/>
        </p:nvSpPr>
        <p:spPr>
          <a:xfrm xmlns:a="http://schemas.openxmlformats.org/drawingml/2006/main">
            <a:off x="1323975" y="10896600"/>
            <a:ext cx="76390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episode.openedAt = 24.5 s</a:t>
            </a:r>
          </a:p>
        </p:txBody>
      </p:sp>
      <p:sp>
        <p:nvSpPr>
          <p:cNvPr id="36" name="u487">
            <a:extLst xmlns:a="http://schemas.openxmlformats.org/drawingml/2006/main">
              <a:ext uri="{FF2B5EF4-FFF2-40B4-BE49-F238E27FC236}">
                <a16:creationId xmlns:a16="http://schemas.microsoft.com/office/drawing/2014/main" id="{75FB78F1-D1B2-41C2-87BA-258778C455D9}"/>
              </a:ext>
            </a:extLst>
          </p:cNvPr>
          <p:cNvSpPr>
            <a:spLocks xmlns:a="http://schemas.openxmlformats.org/drawingml/2006/main" noGrp="1"/>
          </p:cNvSpPr>
          <p:nvPr/>
        </p:nvSpPr>
        <p:spPr>
          <a:xfrm xmlns:a="http://schemas.openxmlformats.org/drawingml/2006/main">
            <a:off x="1323975" y="11344275"/>
            <a:ext cx="76390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episode.bestTimestamp = 24.0 s</a:t>
            </a:r>
          </a:p>
        </p:txBody>
      </p:sp>
      <p:sp>
        <p:nvSpPr>
          <p:cNvPr id="37" name="u488">
            <a:extLst xmlns:a="http://schemas.openxmlformats.org/drawingml/2006/main">
              <a:ext uri="{FF2B5EF4-FFF2-40B4-BE49-F238E27FC236}">
                <a16:creationId xmlns:a16="http://schemas.microsoft.com/office/drawing/2014/main" id="{7CE78162-F9D3-453F-BB7E-0826487E8DD7}"/>
              </a:ext>
            </a:extLst>
          </p:cNvPr>
          <p:cNvSpPr>
            <a:spLocks xmlns:a="http://schemas.openxmlformats.org/drawingml/2006/main" noGrp="1"/>
          </p:cNvSpPr>
          <p:nvPr/>
        </p:nvSpPr>
        <p:spPr>
          <a:xfrm xmlns:a="http://schemas.openxmlformats.org/drawingml/2006/main">
            <a:off x="638175" y="12277725"/>
            <a:ext cx="89154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ee204ead3c6e4abb"/>
              </a:rPr>
              <a:t>Open the recorded score and episode event</a:t>
            </a:r>
          </a:p>
        </p:txBody>
      </p:sp>
    </p:spTree>
    <p:extLst>
      <p:ext uri="{BB962C8B-B14F-4D97-AF65-F5344CB8AC3E}">
        <p14:creationId xmlns:p14="http://schemas.microsoft.com/office/powerpoint/2010/main" val="1474941577"/>
      </p:ext>
    </p:extLst>
  </p:cSld>
</p:sld>
</file>

<file path=ppt/slides/slide1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3" name="u489">
            <a:extLst xmlns:a="http://schemas.openxmlformats.org/drawingml/2006/main">
              <a:ext uri="{FF2B5EF4-FFF2-40B4-BE49-F238E27FC236}">
                <a16:creationId xmlns:a16="http://schemas.microsoft.com/office/drawing/2014/main" id="{A9717C3D-CE02-4CAE-A198-05C98BD70DE3}"/>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SEQUENCE</a:t>
            </a:r>
          </a:p>
        </p:txBody>
      </p:sp>
      <p:sp>
        <p:nvSpPr>
          <p:cNvPr id="2" name="u490">
            <a:extLst xmlns:a="http://schemas.openxmlformats.org/drawingml/2006/main">
              <a:ext uri="{FF2B5EF4-FFF2-40B4-BE49-F238E27FC236}">
                <a16:creationId xmlns:a16="http://schemas.microsoft.com/office/drawing/2014/main" id="{60EC7C22-E94B-4CB9-B89E-59C9691D7527}"/>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UI isolation and work ownership</a:t>
            </a:r>
          </a:p>
        </p:txBody>
      </p:sp>
      <p:sp>
        <p:nvSpPr>
          <p:cNvPr id="3" name="u491">
            <a:extLst xmlns:a="http://schemas.openxmlformats.org/drawingml/2006/main">
              <a:ext uri="{FF2B5EF4-FFF2-40B4-BE49-F238E27FC236}">
                <a16:creationId xmlns:a16="http://schemas.microsoft.com/office/drawing/2014/main" id="{D426B65A-4381-427D-885B-FD68AD97B2CD}"/>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Main-actor state stays with the harness model.</a:t>
            </a:r>
          </a:p>
        </p:txBody>
      </p:sp>
      <p:sp>
        <p:nvSpPr>
          <p:cNvPr id="4" name="u492">
            <a:extLst xmlns:a="http://schemas.openxmlformats.org/drawingml/2006/main">
              <a:ext uri="{FF2B5EF4-FFF2-40B4-BE49-F238E27FC236}">
                <a16:creationId xmlns:a16="http://schemas.microsoft.com/office/drawing/2014/main" id="{6442B2BF-C5DE-4E24-AE63-35D6DDA93A95}"/>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493">
            <a:extLst xmlns:a="http://schemas.openxmlformats.org/drawingml/2006/main">
              <a:ext uri="{FF2B5EF4-FFF2-40B4-BE49-F238E27FC236}">
                <a16:creationId xmlns:a16="http://schemas.microsoft.com/office/drawing/2014/main" id="{8DA13989-ED26-4747-AD5C-2049CEB1B1A1}"/>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8"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494">
            <a:extLst xmlns:a="http://schemas.openxmlformats.org/drawingml/2006/main">
              <a:ext uri="{FF2B5EF4-FFF2-40B4-BE49-F238E27FC236}">
                <a16:creationId xmlns:a16="http://schemas.microsoft.com/office/drawing/2014/main" id="{87F6F1DC-215B-4E97-A5B7-B4690D943E69}"/>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495">
            <a:extLst xmlns:a="http://schemas.openxmlformats.org/drawingml/2006/main">
              <a:ext uri="{FF2B5EF4-FFF2-40B4-BE49-F238E27FC236}">
                <a16:creationId xmlns:a16="http://schemas.microsoft.com/office/drawing/2014/main" id="{9821FE9F-A992-4E95-9DED-9C7F6240E0C3}"/>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17</a:t>
            </a:r>
          </a:p>
        </p:txBody>
      </p:sp>
      <p:sp>
        <p:nvSpPr>
          <p:cNvPr id="9" name="u496">
            <a:extLst xmlns:a="http://schemas.openxmlformats.org/drawingml/2006/main">
              <a:ext uri="{FF2B5EF4-FFF2-40B4-BE49-F238E27FC236}">
                <a16:creationId xmlns:a16="http://schemas.microsoft.com/office/drawing/2014/main" id="{983FBFAE-2531-4ECC-9968-A54670F89ADC}"/>
              </a:ext>
            </a:extLst>
          </p:cNvPr>
          <p:cNvSpPr>
            <a:spLocks xmlns:a="http://schemas.openxmlformats.org/drawingml/2006/main" noGrp="1"/>
          </p:cNvSpPr>
          <p:nvPr/>
        </p:nvSpPr>
        <p:spPr>
          <a:xfrm xmlns:a="http://schemas.openxmlformats.org/drawingml/2006/main">
            <a:off x="876300" y="3495675"/>
            <a:ext cx="20955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10" name="u497">
            <a:extLst xmlns:a="http://schemas.openxmlformats.org/drawingml/2006/main">
              <a:ext uri="{FF2B5EF4-FFF2-40B4-BE49-F238E27FC236}">
                <a16:creationId xmlns:a16="http://schemas.microsoft.com/office/drawing/2014/main" id="{BAE3C197-379E-4614-9976-4635D8743CCF}"/>
              </a:ext>
            </a:extLst>
          </p:cNvPr>
          <p:cNvSpPr>
            <a:spLocks xmlns:a="http://schemas.openxmlformats.org/drawingml/2006/main" noGrp="1"/>
          </p:cNvSpPr>
          <p:nvPr/>
        </p:nvSpPr>
        <p:spPr>
          <a:xfrm xmlns:a="http://schemas.openxmlformats.org/drawingml/2006/main">
            <a:off x="1047750" y="3571875"/>
            <a:ext cx="1752600"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model</a:t>
            </a:r>
          </a:p>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@MainActor</a:t>
            </a:r>
          </a:p>
        </p:txBody>
      </p:sp>
      <p:sp>
        <p:nvSpPr>
          <p:cNvPr id="11" name="u498">
            <a:extLst xmlns:a="http://schemas.openxmlformats.org/drawingml/2006/main">
              <a:ext uri="{FF2B5EF4-FFF2-40B4-BE49-F238E27FC236}">
                <a16:creationId xmlns:a16="http://schemas.microsoft.com/office/drawing/2014/main" id="{C068610A-5947-4E3A-8459-5AB450F6AEEF}"/>
              </a:ext>
            </a:extLst>
          </p:cNvPr>
          <p:cNvSpPr>
            <a:spLocks xmlns:a="http://schemas.openxmlformats.org/drawingml/2006/main" noGrp="1"/>
          </p:cNvSpPr>
          <p:nvPr/>
        </p:nvSpPr>
        <p:spPr>
          <a:xfrm xmlns:a="http://schemas.openxmlformats.org/drawingml/2006/main">
            <a:off x="1924050" y="44100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2" name="u499">
            <a:extLst xmlns:a="http://schemas.openxmlformats.org/drawingml/2006/main">
              <a:ext uri="{FF2B5EF4-FFF2-40B4-BE49-F238E27FC236}">
                <a16:creationId xmlns:a16="http://schemas.microsoft.com/office/drawing/2014/main" id="{97054158-34FE-4B6E-9B11-8CC3D387069C}"/>
              </a:ext>
            </a:extLst>
          </p:cNvPr>
          <p:cNvSpPr>
            <a:spLocks xmlns:a="http://schemas.openxmlformats.org/drawingml/2006/main" noGrp="1"/>
          </p:cNvSpPr>
          <p:nvPr/>
        </p:nvSpPr>
        <p:spPr>
          <a:xfrm xmlns:a="http://schemas.openxmlformats.org/drawingml/2006/main">
            <a:off x="1924050" y="11620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5" name=""/>
          <p:cNvCxnSpPr>
            <a:stCxn xmlns:a="http://schemas.openxmlformats.org/drawingml/2006/main" id="11" idx="4"/>
            <a:endCxn xmlns:a="http://schemas.openxmlformats.org/drawingml/2006/main" id="12" idx="0"/>
          </p:cNvCxnSpPr>
          <p:nvPr/>
        </p:nvCxnSpPr>
        <p:spPr>
          <a:xfrm xmlns:a="http://schemas.openxmlformats.org/drawingml/2006/main">
            <a:off x="1924527" y="4411028"/>
            <a:ext cx="0" cy="7209472"/>
          </a:xfrm>
          <a:prstGeom xmlns:a="http://schemas.openxmlformats.org/drawingml/2006/main" prst="straightConnector1">
            <a:avLst/>
          </a:prstGeom>
          <a:ln xmlns:a="http://schemas.openxmlformats.org/drawingml/2006/main" w="19050">
            <a:solidFill>
              <a:srgbClr val="586974"/>
            </a:solidFill>
            <a:prstDash val="dash"/>
          </a:ln>
        </p:spPr>
      </p:cxnSp>
      <p:sp>
        <p:nvSpPr>
          <p:cNvPr id="14" name="u500">
            <a:extLst xmlns:a="http://schemas.openxmlformats.org/drawingml/2006/main">
              <a:ext uri="{FF2B5EF4-FFF2-40B4-BE49-F238E27FC236}">
                <a16:creationId xmlns:a16="http://schemas.microsoft.com/office/drawing/2014/main" id="{1C80A9FC-E7CD-44DA-8D98-3A8C0AE95CCB}"/>
              </a:ext>
            </a:extLst>
          </p:cNvPr>
          <p:cNvSpPr>
            <a:spLocks xmlns:a="http://schemas.openxmlformats.org/drawingml/2006/main" noGrp="1"/>
          </p:cNvSpPr>
          <p:nvPr/>
        </p:nvSpPr>
        <p:spPr>
          <a:xfrm xmlns:a="http://schemas.openxmlformats.org/drawingml/2006/main">
            <a:off x="4095750" y="3495675"/>
            <a:ext cx="20955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15" name="u501">
            <a:extLst xmlns:a="http://schemas.openxmlformats.org/drawingml/2006/main">
              <a:ext uri="{FF2B5EF4-FFF2-40B4-BE49-F238E27FC236}">
                <a16:creationId xmlns:a16="http://schemas.microsoft.com/office/drawing/2014/main" id="{C37CD5D9-0DE9-44F8-B335-29CBB4D2EC15}"/>
              </a:ext>
            </a:extLst>
          </p:cNvPr>
          <p:cNvSpPr>
            <a:spLocks xmlns:a="http://schemas.openxmlformats.org/drawingml/2006/main" noGrp="1"/>
          </p:cNvSpPr>
          <p:nvPr/>
        </p:nvSpPr>
        <p:spPr>
          <a:xfrm xmlns:a="http://schemas.openxmlformats.org/drawingml/2006/main">
            <a:off x="4267200" y="3571875"/>
            <a:ext cx="1752600"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pipeline</a:t>
            </a:r>
          </a:p>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detached worker</a:t>
            </a:r>
          </a:p>
        </p:txBody>
      </p:sp>
      <p:sp>
        <p:nvSpPr>
          <p:cNvPr id="16" name="u502">
            <a:extLst xmlns:a="http://schemas.openxmlformats.org/drawingml/2006/main">
              <a:ext uri="{FF2B5EF4-FFF2-40B4-BE49-F238E27FC236}">
                <a16:creationId xmlns:a16="http://schemas.microsoft.com/office/drawing/2014/main" id="{92AEC16C-8FFF-4DA0-9E83-424DE4AAE7EF}"/>
              </a:ext>
            </a:extLst>
          </p:cNvPr>
          <p:cNvSpPr>
            <a:spLocks xmlns:a="http://schemas.openxmlformats.org/drawingml/2006/main" noGrp="1"/>
          </p:cNvSpPr>
          <p:nvPr/>
        </p:nvSpPr>
        <p:spPr>
          <a:xfrm xmlns:a="http://schemas.openxmlformats.org/drawingml/2006/main">
            <a:off x="5143500" y="44100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7" name="u503">
            <a:extLst xmlns:a="http://schemas.openxmlformats.org/drawingml/2006/main">
              <a:ext uri="{FF2B5EF4-FFF2-40B4-BE49-F238E27FC236}">
                <a16:creationId xmlns:a16="http://schemas.microsoft.com/office/drawing/2014/main" id="{186CC22E-F9FB-40ED-9040-4923CEA4E399}"/>
              </a:ext>
            </a:extLst>
          </p:cNvPr>
          <p:cNvSpPr>
            <a:spLocks xmlns:a="http://schemas.openxmlformats.org/drawingml/2006/main" noGrp="1"/>
          </p:cNvSpPr>
          <p:nvPr/>
        </p:nvSpPr>
        <p:spPr>
          <a:xfrm xmlns:a="http://schemas.openxmlformats.org/drawingml/2006/main">
            <a:off x="5143500" y="11620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0" name=""/>
          <p:cNvCxnSpPr>
            <a:stCxn xmlns:a="http://schemas.openxmlformats.org/drawingml/2006/main" id="16" idx="4"/>
            <a:endCxn xmlns:a="http://schemas.openxmlformats.org/drawingml/2006/main" id="17" idx="0"/>
          </p:cNvCxnSpPr>
          <p:nvPr/>
        </p:nvCxnSpPr>
        <p:spPr>
          <a:xfrm xmlns:a="http://schemas.openxmlformats.org/drawingml/2006/main">
            <a:off x="5143977" y="4411028"/>
            <a:ext cx="0" cy="7209472"/>
          </a:xfrm>
          <a:prstGeom xmlns:a="http://schemas.openxmlformats.org/drawingml/2006/main" prst="straightConnector1">
            <a:avLst/>
          </a:prstGeom>
          <a:ln xmlns:a="http://schemas.openxmlformats.org/drawingml/2006/main" w="19050">
            <a:solidFill>
              <a:srgbClr val="586974"/>
            </a:solidFill>
            <a:prstDash val="dash"/>
          </a:ln>
        </p:spPr>
      </p:cxnSp>
      <p:sp>
        <p:nvSpPr>
          <p:cNvPr id="19" name="u504">
            <a:extLst xmlns:a="http://schemas.openxmlformats.org/drawingml/2006/main">
              <a:ext uri="{FF2B5EF4-FFF2-40B4-BE49-F238E27FC236}">
                <a16:creationId xmlns:a16="http://schemas.microsoft.com/office/drawing/2014/main" id="{9DB214B2-EDE2-469D-AB86-2D6ACD29B25E}"/>
              </a:ext>
            </a:extLst>
          </p:cNvPr>
          <p:cNvSpPr>
            <a:spLocks xmlns:a="http://schemas.openxmlformats.org/drawingml/2006/main" noGrp="1"/>
          </p:cNvSpPr>
          <p:nvPr/>
        </p:nvSpPr>
        <p:spPr>
          <a:xfrm xmlns:a="http://schemas.openxmlformats.org/drawingml/2006/main">
            <a:off x="7315200" y="3495675"/>
            <a:ext cx="20955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20" name="u505">
            <a:extLst xmlns:a="http://schemas.openxmlformats.org/drawingml/2006/main">
              <a:ext uri="{FF2B5EF4-FFF2-40B4-BE49-F238E27FC236}">
                <a16:creationId xmlns:a16="http://schemas.microsoft.com/office/drawing/2014/main" id="{2A878A0D-E4D4-44D4-8CDE-91A0A5D0399B}"/>
              </a:ext>
            </a:extLst>
          </p:cNvPr>
          <p:cNvSpPr>
            <a:spLocks xmlns:a="http://schemas.openxmlformats.org/drawingml/2006/main" noGrp="1"/>
          </p:cNvSpPr>
          <p:nvPr/>
        </p:nvSpPr>
        <p:spPr>
          <a:xfrm xmlns:a="http://schemas.openxmlformats.org/drawingml/2006/main">
            <a:off x="7486650" y="3571875"/>
            <a:ext cx="1752600" cy="762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stream</a:t>
            </a:r>
          </a:p>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paced producer</a:t>
            </a:r>
          </a:p>
        </p:txBody>
      </p:sp>
      <p:sp>
        <p:nvSpPr>
          <p:cNvPr id="21" name="u506">
            <a:extLst xmlns:a="http://schemas.openxmlformats.org/drawingml/2006/main">
              <a:ext uri="{FF2B5EF4-FFF2-40B4-BE49-F238E27FC236}">
                <a16:creationId xmlns:a16="http://schemas.microsoft.com/office/drawing/2014/main" id="{A4B0A482-FBA6-4B41-AB03-E1BAFF2A98DB}"/>
              </a:ext>
            </a:extLst>
          </p:cNvPr>
          <p:cNvSpPr>
            <a:spLocks xmlns:a="http://schemas.openxmlformats.org/drawingml/2006/main" noGrp="1"/>
          </p:cNvSpPr>
          <p:nvPr/>
        </p:nvSpPr>
        <p:spPr>
          <a:xfrm xmlns:a="http://schemas.openxmlformats.org/drawingml/2006/main">
            <a:off x="8362950" y="44100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2" name="u507">
            <a:extLst xmlns:a="http://schemas.openxmlformats.org/drawingml/2006/main">
              <a:ext uri="{FF2B5EF4-FFF2-40B4-BE49-F238E27FC236}">
                <a16:creationId xmlns:a16="http://schemas.microsoft.com/office/drawing/2014/main" id="{2F271FE2-6487-41E4-9F65-A3AB9794E9BD}"/>
              </a:ext>
            </a:extLst>
          </p:cNvPr>
          <p:cNvSpPr>
            <a:spLocks xmlns:a="http://schemas.openxmlformats.org/drawingml/2006/main" noGrp="1"/>
          </p:cNvSpPr>
          <p:nvPr/>
        </p:nvSpPr>
        <p:spPr>
          <a:xfrm xmlns:a="http://schemas.openxmlformats.org/drawingml/2006/main">
            <a:off x="8362950" y="11620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5" name=""/>
          <p:cNvCxnSpPr>
            <a:stCxn xmlns:a="http://schemas.openxmlformats.org/drawingml/2006/main" id="21" idx="4"/>
            <a:endCxn xmlns:a="http://schemas.openxmlformats.org/drawingml/2006/main" id="22" idx="0"/>
          </p:cNvCxnSpPr>
          <p:nvPr/>
        </p:nvCxnSpPr>
        <p:spPr>
          <a:xfrm xmlns:a="http://schemas.openxmlformats.org/drawingml/2006/main">
            <a:off x="8363427" y="4411028"/>
            <a:ext cx="0" cy="7209472"/>
          </a:xfrm>
          <a:prstGeom xmlns:a="http://schemas.openxmlformats.org/drawingml/2006/main" prst="straightConnector1">
            <a:avLst/>
          </a:prstGeom>
          <a:ln xmlns:a="http://schemas.openxmlformats.org/drawingml/2006/main" w="19050">
            <a:solidFill>
              <a:srgbClr val="586974"/>
            </a:solidFill>
            <a:prstDash val="dash"/>
          </a:ln>
        </p:spPr>
      </p:cxnSp>
      <p:sp>
        <p:nvSpPr>
          <p:cNvPr id="24" name="u508">
            <a:extLst xmlns:a="http://schemas.openxmlformats.org/drawingml/2006/main">
              <a:ext uri="{FF2B5EF4-FFF2-40B4-BE49-F238E27FC236}">
                <a16:creationId xmlns:a16="http://schemas.microsoft.com/office/drawing/2014/main" id="{61FE5B83-DD73-4851-9BEB-D9B50EB7F113}"/>
              </a:ext>
            </a:extLst>
          </p:cNvPr>
          <p:cNvSpPr>
            <a:spLocks xmlns:a="http://schemas.openxmlformats.org/drawingml/2006/main" noGrp="1"/>
          </p:cNvSpPr>
          <p:nvPr/>
        </p:nvSpPr>
        <p:spPr>
          <a:xfrm xmlns:a="http://schemas.openxmlformats.org/drawingml/2006/main">
            <a:off x="1924050" y="55626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5" name="u509">
            <a:extLst xmlns:a="http://schemas.openxmlformats.org/drawingml/2006/main">
              <a:ext uri="{FF2B5EF4-FFF2-40B4-BE49-F238E27FC236}">
                <a16:creationId xmlns:a16="http://schemas.microsoft.com/office/drawing/2014/main" id="{AC8644B7-EB8F-4532-8F04-1CC7A741139A}"/>
              </a:ext>
            </a:extLst>
          </p:cNvPr>
          <p:cNvSpPr>
            <a:spLocks xmlns:a="http://schemas.openxmlformats.org/drawingml/2006/main" noGrp="1"/>
          </p:cNvSpPr>
          <p:nvPr/>
        </p:nvSpPr>
        <p:spPr>
          <a:xfrm xmlns:a="http://schemas.openxmlformats.org/drawingml/2006/main">
            <a:off x="5143500" y="55626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8" name=""/>
          <p:cNvCxnSpPr>
            <a:stCxn xmlns:a="http://schemas.openxmlformats.org/drawingml/2006/main" id="24" idx="6"/>
            <a:endCxn xmlns:a="http://schemas.openxmlformats.org/drawingml/2006/main" id="25" idx="2"/>
          </p:cNvCxnSpPr>
          <p:nvPr/>
        </p:nvCxnSpPr>
        <p:spPr>
          <a:xfrm xmlns:a="http://schemas.openxmlformats.org/drawingml/2006/main">
            <a:off x="1925003" y="5563077"/>
            <a:ext cx="3218497" cy="0"/>
          </a:xfrm>
          <a:prstGeom xmlns:a="http://schemas.openxmlformats.org/drawingml/2006/main" prst="straightConnector1">
            <a:avLst/>
          </a:prstGeom>
          <a:ln xmlns:a="http://schemas.openxmlformats.org/drawingml/2006/main" w="19050">
            <a:solidFill>
              <a:srgbClr val="087F8C"/>
            </a:solidFill>
            <a:prstDash val="solid"/>
            <a:tailEnd type="triangle" w="med" len="med"/>
          </a:ln>
        </p:spPr>
      </p:cxnSp>
      <p:sp>
        <p:nvSpPr>
          <p:cNvPr id="27" name="u510">
            <a:extLst xmlns:a="http://schemas.openxmlformats.org/drawingml/2006/main">
              <a:ext uri="{FF2B5EF4-FFF2-40B4-BE49-F238E27FC236}">
                <a16:creationId xmlns:a16="http://schemas.microsoft.com/office/drawing/2014/main" id="{4331E3C0-7863-4D83-9004-619AA75990DC}"/>
              </a:ext>
            </a:extLst>
          </p:cNvPr>
          <p:cNvSpPr>
            <a:spLocks xmlns:a="http://schemas.openxmlformats.org/drawingml/2006/main" noGrp="1"/>
          </p:cNvSpPr>
          <p:nvPr/>
        </p:nvSpPr>
        <p:spPr>
          <a:xfrm xmlns:a="http://schemas.openxmlformats.org/drawingml/2006/main">
            <a:off x="2095500" y="4981575"/>
            <a:ext cx="2876550" cy="5334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run(onUpdate:)</a:t>
            </a:r>
          </a:p>
        </p:txBody>
      </p:sp>
      <p:sp>
        <p:nvSpPr>
          <p:cNvPr id="28" name="u511">
            <a:extLst xmlns:a="http://schemas.openxmlformats.org/drawingml/2006/main">
              <a:ext uri="{FF2B5EF4-FFF2-40B4-BE49-F238E27FC236}">
                <a16:creationId xmlns:a16="http://schemas.microsoft.com/office/drawing/2014/main" id="{9C24A665-BE1C-44D1-AB6F-0C185A711AED}"/>
              </a:ext>
            </a:extLst>
          </p:cNvPr>
          <p:cNvSpPr>
            <a:spLocks xmlns:a="http://schemas.openxmlformats.org/drawingml/2006/main" noGrp="1"/>
          </p:cNvSpPr>
          <p:nvPr/>
        </p:nvSpPr>
        <p:spPr>
          <a:xfrm xmlns:a="http://schemas.openxmlformats.org/drawingml/2006/main">
            <a:off x="5143500" y="72104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9" name="u512">
            <a:extLst xmlns:a="http://schemas.openxmlformats.org/drawingml/2006/main">
              <a:ext uri="{FF2B5EF4-FFF2-40B4-BE49-F238E27FC236}">
                <a16:creationId xmlns:a16="http://schemas.microsoft.com/office/drawing/2014/main" id="{A6935DE0-A630-40B9-8B3A-53B1CF6F6CEE}"/>
              </a:ext>
            </a:extLst>
          </p:cNvPr>
          <p:cNvSpPr>
            <a:spLocks xmlns:a="http://schemas.openxmlformats.org/drawingml/2006/main" noGrp="1"/>
          </p:cNvSpPr>
          <p:nvPr/>
        </p:nvSpPr>
        <p:spPr>
          <a:xfrm xmlns:a="http://schemas.openxmlformats.org/drawingml/2006/main">
            <a:off x="8362950" y="72104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2" name=""/>
          <p:cNvCxnSpPr>
            <a:stCxn xmlns:a="http://schemas.openxmlformats.org/drawingml/2006/main" id="28" idx="6"/>
            <a:endCxn xmlns:a="http://schemas.openxmlformats.org/drawingml/2006/main" id="29" idx="2"/>
          </p:cNvCxnSpPr>
          <p:nvPr/>
        </p:nvCxnSpPr>
        <p:spPr>
          <a:xfrm xmlns:a="http://schemas.openxmlformats.org/drawingml/2006/main">
            <a:off x="5144453" y="7210902"/>
            <a:ext cx="3218497" cy="0"/>
          </a:xfrm>
          <a:prstGeom xmlns:a="http://schemas.openxmlformats.org/drawingml/2006/main" prst="straightConnector1">
            <a:avLst/>
          </a:prstGeom>
          <a:ln xmlns:a="http://schemas.openxmlformats.org/drawingml/2006/main" w="19050">
            <a:solidFill>
              <a:srgbClr val="087F8C"/>
            </a:solidFill>
            <a:prstDash val="solid"/>
            <a:tailEnd type="triangle" w="med" len="med"/>
          </a:ln>
        </p:spPr>
      </p:cxnSp>
      <p:sp>
        <p:nvSpPr>
          <p:cNvPr id="31" name="u513">
            <a:extLst xmlns:a="http://schemas.openxmlformats.org/drawingml/2006/main">
              <a:ext uri="{FF2B5EF4-FFF2-40B4-BE49-F238E27FC236}">
                <a16:creationId xmlns:a16="http://schemas.microsoft.com/office/drawing/2014/main" id="{E000F28F-3C81-49F4-B142-67D04B3AF65A}"/>
              </a:ext>
            </a:extLst>
          </p:cNvPr>
          <p:cNvSpPr>
            <a:spLocks xmlns:a="http://schemas.openxmlformats.org/drawingml/2006/main" noGrp="1"/>
          </p:cNvSpPr>
          <p:nvPr/>
        </p:nvSpPr>
        <p:spPr>
          <a:xfrm xmlns:a="http://schemas.openxmlformats.org/drawingml/2006/main">
            <a:off x="5314950" y="6629400"/>
            <a:ext cx="2876550" cy="5334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run(observer:consume:)</a:t>
            </a:r>
          </a:p>
        </p:txBody>
      </p:sp>
      <p:sp>
        <p:nvSpPr>
          <p:cNvPr id="32" name="u514">
            <a:extLst xmlns:a="http://schemas.openxmlformats.org/drawingml/2006/main">
              <a:ext uri="{FF2B5EF4-FFF2-40B4-BE49-F238E27FC236}">
                <a16:creationId xmlns:a16="http://schemas.microsoft.com/office/drawing/2014/main" id="{890DAB0F-D683-47F5-80B7-9FBB8709A410}"/>
              </a:ext>
            </a:extLst>
          </p:cNvPr>
          <p:cNvSpPr>
            <a:spLocks xmlns:a="http://schemas.openxmlformats.org/drawingml/2006/main" noGrp="1"/>
          </p:cNvSpPr>
          <p:nvPr/>
        </p:nvSpPr>
        <p:spPr>
          <a:xfrm xmlns:a="http://schemas.openxmlformats.org/drawingml/2006/main">
            <a:off x="8362950" y="86106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3" name="u515">
            <a:extLst xmlns:a="http://schemas.openxmlformats.org/drawingml/2006/main">
              <a:ext uri="{FF2B5EF4-FFF2-40B4-BE49-F238E27FC236}">
                <a16:creationId xmlns:a16="http://schemas.microsoft.com/office/drawing/2014/main" id="{4B7D8DDD-3FDA-4830-9BD4-EE24B7C5435A}"/>
              </a:ext>
            </a:extLst>
          </p:cNvPr>
          <p:cNvSpPr>
            <a:spLocks xmlns:a="http://schemas.openxmlformats.org/drawingml/2006/main" noGrp="1"/>
          </p:cNvSpPr>
          <p:nvPr/>
        </p:nvSpPr>
        <p:spPr>
          <a:xfrm xmlns:a="http://schemas.openxmlformats.org/drawingml/2006/main">
            <a:off x="5143500" y="86106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6" name=""/>
          <p:cNvCxnSpPr>
            <a:stCxn xmlns:a="http://schemas.openxmlformats.org/drawingml/2006/main" id="32" idx="2"/>
            <a:endCxn xmlns:a="http://schemas.openxmlformats.org/drawingml/2006/main" id="33" idx="6"/>
          </p:cNvCxnSpPr>
          <p:nvPr/>
        </p:nvCxnSpPr>
        <p:spPr>
          <a:xfrm xmlns:a="http://schemas.openxmlformats.org/drawingml/2006/main" flipH="1">
            <a:off x="5144453" y="8611077"/>
            <a:ext cx="3218497" cy="0"/>
          </a:xfrm>
          <a:prstGeom xmlns:a="http://schemas.openxmlformats.org/drawingml/2006/main" prst="straightConnector1">
            <a:avLst/>
          </a:prstGeom>
          <a:ln xmlns:a="http://schemas.openxmlformats.org/drawingml/2006/main" w="19050">
            <a:solidFill>
              <a:srgbClr val="087F8C"/>
            </a:solidFill>
            <a:prstDash val="solid"/>
            <a:tailEnd type="triangle" w="med" len="med"/>
          </a:ln>
        </p:spPr>
      </p:cxnSp>
      <p:sp>
        <p:nvSpPr>
          <p:cNvPr id="35" name="u516">
            <a:extLst xmlns:a="http://schemas.openxmlformats.org/drawingml/2006/main">
              <a:ext uri="{FF2B5EF4-FFF2-40B4-BE49-F238E27FC236}">
                <a16:creationId xmlns:a16="http://schemas.microsoft.com/office/drawing/2014/main" id="{97032DC6-8055-46CF-8864-9CF00E7241FE}"/>
              </a:ext>
            </a:extLst>
          </p:cNvPr>
          <p:cNvSpPr>
            <a:spLocks xmlns:a="http://schemas.openxmlformats.org/drawingml/2006/main" noGrp="1"/>
          </p:cNvSpPr>
          <p:nvPr/>
        </p:nvSpPr>
        <p:spPr>
          <a:xfrm xmlns:a="http://schemas.openxmlformats.org/drawingml/2006/main">
            <a:off x="5314950" y="8029575"/>
            <a:ext cx="2876550" cy="5334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eligible frame via buffer</a:t>
            </a:r>
          </a:p>
        </p:txBody>
      </p:sp>
      <p:sp>
        <p:nvSpPr>
          <p:cNvPr id="36" name="u517">
            <a:extLst xmlns:a="http://schemas.openxmlformats.org/drawingml/2006/main">
              <a:ext uri="{FF2B5EF4-FFF2-40B4-BE49-F238E27FC236}">
                <a16:creationId xmlns:a16="http://schemas.microsoft.com/office/drawing/2014/main" id="{97E8638A-85D9-4A59-8E80-931E90852FC7}"/>
              </a:ext>
            </a:extLst>
          </p:cNvPr>
          <p:cNvSpPr>
            <a:spLocks xmlns:a="http://schemas.openxmlformats.org/drawingml/2006/main" noGrp="1"/>
          </p:cNvSpPr>
          <p:nvPr/>
        </p:nvSpPr>
        <p:spPr>
          <a:xfrm xmlns:a="http://schemas.openxmlformats.org/drawingml/2006/main">
            <a:off x="5143500" y="104965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7" name="u518">
            <a:extLst xmlns:a="http://schemas.openxmlformats.org/drawingml/2006/main">
              <a:ext uri="{FF2B5EF4-FFF2-40B4-BE49-F238E27FC236}">
                <a16:creationId xmlns:a16="http://schemas.microsoft.com/office/drawing/2014/main" id="{72027699-10CB-4992-9BB1-97A370759DD6}"/>
              </a:ext>
            </a:extLst>
          </p:cNvPr>
          <p:cNvSpPr>
            <a:spLocks xmlns:a="http://schemas.openxmlformats.org/drawingml/2006/main" noGrp="1"/>
          </p:cNvSpPr>
          <p:nvPr/>
        </p:nvSpPr>
        <p:spPr>
          <a:xfrm xmlns:a="http://schemas.openxmlformats.org/drawingml/2006/main">
            <a:off x="1924050" y="104965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0" name=""/>
          <p:cNvCxnSpPr>
            <a:stCxn xmlns:a="http://schemas.openxmlformats.org/drawingml/2006/main" id="36" idx="2"/>
            <a:endCxn xmlns:a="http://schemas.openxmlformats.org/drawingml/2006/main" id="37" idx="6"/>
          </p:cNvCxnSpPr>
          <p:nvPr/>
        </p:nvCxnSpPr>
        <p:spPr>
          <a:xfrm xmlns:a="http://schemas.openxmlformats.org/drawingml/2006/main" flipH="1">
            <a:off x="1925003" y="10497027"/>
            <a:ext cx="3218497" cy="0"/>
          </a:xfrm>
          <a:prstGeom xmlns:a="http://schemas.openxmlformats.org/drawingml/2006/main" prst="straightConnector1">
            <a:avLst/>
          </a:prstGeom>
          <a:ln xmlns:a="http://schemas.openxmlformats.org/drawingml/2006/main" w="19050">
            <a:solidFill>
              <a:srgbClr val="087F8C"/>
            </a:solidFill>
            <a:prstDash val="solid"/>
            <a:tailEnd type="triangle" w="med" len="med"/>
          </a:ln>
        </p:spPr>
      </p:cxnSp>
      <p:sp>
        <p:nvSpPr>
          <p:cNvPr id="39" name="u519">
            <a:extLst xmlns:a="http://schemas.openxmlformats.org/drawingml/2006/main">
              <a:ext uri="{FF2B5EF4-FFF2-40B4-BE49-F238E27FC236}">
                <a16:creationId xmlns:a16="http://schemas.microsoft.com/office/drawing/2014/main" id="{7191F3B4-043F-4073-82BB-D51E29ADF7F5}"/>
              </a:ext>
            </a:extLst>
          </p:cNvPr>
          <p:cNvSpPr>
            <a:spLocks xmlns:a="http://schemas.openxmlformats.org/drawingml/2006/main" noGrp="1"/>
          </p:cNvSpPr>
          <p:nvPr/>
        </p:nvSpPr>
        <p:spPr>
          <a:xfrm xmlns:a="http://schemas.openxmlformats.org/drawingml/2006/main">
            <a:off x="2095500" y="9915525"/>
            <a:ext cx="2876550" cy="533400"/>
          </a:xfrm>
          <a:prstGeom xmlns:a="http://schemas.openxmlformats.org/drawingml/2006/main" prst="rect">
            <a:avLst/>
          </a:prstGeom>
          <a:solidFill xmlns:a="http://schemas.openxmlformats.org/drawingml/2006/main">
            <a:srgbClr val="F7F6F2"/>
          </a:solidFill>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0">
                <a:solidFill>
                  <a:srgbClr val="172A3A"/>
                </a:solidFill>
                <a:latin typeface="DejaVu Sans"/>
                <a:ea typeface="DejaVu Sans"/>
                <a:cs typeface="DejaVu Sans"/>
              </a:defRPr>
            </a:pPr>
            <a:r>
              <a:rPr sz="1725" b="0">
                <a:solidFill>
                  <a:srgbClr val="172A3A"/>
                </a:solidFill>
                <a:latin typeface="DejaVu Sans"/>
                <a:ea typeface="DejaVu Sans"/>
                <a:cs typeface="DejaVu Sans"/>
              </a:rPr>
              <a:t>await receive(update, token:)</a:t>
            </a:r>
          </a:p>
        </p:txBody>
      </p:sp>
      <p:sp>
        <p:nvSpPr>
          <p:cNvPr id="40" name="u520">
            <a:extLst xmlns:a="http://schemas.openxmlformats.org/drawingml/2006/main">
              <a:ext uri="{FF2B5EF4-FFF2-40B4-BE49-F238E27FC236}">
                <a16:creationId xmlns:a16="http://schemas.microsoft.com/office/drawing/2014/main" id="{9F5BC550-B9AA-4FF1-81A5-E2B3DF607C36}"/>
              </a:ext>
            </a:extLst>
          </p:cNvPr>
          <p:cNvSpPr>
            <a:spLocks xmlns:a="http://schemas.openxmlformats.org/drawingml/2006/main" noGrp="1"/>
          </p:cNvSpPr>
          <p:nvPr/>
        </p:nvSpPr>
        <p:spPr>
          <a:xfrm xmlns:a="http://schemas.openxmlformats.org/drawingml/2006/main">
            <a:off x="809625" y="11401425"/>
            <a:ext cx="8791575" cy="4476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346EB3"/>
                </a:solidFill>
                <a:latin typeface="DejaVu Sans"/>
                <a:ea typeface="DejaVu Sans"/>
                <a:cs typeface="DejaVu Sans"/>
              </a:defRPr>
            </a:pPr>
            <a:r>
              <a:rPr sz="2100" b="1">
                <a:solidFill>
                  <a:srgbClr val="346EB3"/>
                </a:solidFill>
                <a:latin typeface="DejaVu Sans"/>
                <a:ea typeface="DejaVu Sans"/>
                <a:cs typeface="DejaVu Sans"/>
              </a:rPr>
              <a:t>The generation token rejects obsolete runs.</a:t>
            </a:r>
          </a:p>
        </p:txBody>
      </p:sp>
      <p:sp>
        <p:nvSpPr>
          <p:cNvPr id="41" name="u521">
            <a:extLst xmlns:a="http://schemas.openxmlformats.org/drawingml/2006/main">
              <a:ext uri="{FF2B5EF4-FFF2-40B4-BE49-F238E27FC236}">
                <a16:creationId xmlns:a16="http://schemas.microsoft.com/office/drawing/2014/main" id="{774B38CA-DE22-4FAE-8AB0-893A5E024681}"/>
              </a:ext>
            </a:extLst>
          </p:cNvPr>
          <p:cNvSpPr>
            <a:spLocks xmlns:a="http://schemas.openxmlformats.org/drawingml/2006/main" noGrp="1"/>
          </p:cNvSpPr>
          <p:nvPr/>
        </p:nvSpPr>
        <p:spPr>
          <a:xfrm xmlns:a="http://schemas.openxmlformats.org/drawingml/2006/main">
            <a:off x="609600" y="11953875"/>
            <a:ext cx="90487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hlinkClick xmlns:r="http://schemas.openxmlformats.org/officeDocument/2006/relationships" r:id="R77a8ceac8d2f4d61"/>
              </a:rPr>
              <a:t>VisionHarnessModel.swift  ·  receive(_:token:)</a:t>
            </a:r>
          </a:p>
        </p:txBody>
      </p:sp>
      <p:sp>
        <p:nvSpPr>
          <p:cNvPr id="42" name="u522">
            <a:extLst xmlns:a="http://schemas.openxmlformats.org/drawingml/2006/main">
              <a:ext uri="{FF2B5EF4-FFF2-40B4-BE49-F238E27FC236}">
                <a16:creationId xmlns:a16="http://schemas.microsoft.com/office/drawing/2014/main" id="{380936BD-5B76-430A-98F7-386FCCC8E6BA}"/>
              </a:ext>
            </a:extLst>
          </p:cNvPr>
          <p:cNvSpPr>
            <a:spLocks xmlns:a="http://schemas.openxmlformats.org/drawingml/2006/main" noGrp="1"/>
          </p:cNvSpPr>
          <p:nvPr/>
        </p:nvSpPr>
        <p:spPr>
          <a:xfrm xmlns:a="http://schemas.openxmlformats.org/drawingml/2006/main">
            <a:off x="609600" y="12353925"/>
            <a:ext cx="90487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ios/AIShop/AIShop/Diagnostics</a:t>
            </a:r>
          </a:p>
        </p:txBody>
      </p:sp>
    </p:spTree>
    <p:extLst>
      <p:ext uri="{BB962C8B-B14F-4D97-AF65-F5344CB8AC3E}">
        <p14:creationId xmlns:p14="http://schemas.microsoft.com/office/powerpoint/2010/main" val="1770186308"/>
      </p:ext>
    </p:extLst>
  </p:cSld>
</p:sld>
</file>

<file path=ppt/slides/slide1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7" name="u523">
            <a:extLst xmlns:a="http://schemas.openxmlformats.org/drawingml/2006/main">
              <a:ext uri="{FF2B5EF4-FFF2-40B4-BE49-F238E27FC236}">
                <a16:creationId xmlns:a16="http://schemas.microsoft.com/office/drawing/2014/main" id="{0426DBD6-F2C7-4C35-9A1B-52B03AC683AF}"/>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PACKAGES AND ARTIFACTS</a:t>
            </a:r>
          </a:p>
        </p:txBody>
      </p:sp>
      <p:sp>
        <p:nvSpPr>
          <p:cNvPr id="2" name="u524">
            <a:extLst xmlns:a="http://schemas.openxmlformats.org/drawingml/2006/main">
              <a:ext uri="{FF2B5EF4-FFF2-40B4-BE49-F238E27FC236}">
                <a16:creationId xmlns:a16="http://schemas.microsoft.com/office/drawing/2014/main" id="{36DDEE8C-AF38-4E23-AF88-B4D53A0436ED}"/>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Evidence has separate owners</a:t>
            </a:r>
          </a:p>
        </p:txBody>
      </p:sp>
      <p:sp>
        <p:nvSpPr>
          <p:cNvPr id="3" name="u525">
            <a:extLst xmlns:a="http://schemas.openxmlformats.org/drawingml/2006/main">
              <a:ext uri="{FF2B5EF4-FFF2-40B4-BE49-F238E27FC236}">
                <a16:creationId xmlns:a16="http://schemas.microsoft.com/office/drawing/2014/main" id="{0D23EE05-53F2-4E7B-89C1-4D488DDE5A6F}"/>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The event log, live report, and image bytes have different jobs.</a:t>
            </a:r>
          </a:p>
        </p:txBody>
      </p:sp>
      <p:sp>
        <p:nvSpPr>
          <p:cNvPr id="4" name="u526">
            <a:extLst xmlns:a="http://schemas.openxmlformats.org/drawingml/2006/main">
              <a:ext uri="{FF2B5EF4-FFF2-40B4-BE49-F238E27FC236}">
                <a16:creationId xmlns:a16="http://schemas.microsoft.com/office/drawing/2014/main" id="{310A5C18-338C-4EFF-92D3-2104C93DC4D2}"/>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527">
            <a:extLst xmlns:a="http://schemas.openxmlformats.org/drawingml/2006/main">
              <a:ext uri="{FF2B5EF4-FFF2-40B4-BE49-F238E27FC236}">
                <a16:creationId xmlns:a16="http://schemas.microsoft.com/office/drawing/2014/main" id="{864B914B-0C8E-4C42-B6DD-BA94F2D169AF}"/>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2"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528">
            <a:extLst xmlns:a="http://schemas.openxmlformats.org/drawingml/2006/main">
              <a:ext uri="{FF2B5EF4-FFF2-40B4-BE49-F238E27FC236}">
                <a16:creationId xmlns:a16="http://schemas.microsoft.com/office/drawing/2014/main" id="{F04B5888-0FEA-458A-8106-0FB13CF0C09A}"/>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529">
            <a:extLst xmlns:a="http://schemas.openxmlformats.org/drawingml/2006/main">
              <a:ext uri="{FF2B5EF4-FFF2-40B4-BE49-F238E27FC236}">
                <a16:creationId xmlns:a16="http://schemas.microsoft.com/office/drawing/2014/main" id="{E4A001E8-ED88-453E-8D08-5F11ADD3A9BA}"/>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18</a:t>
            </a:r>
          </a:p>
        </p:txBody>
      </p:sp>
      <p:sp>
        <p:nvSpPr>
          <p:cNvPr id="9" name="u530">
            <a:extLst xmlns:a="http://schemas.openxmlformats.org/drawingml/2006/main">
              <a:ext uri="{FF2B5EF4-FFF2-40B4-BE49-F238E27FC236}">
                <a16:creationId xmlns:a16="http://schemas.microsoft.com/office/drawing/2014/main" id="{B50E4A80-6E5B-4A71-80B0-27920D27F4E5}"/>
              </a:ext>
            </a:extLst>
          </p:cNvPr>
          <p:cNvSpPr>
            <a:spLocks xmlns:a="http://schemas.openxmlformats.org/drawingml/2006/main" noGrp="1"/>
          </p:cNvSpPr>
          <p:nvPr/>
        </p:nvSpPr>
        <p:spPr>
          <a:xfrm xmlns:a="http://schemas.openxmlformats.org/drawingml/2006/main">
            <a:off x="685800" y="3333750"/>
            <a:ext cx="8858250"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86974"/>
                </a:solidFill>
                <a:latin typeface="DejaVu Sans"/>
                <a:ea typeface="DejaVu Sans"/>
                <a:cs typeface="DejaVu Sans"/>
              </a:defRPr>
            </a:pPr>
            <a:r>
              <a:rPr sz="1875" b="0">
                <a:solidFill>
                  <a:srgbClr val="586974"/>
                </a:solidFill>
                <a:latin typeface="DejaVu Sans"/>
                <a:ea typeface="DejaVu Sans"/>
                <a:cs typeface="DejaVu Sans"/>
              </a:rPr>
              <a:t>Sources/AIShopVision/</a:t>
            </a:r>
          </a:p>
        </p:txBody>
      </p:sp>
      <p:sp>
        <p:nvSpPr>
          <p:cNvPr id="10" name="u531">
            <a:extLst xmlns:a="http://schemas.openxmlformats.org/drawingml/2006/main">
              <a:ext uri="{FF2B5EF4-FFF2-40B4-BE49-F238E27FC236}">
                <a16:creationId xmlns:a16="http://schemas.microsoft.com/office/drawing/2014/main" id="{7A0294D9-A1C7-4313-ADD1-37A146577581}"/>
              </a:ext>
            </a:extLst>
          </p:cNvPr>
          <p:cNvSpPr>
            <a:spLocks xmlns:a="http://schemas.openxmlformats.org/drawingml/2006/main" noGrp="1"/>
          </p:cNvSpPr>
          <p:nvPr/>
        </p:nvSpPr>
        <p:spPr>
          <a:xfrm xmlns:a="http://schemas.openxmlformats.org/drawingml/2006/main">
            <a:off x="714375" y="4257675"/>
            <a:ext cx="8858250" cy="3048000"/>
          </a:xfrm>
          <a:prstGeom xmlns:a="http://schemas.openxmlformats.org/drawingml/2006/main" prst="rect">
            <a:avLst/>
          </a:prstGeom>
          <a:solidFill xmlns:a="http://schemas.openxmlformats.org/drawingml/2006/main">
            <a:srgbClr val="FFFFFF"/>
          </a:solidFill>
          <a:ln xmlns:a="http://schemas.openxmlformats.org/drawingml/2006/main" w="19050">
            <a:solidFill>
              <a:srgbClr val="785CA2"/>
            </a:solidFill>
            <a:prstDash val="solid"/>
          </a:ln>
        </p:spPr>
      </p:sp>
      <p:sp>
        <p:nvSpPr>
          <p:cNvPr id="11" name="u532">
            <a:extLst xmlns:a="http://schemas.openxmlformats.org/drawingml/2006/main">
              <a:ext uri="{FF2B5EF4-FFF2-40B4-BE49-F238E27FC236}">
                <a16:creationId xmlns:a16="http://schemas.microsoft.com/office/drawing/2014/main" id="{4CE2484A-27F8-453C-8EAF-7653C1DDFB49}"/>
              </a:ext>
            </a:extLst>
          </p:cNvPr>
          <p:cNvSpPr>
            <a:spLocks xmlns:a="http://schemas.openxmlformats.org/drawingml/2006/main" noGrp="1"/>
          </p:cNvSpPr>
          <p:nvPr/>
        </p:nvSpPr>
        <p:spPr>
          <a:xfrm xmlns:a="http://schemas.openxmlformats.org/drawingml/2006/main">
            <a:off x="714375" y="3971925"/>
            <a:ext cx="2286000"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785CA2"/>
            </a:solidFill>
            <a:prstDash val="solid"/>
          </a:ln>
        </p:spPr>
      </p:sp>
      <p:sp>
        <p:nvSpPr>
          <p:cNvPr id="12" name="u533">
            <a:extLst xmlns:a="http://schemas.openxmlformats.org/drawingml/2006/main">
              <a:ext uri="{FF2B5EF4-FFF2-40B4-BE49-F238E27FC236}">
                <a16:creationId xmlns:a16="http://schemas.microsoft.com/office/drawing/2014/main" id="{4C90647C-2F12-420A-A289-311AB235535D}"/>
              </a:ext>
            </a:extLst>
          </p:cNvPr>
          <p:cNvSpPr>
            <a:spLocks xmlns:a="http://schemas.openxmlformats.org/drawingml/2006/main" noGrp="1"/>
          </p:cNvSpPr>
          <p:nvPr/>
        </p:nvSpPr>
        <p:spPr>
          <a:xfrm xmlns:a="http://schemas.openxmlformats.org/drawingml/2006/main">
            <a:off x="847725" y="3990975"/>
            <a:ext cx="859155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785CA2"/>
                </a:solidFill>
                <a:latin typeface="DejaVu Sans"/>
                <a:ea typeface="DejaVu Sans"/>
                <a:cs typeface="DejaVu Sans"/>
              </a:defRPr>
            </a:pPr>
            <a:r>
              <a:rPr sz="1875" b="1">
                <a:solidFill>
                  <a:srgbClr val="785CA2"/>
                </a:solidFill>
                <a:latin typeface="DejaVu Sans"/>
                <a:ea typeface="DejaVu Sans"/>
                <a:cs typeface="DejaVu Sans"/>
              </a:rPr>
              <a:t>SessionLog/</a:t>
            </a:r>
          </a:p>
        </p:txBody>
      </p:sp>
      <p:sp>
        <p:nvSpPr>
          <p:cNvPr id="13" name="u534">
            <a:extLst xmlns:a="http://schemas.openxmlformats.org/drawingml/2006/main">
              <a:ext uri="{FF2B5EF4-FFF2-40B4-BE49-F238E27FC236}">
                <a16:creationId xmlns:a16="http://schemas.microsoft.com/office/drawing/2014/main" id="{85D2B0BA-2D87-4BD0-80EB-63801771206F}"/>
              </a:ext>
            </a:extLst>
          </p:cNvPr>
          <p:cNvSpPr>
            <a:spLocks xmlns:a="http://schemas.openxmlformats.org/drawingml/2006/main" noGrp="1"/>
          </p:cNvSpPr>
          <p:nvPr/>
        </p:nvSpPr>
        <p:spPr>
          <a:xfrm xmlns:a="http://schemas.openxmlformats.org/drawingml/2006/main">
            <a:off x="952500" y="4552950"/>
            <a:ext cx="838200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4" name="u535">
            <a:extLst xmlns:a="http://schemas.openxmlformats.org/drawingml/2006/main">
              <a:ext uri="{FF2B5EF4-FFF2-40B4-BE49-F238E27FC236}">
                <a16:creationId xmlns:a16="http://schemas.microsoft.com/office/drawing/2014/main" id="{C51D45AC-6CC0-4E19-AA71-EF7C67D1CF5D}"/>
              </a:ext>
            </a:extLst>
          </p:cNvPr>
          <p:cNvSpPr>
            <a:spLocks xmlns:a="http://schemas.openxmlformats.org/drawingml/2006/main" noGrp="1"/>
          </p:cNvSpPr>
          <p:nvPr/>
        </p:nvSpPr>
        <p:spPr>
          <a:xfrm xmlns:a="http://schemas.openxmlformats.org/drawingml/2006/main">
            <a:off x="1085850" y="4629150"/>
            <a:ext cx="81153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5" name="u536">
            <a:extLst xmlns:a="http://schemas.openxmlformats.org/drawingml/2006/main">
              <a:ext uri="{FF2B5EF4-FFF2-40B4-BE49-F238E27FC236}">
                <a16:creationId xmlns:a16="http://schemas.microsoft.com/office/drawing/2014/main" id="{63184BEA-76DD-4A78-B20C-760EAD3D7E36}"/>
              </a:ext>
            </a:extLst>
          </p:cNvPr>
          <p:cNvSpPr>
            <a:spLocks xmlns:a="http://schemas.openxmlformats.org/drawingml/2006/main" noGrp="1"/>
          </p:cNvSpPr>
          <p:nvPr/>
        </p:nvSpPr>
        <p:spPr>
          <a:xfrm xmlns:a="http://schemas.openxmlformats.org/drawingml/2006/main">
            <a:off x="1085850" y="4886325"/>
            <a:ext cx="81153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90992ed7571c4164"/>
              </a:rPr>
              <a:t>LogValue.swift</a:t>
            </a:r>
          </a:p>
        </p:txBody>
      </p:sp>
      <p:sp>
        <p:nvSpPr>
          <p:cNvPr id="16" name="u537">
            <a:extLst xmlns:a="http://schemas.openxmlformats.org/drawingml/2006/main">
              <a:ext uri="{FF2B5EF4-FFF2-40B4-BE49-F238E27FC236}">
                <a16:creationId xmlns:a16="http://schemas.microsoft.com/office/drawing/2014/main" id="{DE7676EF-1D45-4356-B916-81685414698B}"/>
              </a:ext>
            </a:extLst>
          </p:cNvPr>
          <p:cNvSpPr>
            <a:spLocks xmlns:a="http://schemas.openxmlformats.org/drawingml/2006/main" noGrp="1"/>
          </p:cNvSpPr>
          <p:nvPr/>
        </p:nvSpPr>
        <p:spPr>
          <a:xfrm xmlns:a="http://schemas.openxmlformats.org/drawingml/2006/main">
            <a:off x="1085850" y="5219700"/>
            <a:ext cx="811530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Typed JSON values, event envelope, and payload conversion</a:t>
            </a:r>
          </a:p>
        </p:txBody>
      </p:sp>
      <p:sp>
        <p:nvSpPr>
          <p:cNvPr id="17" name="u538">
            <a:extLst xmlns:a="http://schemas.openxmlformats.org/drawingml/2006/main">
              <a:ext uri="{FF2B5EF4-FFF2-40B4-BE49-F238E27FC236}">
                <a16:creationId xmlns:a16="http://schemas.microsoft.com/office/drawing/2014/main" id="{1E65CE79-7202-4465-9447-088BCAB4A170}"/>
              </a:ext>
            </a:extLst>
          </p:cNvPr>
          <p:cNvSpPr>
            <a:spLocks xmlns:a="http://schemas.openxmlformats.org/drawingml/2006/main" noGrp="1"/>
          </p:cNvSpPr>
          <p:nvPr/>
        </p:nvSpPr>
        <p:spPr>
          <a:xfrm xmlns:a="http://schemas.openxmlformats.org/drawingml/2006/main">
            <a:off x="1085850" y="5467350"/>
            <a:ext cx="81153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SessionEvent</a:t>
            </a:r>
          </a:p>
        </p:txBody>
      </p:sp>
      <p:sp>
        <p:nvSpPr>
          <p:cNvPr id="18" name="u539">
            <a:extLst xmlns:a="http://schemas.openxmlformats.org/drawingml/2006/main">
              <a:ext uri="{FF2B5EF4-FFF2-40B4-BE49-F238E27FC236}">
                <a16:creationId xmlns:a16="http://schemas.microsoft.com/office/drawing/2014/main" id="{0CEB72DD-5382-497C-976E-298D90331E12}"/>
              </a:ext>
            </a:extLst>
          </p:cNvPr>
          <p:cNvSpPr>
            <a:spLocks xmlns:a="http://schemas.openxmlformats.org/drawingml/2006/main" noGrp="1"/>
          </p:cNvSpPr>
          <p:nvPr/>
        </p:nvSpPr>
        <p:spPr>
          <a:xfrm xmlns:a="http://schemas.openxmlformats.org/drawingml/2006/main">
            <a:off x="952500" y="5867400"/>
            <a:ext cx="838200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9" name="u540">
            <a:extLst xmlns:a="http://schemas.openxmlformats.org/drawingml/2006/main">
              <a:ext uri="{FF2B5EF4-FFF2-40B4-BE49-F238E27FC236}">
                <a16:creationId xmlns:a16="http://schemas.microsoft.com/office/drawing/2014/main" id="{C343D15B-39A7-4FE9-AF2B-9566C76C60CA}"/>
              </a:ext>
            </a:extLst>
          </p:cNvPr>
          <p:cNvSpPr>
            <a:spLocks xmlns:a="http://schemas.openxmlformats.org/drawingml/2006/main" noGrp="1"/>
          </p:cNvSpPr>
          <p:nvPr/>
        </p:nvSpPr>
        <p:spPr>
          <a:xfrm xmlns:a="http://schemas.openxmlformats.org/drawingml/2006/main">
            <a:off x="1085850" y="5943600"/>
            <a:ext cx="81153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0" name="u541">
            <a:extLst xmlns:a="http://schemas.openxmlformats.org/drawingml/2006/main">
              <a:ext uri="{FF2B5EF4-FFF2-40B4-BE49-F238E27FC236}">
                <a16:creationId xmlns:a16="http://schemas.microsoft.com/office/drawing/2014/main" id="{ECC1C7C2-196A-4B7B-834A-1A18BD065E69}"/>
              </a:ext>
            </a:extLst>
          </p:cNvPr>
          <p:cNvSpPr>
            <a:spLocks xmlns:a="http://schemas.openxmlformats.org/drawingml/2006/main" noGrp="1"/>
          </p:cNvSpPr>
          <p:nvPr/>
        </p:nvSpPr>
        <p:spPr>
          <a:xfrm xmlns:a="http://schemas.openxmlformats.org/drawingml/2006/main">
            <a:off x="1085850" y="6200775"/>
            <a:ext cx="81153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bb7f3f21fbb6438c"/>
              </a:rPr>
              <a:t>SessionLog.swift</a:t>
            </a:r>
          </a:p>
        </p:txBody>
      </p:sp>
      <p:sp>
        <p:nvSpPr>
          <p:cNvPr id="21" name="u542">
            <a:extLst xmlns:a="http://schemas.openxmlformats.org/drawingml/2006/main">
              <a:ext uri="{FF2B5EF4-FFF2-40B4-BE49-F238E27FC236}">
                <a16:creationId xmlns:a16="http://schemas.microsoft.com/office/drawing/2014/main" id="{E9C1840B-6094-4B96-942C-C2E0FFC6A69A}"/>
              </a:ext>
            </a:extLst>
          </p:cNvPr>
          <p:cNvSpPr>
            <a:spLocks xmlns:a="http://schemas.openxmlformats.org/drawingml/2006/main" noGrp="1"/>
          </p:cNvSpPr>
          <p:nvPr/>
        </p:nvSpPr>
        <p:spPr>
          <a:xfrm xmlns:a="http://schemas.openxmlformats.org/drawingml/2006/main">
            <a:off x="1085850" y="6534150"/>
            <a:ext cx="811530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Ordered JSONL writing and strict reading</a:t>
            </a:r>
          </a:p>
        </p:txBody>
      </p:sp>
      <p:sp>
        <p:nvSpPr>
          <p:cNvPr id="22" name="u543">
            <a:extLst xmlns:a="http://schemas.openxmlformats.org/drawingml/2006/main">
              <a:ext uri="{FF2B5EF4-FFF2-40B4-BE49-F238E27FC236}">
                <a16:creationId xmlns:a16="http://schemas.microsoft.com/office/drawing/2014/main" id="{DC64E9E6-332B-46E6-A342-C98C9D7280CE}"/>
              </a:ext>
            </a:extLst>
          </p:cNvPr>
          <p:cNvSpPr>
            <a:spLocks xmlns:a="http://schemas.openxmlformats.org/drawingml/2006/main" noGrp="1"/>
          </p:cNvSpPr>
          <p:nvPr/>
        </p:nvSpPr>
        <p:spPr>
          <a:xfrm xmlns:a="http://schemas.openxmlformats.org/drawingml/2006/main">
            <a:off x="1085850" y="6781800"/>
            <a:ext cx="81153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append(...) / decode(_:)</a:t>
            </a:r>
          </a:p>
        </p:txBody>
      </p:sp>
      <p:sp>
        <p:nvSpPr>
          <p:cNvPr id="23" name="u544">
            <a:extLst xmlns:a="http://schemas.openxmlformats.org/drawingml/2006/main">
              <a:ext uri="{FF2B5EF4-FFF2-40B4-BE49-F238E27FC236}">
                <a16:creationId xmlns:a16="http://schemas.microsoft.com/office/drawing/2014/main" id="{BF47BC14-DB16-444E-A963-946D98BBE898}"/>
              </a:ext>
            </a:extLst>
          </p:cNvPr>
          <p:cNvSpPr>
            <a:spLocks xmlns:a="http://schemas.openxmlformats.org/drawingml/2006/main" noGrp="1"/>
          </p:cNvSpPr>
          <p:nvPr/>
        </p:nvSpPr>
        <p:spPr>
          <a:xfrm xmlns:a="http://schemas.openxmlformats.org/drawingml/2006/main">
            <a:off x="714375" y="8134350"/>
            <a:ext cx="8858250" cy="3048000"/>
          </a:xfrm>
          <a:prstGeom xmlns:a="http://schemas.openxmlformats.org/drawingml/2006/main" prst="rect">
            <a:avLst/>
          </a:prstGeom>
          <a:solidFill xmlns:a="http://schemas.openxmlformats.org/drawingml/2006/main">
            <a:srgbClr val="FFFFFF"/>
          </a:solidFill>
          <a:ln xmlns:a="http://schemas.openxmlformats.org/drawingml/2006/main" w="19050">
            <a:solidFill>
              <a:srgbClr val="785CA2"/>
            </a:solidFill>
            <a:prstDash val="solid"/>
          </a:ln>
        </p:spPr>
      </p:sp>
      <p:sp>
        <p:nvSpPr>
          <p:cNvPr id="24" name="u545">
            <a:extLst xmlns:a="http://schemas.openxmlformats.org/drawingml/2006/main">
              <a:ext uri="{FF2B5EF4-FFF2-40B4-BE49-F238E27FC236}">
                <a16:creationId xmlns:a16="http://schemas.microsoft.com/office/drawing/2014/main" id="{2F7517EE-3197-4960-BC17-895A0318075B}"/>
              </a:ext>
            </a:extLst>
          </p:cNvPr>
          <p:cNvSpPr>
            <a:spLocks xmlns:a="http://schemas.openxmlformats.org/drawingml/2006/main" noGrp="1"/>
          </p:cNvSpPr>
          <p:nvPr/>
        </p:nvSpPr>
        <p:spPr>
          <a:xfrm xmlns:a="http://schemas.openxmlformats.org/drawingml/2006/main">
            <a:off x="714375" y="7848600"/>
            <a:ext cx="3686175"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785CA2"/>
            </a:solidFill>
            <a:prstDash val="solid"/>
          </a:ln>
        </p:spPr>
      </p:sp>
      <p:sp>
        <p:nvSpPr>
          <p:cNvPr id="25" name="u546">
            <a:extLst xmlns:a="http://schemas.openxmlformats.org/drawingml/2006/main">
              <a:ext uri="{FF2B5EF4-FFF2-40B4-BE49-F238E27FC236}">
                <a16:creationId xmlns:a16="http://schemas.microsoft.com/office/drawing/2014/main" id="{107841E9-2E59-4806-8527-CC23D148A215}"/>
              </a:ext>
            </a:extLst>
          </p:cNvPr>
          <p:cNvSpPr>
            <a:spLocks xmlns:a="http://schemas.openxmlformats.org/drawingml/2006/main" noGrp="1"/>
          </p:cNvSpPr>
          <p:nvPr/>
        </p:nvSpPr>
        <p:spPr>
          <a:xfrm xmlns:a="http://schemas.openxmlformats.org/drawingml/2006/main">
            <a:off x="847725" y="7867650"/>
            <a:ext cx="859155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785CA2"/>
                </a:solidFill>
                <a:latin typeface="DejaVu Sans"/>
                <a:ea typeface="DejaVu Sans"/>
                <a:cs typeface="DejaVu Sans"/>
              </a:defRPr>
            </a:pPr>
            <a:r>
              <a:rPr sz="1875" b="1">
                <a:solidFill>
                  <a:srgbClr val="785CA2"/>
                </a:solidFill>
                <a:latin typeface="DejaVu Sans"/>
                <a:ea typeface="DejaVu Sans"/>
                <a:cs typeface="DejaVu Sans"/>
              </a:rPr>
              <a:t>SessionReportBuilder/</a:t>
            </a:r>
          </a:p>
        </p:txBody>
      </p:sp>
      <p:sp>
        <p:nvSpPr>
          <p:cNvPr id="26" name="u547">
            <a:extLst xmlns:a="http://schemas.openxmlformats.org/drawingml/2006/main">
              <a:ext uri="{FF2B5EF4-FFF2-40B4-BE49-F238E27FC236}">
                <a16:creationId xmlns:a16="http://schemas.microsoft.com/office/drawing/2014/main" id="{190FA8B1-6312-46AA-97E7-93C28ACCBD7F}"/>
              </a:ext>
            </a:extLst>
          </p:cNvPr>
          <p:cNvSpPr>
            <a:spLocks xmlns:a="http://schemas.openxmlformats.org/drawingml/2006/main" noGrp="1"/>
          </p:cNvSpPr>
          <p:nvPr/>
        </p:nvSpPr>
        <p:spPr>
          <a:xfrm xmlns:a="http://schemas.openxmlformats.org/drawingml/2006/main">
            <a:off x="952500" y="8429625"/>
            <a:ext cx="838200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27" name="u548">
            <a:extLst xmlns:a="http://schemas.openxmlformats.org/drawingml/2006/main">
              <a:ext uri="{FF2B5EF4-FFF2-40B4-BE49-F238E27FC236}">
                <a16:creationId xmlns:a16="http://schemas.microsoft.com/office/drawing/2014/main" id="{302B4522-0333-402C-A51A-EE8FDC98F44C}"/>
              </a:ext>
            </a:extLst>
          </p:cNvPr>
          <p:cNvSpPr>
            <a:spLocks xmlns:a="http://schemas.openxmlformats.org/drawingml/2006/main" noGrp="1"/>
          </p:cNvSpPr>
          <p:nvPr/>
        </p:nvSpPr>
        <p:spPr>
          <a:xfrm xmlns:a="http://schemas.openxmlformats.org/drawingml/2006/main">
            <a:off x="1085850" y="8505825"/>
            <a:ext cx="81153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8" name="u549">
            <a:extLst xmlns:a="http://schemas.openxmlformats.org/drawingml/2006/main">
              <a:ext uri="{FF2B5EF4-FFF2-40B4-BE49-F238E27FC236}">
                <a16:creationId xmlns:a16="http://schemas.microsoft.com/office/drawing/2014/main" id="{2AE5B88E-126A-4595-AFA6-A3B0EE6DF0BD}"/>
              </a:ext>
            </a:extLst>
          </p:cNvPr>
          <p:cNvSpPr>
            <a:spLocks xmlns:a="http://schemas.openxmlformats.org/drawingml/2006/main" noGrp="1"/>
          </p:cNvSpPr>
          <p:nvPr/>
        </p:nvSpPr>
        <p:spPr>
          <a:xfrm xmlns:a="http://schemas.openxmlformats.org/drawingml/2006/main">
            <a:off x="1085850" y="8763000"/>
            <a:ext cx="81153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a37e84b9e6964fda"/>
              </a:rPr>
              <a:t>SessionReportBuilder.swift</a:t>
            </a:r>
          </a:p>
        </p:txBody>
      </p:sp>
      <p:sp>
        <p:nvSpPr>
          <p:cNvPr id="29" name="u550">
            <a:extLst xmlns:a="http://schemas.openxmlformats.org/drawingml/2006/main">
              <a:ext uri="{FF2B5EF4-FFF2-40B4-BE49-F238E27FC236}">
                <a16:creationId xmlns:a16="http://schemas.microsoft.com/office/drawing/2014/main" id="{2C02ECD7-1A0D-4C4A-8D61-384A3D9E07B4}"/>
              </a:ext>
            </a:extLst>
          </p:cNvPr>
          <p:cNvSpPr>
            <a:spLocks xmlns:a="http://schemas.openxmlformats.org/drawingml/2006/main" noGrp="1"/>
          </p:cNvSpPr>
          <p:nvPr/>
        </p:nvSpPr>
        <p:spPr>
          <a:xfrm xmlns:a="http://schemas.openxmlformats.org/drawingml/2006/main">
            <a:off x="1085850" y="9096375"/>
            <a:ext cx="811530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Live reduction and report reconstruction</a:t>
            </a:r>
          </a:p>
        </p:txBody>
      </p:sp>
      <p:sp>
        <p:nvSpPr>
          <p:cNvPr id="30" name="u551">
            <a:extLst xmlns:a="http://schemas.openxmlformats.org/drawingml/2006/main">
              <a:ext uri="{FF2B5EF4-FFF2-40B4-BE49-F238E27FC236}">
                <a16:creationId xmlns:a16="http://schemas.microsoft.com/office/drawing/2014/main" id="{F2FC1EB8-310C-44E3-87CD-D218D7FA24C2}"/>
              </a:ext>
            </a:extLst>
          </p:cNvPr>
          <p:cNvSpPr>
            <a:spLocks xmlns:a="http://schemas.openxmlformats.org/drawingml/2006/main" noGrp="1"/>
          </p:cNvSpPr>
          <p:nvPr/>
        </p:nvSpPr>
        <p:spPr>
          <a:xfrm xmlns:a="http://schemas.openxmlformats.org/drawingml/2006/main">
            <a:off x="1085850" y="9344025"/>
            <a:ext cx="81153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consume(_:) / replay(logURL:)</a:t>
            </a:r>
          </a:p>
        </p:txBody>
      </p:sp>
      <p:sp>
        <p:nvSpPr>
          <p:cNvPr id="31" name="u552">
            <a:extLst xmlns:a="http://schemas.openxmlformats.org/drawingml/2006/main">
              <a:ext uri="{FF2B5EF4-FFF2-40B4-BE49-F238E27FC236}">
                <a16:creationId xmlns:a16="http://schemas.microsoft.com/office/drawing/2014/main" id="{078F6600-69FB-477A-A1B4-C557782F9E00}"/>
              </a:ext>
            </a:extLst>
          </p:cNvPr>
          <p:cNvSpPr>
            <a:spLocks xmlns:a="http://schemas.openxmlformats.org/drawingml/2006/main" noGrp="1"/>
          </p:cNvSpPr>
          <p:nvPr/>
        </p:nvSpPr>
        <p:spPr>
          <a:xfrm xmlns:a="http://schemas.openxmlformats.org/drawingml/2006/main">
            <a:off x="952500" y="9744075"/>
            <a:ext cx="8382000"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32" name="u553">
            <a:extLst xmlns:a="http://schemas.openxmlformats.org/drawingml/2006/main">
              <a:ext uri="{FF2B5EF4-FFF2-40B4-BE49-F238E27FC236}">
                <a16:creationId xmlns:a16="http://schemas.microsoft.com/office/drawing/2014/main" id="{9333A5C3-3EA2-435D-9BA3-4220E5A304BB}"/>
              </a:ext>
            </a:extLst>
          </p:cNvPr>
          <p:cNvSpPr>
            <a:spLocks xmlns:a="http://schemas.openxmlformats.org/drawingml/2006/main" noGrp="1"/>
          </p:cNvSpPr>
          <p:nvPr/>
        </p:nvSpPr>
        <p:spPr>
          <a:xfrm xmlns:a="http://schemas.openxmlformats.org/drawingml/2006/main">
            <a:off x="1085850" y="9820275"/>
            <a:ext cx="81153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33" name="u554">
            <a:extLst xmlns:a="http://schemas.openxmlformats.org/drawingml/2006/main">
              <a:ext uri="{FF2B5EF4-FFF2-40B4-BE49-F238E27FC236}">
                <a16:creationId xmlns:a16="http://schemas.microsoft.com/office/drawing/2014/main" id="{EF0BF49D-186D-4301-93DA-02219E04D1B4}"/>
              </a:ext>
            </a:extLst>
          </p:cNvPr>
          <p:cNvSpPr>
            <a:spLocks xmlns:a="http://schemas.openxmlformats.org/drawingml/2006/main" noGrp="1"/>
          </p:cNvSpPr>
          <p:nvPr/>
        </p:nvSpPr>
        <p:spPr>
          <a:xfrm xmlns:a="http://schemas.openxmlformats.org/drawingml/2006/main">
            <a:off x="1085850" y="10077450"/>
            <a:ext cx="81153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223708bc1c8e4065"/>
              </a:rPr>
              <a:t>RetainedImageStore.swift</a:t>
            </a:r>
          </a:p>
        </p:txBody>
      </p:sp>
      <p:sp>
        <p:nvSpPr>
          <p:cNvPr id="34" name="u555">
            <a:extLst xmlns:a="http://schemas.openxmlformats.org/drawingml/2006/main">
              <a:ext uri="{FF2B5EF4-FFF2-40B4-BE49-F238E27FC236}">
                <a16:creationId xmlns:a16="http://schemas.microsoft.com/office/drawing/2014/main" id="{818EF125-D026-44AF-BD4A-F13C6F26527D}"/>
              </a:ext>
            </a:extLst>
          </p:cNvPr>
          <p:cNvSpPr>
            <a:spLocks xmlns:a="http://schemas.openxmlformats.org/drawingml/2006/main" noGrp="1"/>
          </p:cNvSpPr>
          <p:nvPr/>
        </p:nvSpPr>
        <p:spPr>
          <a:xfrm xmlns:a="http://schemas.openxmlformats.org/drawingml/2006/main">
            <a:off x="1085850" y="10410825"/>
            <a:ext cx="811530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Validated local JPEG persistence</a:t>
            </a:r>
          </a:p>
        </p:txBody>
      </p:sp>
      <p:sp>
        <p:nvSpPr>
          <p:cNvPr id="35" name="u556">
            <a:extLst xmlns:a="http://schemas.openxmlformats.org/drawingml/2006/main">
              <a:ext uri="{FF2B5EF4-FFF2-40B4-BE49-F238E27FC236}">
                <a16:creationId xmlns:a16="http://schemas.microsoft.com/office/drawing/2014/main" id="{7ADD0542-0953-4C37-8281-B53CD23F9509}"/>
              </a:ext>
            </a:extLst>
          </p:cNvPr>
          <p:cNvSpPr>
            <a:spLocks xmlns:a="http://schemas.openxmlformats.org/drawingml/2006/main" noGrp="1"/>
          </p:cNvSpPr>
          <p:nvPr/>
        </p:nvSpPr>
        <p:spPr>
          <a:xfrm xmlns:a="http://schemas.openxmlformats.org/drawingml/2006/main">
            <a:off x="1085850" y="10658475"/>
            <a:ext cx="81153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retain(_:id:)</a:t>
            </a:r>
          </a:p>
        </p:txBody>
      </p:sp>
      <p:sp>
        <p:nvSpPr>
          <p:cNvPr id="36" name="u557">
            <a:extLst xmlns:a="http://schemas.openxmlformats.org/drawingml/2006/main">
              <a:ext uri="{FF2B5EF4-FFF2-40B4-BE49-F238E27FC236}">
                <a16:creationId xmlns:a16="http://schemas.microsoft.com/office/drawing/2014/main" id="{58287F27-54F9-494F-BD7E-0F7664507E5B}"/>
              </a:ext>
            </a:extLst>
          </p:cNvPr>
          <p:cNvSpPr>
            <a:spLocks xmlns:a="http://schemas.openxmlformats.org/drawingml/2006/main" noGrp="1"/>
          </p:cNvSpPr>
          <p:nvPr/>
        </p:nvSpPr>
        <p:spPr>
          <a:xfrm xmlns:a="http://schemas.openxmlformats.org/drawingml/2006/main">
            <a:off x="695325" y="11744325"/>
            <a:ext cx="8953500" cy="609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586974"/>
                </a:solidFill>
                <a:latin typeface="DejaVu Sans"/>
                <a:ea typeface="DejaVu Sans"/>
                <a:cs typeface="DejaVu Sans"/>
              </a:defRPr>
            </a:pPr>
            <a:r>
              <a:rPr sz="2025" b="0">
                <a:solidFill>
                  <a:srgbClr val="586974"/>
                </a:solidFill>
                <a:latin typeface="DejaVu Sans"/>
                <a:ea typeface="DejaVu Sans"/>
                <a:cs typeface="DejaVu Sans"/>
              </a:rPr>
              <a:t>All four files are added relative to the sprint base.</a:t>
            </a:r>
          </a:p>
        </p:txBody>
      </p:sp>
    </p:spTree>
    <p:extLst>
      <p:ext uri="{BB962C8B-B14F-4D97-AF65-F5344CB8AC3E}">
        <p14:creationId xmlns:p14="http://schemas.microsoft.com/office/powerpoint/2010/main" val="1698051765"/>
      </p:ext>
    </p:extLst>
  </p:cSld>
</p:sld>
</file>

<file path=ppt/slides/slide1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8" name="u558">
            <a:extLst xmlns:a="http://schemas.openxmlformats.org/drawingml/2006/main">
              <a:ext uri="{FF2B5EF4-FFF2-40B4-BE49-F238E27FC236}">
                <a16:creationId xmlns:a16="http://schemas.microsoft.com/office/drawing/2014/main" id="{10C455DF-38DF-464F-9878-C72B56291BDD}"/>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ACTIVITY</a:t>
            </a:r>
          </a:p>
        </p:txBody>
      </p:sp>
      <p:sp>
        <p:nvSpPr>
          <p:cNvPr id="2" name="u559">
            <a:extLst xmlns:a="http://schemas.openxmlformats.org/drawingml/2006/main">
              <a:ext uri="{FF2B5EF4-FFF2-40B4-BE49-F238E27FC236}">
                <a16:creationId xmlns:a16="http://schemas.microsoft.com/office/drawing/2014/main" id="{926382A4-56EE-46D1-AB78-648FB0F30CCB}"/>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One event order, two consumers</a:t>
            </a:r>
          </a:p>
        </p:txBody>
      </p:sp>
      <p:sp>
        <p:nvSpPr>
          <p:cNvPr id="3" name="u560">
            <a:extLst xmlns:a="http://schemas.openxmlformats.org/drawingml/2006/main">
              <a:ext uri="{FF2B5EF4-FFF2-40B4-BE49-F238E27FC236}">
                <a16:creationId xmlns:a16="http://schemas.microsoft.com/office/drawing/2014/main" id="{472A271A-A0C6-4E62-BCE7-26F07F8889C0}"/>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PipelineRecorder keeps persistence and live reduction together.</a:t>
            </a:r>
          </a:p>
        </p:txBody>
      </p:sp>
      <p:sp>
        <p:nvSpPr>
          <p:cNvPr id="4" name="u561">
            <a:extLst xmlns:a="http://schemas.openxmlformats.org/drawingml/2006/main">
              <a:ext uri="{FF2B5EF4-FFF2-40B4-BE49-F238E27FC236}">
                <a16:creationId xmlns:a16="http://schemas.microsoft.com/office/drawing/2014/main" id="{B06ECB26-4F16-4862-B0C7-B44108F1DE0D}"/>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562">
            <a:extLst xmlns:a="http://schemas.openxmlformats.org/drawingml/2006/main">
              <a:ext uri="{FF2B5EF4-FFF2-40B4-BE49-F238E27FC236}">
                <a16:creationId xmlns:a16="http://schemas.microsoft.com/office/drawing/2014/main" id="{07FAFE47-45C9-4331-A5D6-875340F17B14}"/>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3"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563">
            <a:extLst xmlns:a="http://schemas.openxmlformats.org/drawingml/2006/main">
              <a:ext uri="{FF2B5EF4-FFF2-40B4-BE49-F238E27FC236}">
                <a16:creationId xmlns:a16="http://schemas.microsoft.com/office/drawing/2014/main" id="{F99941A6-CB03-4A6C-A6B0-E229D2E13150}"/>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564">
            <a:extLst xmlns:a="http://schemas.openxmlformats.org/drawingml/2006/main">
              <a:ext uri="{FF2B5EF4-FFF2-40B4-BE49-F238E27FC236}">
                <a16:creationId xmlns:a16="http://schemas.microsoft.com/office/drawing/2014/main" id="{F2C65D2F-CBE7-4684-AA93-A68D0D2DC7F6}"/>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19</a:t>
            </a:r>
          </a:p>
        </p:txBody>
      </p:sp>
      <p:sp>
        <p:nvSpPr>
          <p:cNvPr id="9" name="u565">
            <a:extLst xmlns:a="http://schemas.openxmlformats.org/drawingml/2006/main">
              <a:ext uri="{FF2B5EF4-FFF2-40B4-BE49-F238E27FC236}">
                <a16:creationId xmlns:a16="http://schemas.microsoft.com/office/drawing/2014/main" id="{A0BCB9BA-5CB1-4507-B45C-1DEFA4FEAEF1}"/>
              </a:ext>
            </a:extLst>
          </p:cNvPr>
          <p:cNvSpPr>
            <a:spLocks xmlns:a="http://schemas.openxmlformats.org/drawingml/2006/main" noGrp="1"/>
          </p:cNvSpPr>
          <p:nvPr/>
        </p:nvSpPr>
        <p:spPr>
          <a:xfrm xmlns:a="http://schemas.openxmlformats.org/drawingml/2006/main">
            <a:off x="5029200" y="3362325"/>
            <a:ext cx="228600" cy="228600"/>
          </a:xfrm>
          <a:prstGeom xmlns:a="http://schemas.openxmlformats.org/drawingml/2006/main" prst="ellipse">
            <a:avLst/>
          </a:prstGeom>
          <a:solidFill xmlns:a="http://schemas.openxmlformats.org/drawingml/2006/main">
            <a:srgbClr val="172A3A"/>
          </a:solidFill>
          <a:ln xmlns:a="http://schemas.openxmlformats.org/drawingml/2006/main" w="9525">
            <a:noFill/>
            <a:prstDash val="solid"/>
          </a:ln>
        </p:spPr>
      </p:sp>
      <p:sp>
        <p:nvSpPr>
          <p:cNvPr id="10" name="u566">
            <a:extLst xmlns:a="http://schemas.openxmlformats.org/drawingml/2006/main">
              <a:ext uri="{FF2B5EF4-FFF2-40B4-BE49-F238E27FC236}">
                <a16:creationId xmlns:a16="http://schemas.microsoft.com/office/drawing/2014/main" id="{31AAEED4-0B06-4941-A478-6AFB05F03965}"/>
              </a:ext>
            </a:extLst>
          </p:cNvPr>
          <p:cNvSpPr>
            <a:spLocks xmlns:a="http://schemas.openxmlformats.org/drawingml/2006/main" noGrp="1"/>
          </p:cNvSpPr>
          <p:nvPr/>
        </p:nvSpPr>
        <p:spPr>
          <a:xfrm xmlns:a="http://schemas.openxmlformats.org/drawingml/2006/main">
            <a:off x="5143500" y="3619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1" name="u567">
            <a:extLst xmlns:a="http://schemas.openxmlformats.org/drawingml/2006/main">
              <a:ext uri="{FF2B5EF4-FFF2-40B4-BE49-F238E27FC236}">
                <a16:creationId xmlns:a16="http://schemas.microsoft.com/office/drawing/2014/main" id="{AA02CB20-7E09-4ECF-A807-801AD5690EF1}"/>
              </a:ext>
            </a:extLst>
          </p:cNvPr>
          <p:cNvSpPr>
            <a:spLocks xmlns:a="http://schemas.openxmlformats.org/drawingml/2006/main" noGrp="1"/>
          </p:cNvSpPr>
          <p:nvPr/>
        </p:nvSpPr>
        <p:spPr>
          <a:xfrm xmlns:a="http://schemas.openxmlformats.org/drawingml/2006/main">
            <a:off x="5143500" y="40005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9" name=""/>
          <p:cNvCxnSpPr>
            <a:stCxn xmlns:a="http://schemas.openxmlformats.org/drawingml/2006/main" id="10" idx="4"/>
            <a:endCxn xmlns:a="http://schemas.openxmlformats.org/drawingml/2006/main" id="11" idx="0"/>
          </p:cNvCxnSpPr>
          <p:nvPr/>
        </p:nvCxnSpPr>
        <p:spPr>
          <a:xfrm xmlns:a="http://schemas.openxmlformats.org/drawingml/2006/main">
            <a:off x="5143977" y="3620453"/>
            <a:ext cx="0" cy="380047"/>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13" name="u568">
            <a:extLst xmlns:a="http://schemas.openxmlformats.org/drawingml/2006/main">
              <a:ext uri="{FF2B5EF4-FFF2-40B4-BE49-F238E27FC236}">
                <a16:creationId xmlns:a16="http://schemas.microsoft.com/office/drawing/2014/main" id="{8B0970C8-4663-46B8-94A2-A03E80C2AE1A}"/>
              </a:ext>
            </a:extLst>
          </p:cNvPr>
          <p:cNvSpPr>
            <a:spLocks xmlns:a="http://schemas.openxmlformats.org/drawingml/2006/main" noGrp="1"/>
          </p:cNvSpPr>
          <p:nvPr/>
        </p:nvSpPr>
        <p:spPr>
          <a:xfrm xmlns:a="http://schemas.openxmlformats.org/drawingml/2006/main">
            <a:off x="1905000" y="4029075"/>
            <a:ext cx="64770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9050">
            <a:solidFill>
              <a:srgbClr val="785CA2"/>
            </a:solidFill>
            <a:prstDash val="solid"/>
          </a:ln>
        </p:spPr>
      </p:sp>
      <p:sp>
        <p:nvSpPr>
          <p:cNvPr id="14" name="u569">
            <a:extLst xmlns:a="http://schemas.openxmlformats.org/drawingml/2006/main">
              <a:ext uri="{FF2B5EF4-FFF2-40B4-BE49-F238E27FC236}">
                <a16:creationId xmlns:a16="http://schemas.microsoft.com/office/drawing/2014/main" id="{8D04537D-E62A-4949-95CB-05296DB73FC8}"/>
              </a:ext>
            </a:extLst>
          </p:cNvPr>
          <p:cNvSpPr>
            <a:spLocks xmlns:a="http://schemas.openxmlformats.org/drawingml/2006/main" noGrp="1"/>
          </p:cNvSpPr>
          <p:nvPr/>
        </p:nvSpPr>
        <p:spPr>
          <a:xfrm xmlns:a="http://schemas.openxmlformats.org/drawingml/2006/main">
            <a:off x="2076450" y="4105275"/>
            <a:ext cx="6134100" cy="7239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Acquire recorder lock</a:t>
            </a:r>
          </a:p>
        </p:txBody>
      </p:sp>
      <p:sp>
        <p:nvSpPr>
          <p:cNvPr id="15" name="u570">
            <a:extLst xmlns:a="http://schemas.openxmlformats.org/drawingml/2006/main">
              <a:ext uri="{FF2B5EF4-FFF2-40B4-BE49-F238E27FC236}">
                <a16:creationId xmlns:a16="http://schemas.microsoft.com/office/drawing/2014/main" id="{2F6D8C4F-3367-472E-B3A6-4A97992C4DB7}"/>
              </a:ext>
            </a:extLst>
          </p:cNvPr>
          <p:cNvSpPr>
            <a:spLocks xmlns:a="http://schemas.openxmlformats.org/drawingml/2006/main" noGrp="1"/>
          </p:cNvSpPr>
          <p:nvPr/>
        </p:nvSpPr>
        <p:spPr>
          <a:xfrm xmlns:a="http://schemas.openxmlformats.org/drawingml/2006/main">
            <a:off x="5143500" y="49053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6" name="u571">
            <a:extLst xmlns:a="http://schemas.openxmlformats.org/drawingml/2006/main">
              <a:ext uri="{FF2B5EF4-FFF2-40B4-BE49-F238E27FC236}">
                <a16:creationId xmlns:a16="http://schemas.microsoft.com/office/drawing/2014/main" id="{3DDFF4C4-2B45-4AA7-BC2E-75AE99B0AC37}"/>
              </a:ext>
            </a:extLst>
          </p:cNvPr>
          <p:cNvSpPr>
            <a:spLocks xmlns:a="http://schemas.openxmlformats.org/drawingml/2006/main" noGrp="1"/>
          </p:cNvSpPr>
          <p:nvPr/>
        </p:nvSpPr>
        <p:spPr>
          <a:xfrm xmlns:a="http://schemas.openxmlformats.org/drawingml/2006/main">
            <a:off x="5143500" y="54864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4" name=""/>
          <p:cNvCxnSpPr>
            <a:stCxn xmlns:a="http://schemas.openxmlformats.org/drawingml/2006/main" id="15" idx="4"/>
            <a:endCxn xmlns:a="http://schemas.openxmlformats.org/drawingml/2006/main" id="16" idx="0"/>
          </p:cNvCxnSpPr>
          <p:nvPr/>
        </p:nvCxnSpPr>
        <p:spPr>
          <a:xfrm xmlns:a="http://schemas.openxmlformats.org/drawingml/2006/main">
            <a:off x="5143977" y="4906328"/>
            <a:ext cx="0" cy="580072"/>
          </a:xfrm>
          <a:prstGeom xmlns:a="http://schemas.openxmlformats.org/drawingml/2006/main" prst="straightConnector1">
            <a:avLst/>
          </a:prstGeom>
          <a:ln xmlns:a="http://schemas.openxmlformats.org/drawingml/2006/main" w="19050">
            <a:solidFill>
              <a:srgbClr val="785CA2"/>
            </a:solidFill>
            <a:prstDash val="solid"/>
            <a:tailEnd type="arrow" w="med" len="med"/>
          </a:ln>
        </p:spPr>
      </p:cxnSp>
      <p:sp>
        <p:nvSpPr>
          <p:cNvPr id="18" name="u572">
            <a:extLst xmlns:a="http://schemas.openxmlformats.org/drawingml/2006/main">
              <a:ext uri="{FF2B5EF4-FFF2-40B4-BE49-F238E27FC236}">
                <a16:creationId xmlns:a16="http://schemas.microsoft.com/office/drawing/2014/main" id="{E80CF1AB-1D41-474A-BD01-923175DE697C}"/>
              </a:ext>
            </a:extLst>
          </p:cNvPr>
          <p:cNvSpPr>
            <a:spLocks xmlns:a="http://schemas.openxmlformats.org/drawingml/2006/main" noGrp="1"/>
          </p:cNvSpPr>
          <p:nvPr/>
        </p:nvSpPr>
        <p:spPr>
          <a:xfrm xmlns:a="http://schemas.openxmlformats.org/drawingml/2006/main">
            <a:off x="5314950" y="5000625"/>
            <a:ext cx="409575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85CA2"/>
                </a:solidFill>
                <a:latin typeface="DejaVu Sans"/>
                <a:ea typeface="DejaVu Sans"/>
                <a:cs typeface="DejaVu Sans"/>
              </a:defRPr>
            </a:pPr>
            <a:r>
              <a:rPr sz="1800" b="0">
                <a:solidFill>
                  <a:srgbClr val="785CA2"/>
                </a:solidFill>
                <a:latin typeface="DejaVu Sans"/>
                <a:ea typeface="DejaVu Sans"/>
                <a:cs typeface="DejaVu Sans"/>
              </a:rPr>
              <a:t>same event</a:t>
            </a:r>
          </a:p>
        </p:txBody>
      </p:sp>
      <p:sp>
        <p:nvSpPr>
          <p:cNvPr id="19" name="u573">
            <a:extLst xmlns:a="http://schemas.openxmlformats.org/drawingml/2006/main">
              <a:ext uri="{FF2B5EF4-FFF2-40B4-BE49-F238E27FC236}">
                <a16:creationId xmlns:a16="http://schemas.microsoft.com/office/drawing/2014/main" id="{53FD38D7-B1BE-426A-9AEA-2F964C007308}"/>
              </a:ext>
            </a:extLst>
          </p:cNvPr>
          <p:cNvSpPr>
            <a:spLocks xmlns:a="http://schemas.openxmlformats.org/drawingml/2006/main" noGrp="1"/>
          </p:cNvSpPr>
          <p:nvPr/>
        </p:nvSpPr>
        <p:spPr>
          <a:xfrm xmlns:a="http://schemas.openxmlformats.org/drawingml/2006/main">
            <a:off x="1905000" y="5705475"/>
            <a:ext cx="6477000"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9050">
            <a:solidFill>
              <a:srgbClr val="785CA2"/>
            </a:solidFill>
            <a:prstDash val="solid"/>
          </a:ln>
        </p:spPr>
      </p:sp>
      <p:sp>
        <p:nvSpPr>
          <p:cNvPr id="20" name="u574">
            <a:extLst xmlns:a="http://schemas.openxmlformats.org/drawingml/2006/main">
              <a:ext uri="{FF2B5EF4-FFF2-40B4-BE49-F238E27FC236}">
                <a16:creationId xmlns:a16="http://schemas.microsoft.com/office/drawing/2014/main" id="{F6058D21-D4ED-4434-AF09-E895403A5092}"/>
              </a:ext>
            </a:extLst>
          </p:cNvPr>
          <p:cNvSpPr>
            <a:spLocks xmlns:a="http://schemas.openxmlformats.org/drawingml/2006/main" noGrp="1"/>
          </p:cNvSpPr>
          <p:nvPr/>
        </p:nvSpPr>
        <p:spPr>
          <a:xfrm xmlns:a="http://schemas.openxmlformats.org/drawingml/2006/main">
            <a:off x="2076450" y="5781675"/>
            <a:ext cx="6134100" cy="847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SessionLog.append(...)</a:t>
            </a:r>
          </a:p>
        </p:txBody>
      </p:sp>
      <p:sp>
        <p:nvSpPr>
          <p:cNvPr id="21" name="u575">
            <a:extLst xmlns:a="http://schemas.openxmlformats.org/drawingml/2006/main">
              <a:ext uri="{FF2B5EF4-FFF2-40B4-BE49-F238E27FC236}">
                <a16:creationId xmlns:a16="http://schemas.microsoft.com/office/drawing/2014/main" id="{C9F35D17-4EC0-43C0-BA1C-D69A1F368FCC}"/>
              </a:ext>
            </a:extLst>
          </p:cNvPr>
          <p:cNvSpPr>
            <a:spLocks xmlns:a="http://schemas.openxmlformats.org/drawingml/2006/main" noGrp="1"/>
          </p:cNvSpPr>
          <p:nvPr/>
        </p:nvSpPr>
        <p:spPr>
          <a:xfrm xmlns:a="http://schemas.openxmlformats.org/drawingml/2006/main">
            <a:off x="5143500" y="67056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2" name="u576">
            <a:extLst xmlns:a="http://schemas.openxmlformats.org/drawingml/2006/main">
              <a:ext uri="{FF2B5EF4-FFF2-40B4-BE49-F238E27FC236}">
                <a16:creationId xmlns:a16="http://schemas.microsoft.com/office/drawing/2014/main" id="{0210FBEC-1E19-4C30-B4A4-261C6A8DD625}"/>
              </a:ext>
            </a:extLst>
          </p:cNvPr>
          <p:cNvSpPr>
            <a:spLocks xmlns:a="http://schemas.openxmlformats.org/drawingml/2006/main" noGrp="1"/>
          </p:cNvSpPr>
          <p:nvPr/>
        </p:nvSpPr>
        <p:spPr>
          <a:xfrm xmlns:a="http://schemas.openxmlformats.org/drawingml/2006/main">
            <a:off x="5143500" y="72580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0" name=""/>
          <p:cNvCxnSpPr>
            <a:stCxn xmlns:a="http://schemas.openxmlformats.org/drawingml/2006/main" id="21" idx="4"/>
            <a:endCxn xmlns:a="http://schemas.openxmlformats.org/drawingml/2006/main" id="22" idx="0"/>
          </p:cNvCxnSpPr>
          <p:nvPr/>
        </p:nvCxnSpPr>
        <p:spPr>
          <a:xfrm xmlns:a="http://schemas.openxmlformats.org/drawingml/2006/main">
            <a:off x="5143977" y="6706553"/>
            <a:ext cx="0" cy="551497"/>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24" name="u577">
            <a:extLst xmlns:a="http://schemas.openxmlformats.org/drawingml/2006/main">
              <a:ext uri="{FF2B5EF4-FFF2-40B4-BE49-F238E27FC236}">
                <a16:creationId xmlns:a16="http://schemas.microsoft.com/office/drawing/2014/main" id="{13C750D5-53D8-4D2E-B2DE-9EAB3028DBCB}"/>
              </a:ext>
            </a:extLst>
          </p:cNvPr>
          <p:cNvSpPr>
            <a:spLocks xmlns:a="http://schemas.openxmlformats.org/drawingml/2006/main" noGrp="1"/>
          </p:cNvSpPr>
          <p:nvPr/>
        </p:nvSpPr>
        <p:spPr>
          <a:xfrm xmlns:a="http://schemas.openxmlformats.org/drawingml/2006/main">
            <a:off x="1905000" y="7467600"/>
            <a:ext cx="6477000"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9050">
            <a:solidFill>
              <a:srgbClr val="785CA2"/>
            </a:solidFill>
            <a:prstDash val="solid"/>
          </a:ln>
        </p:spPr>
      </p:sp>
      <p:sp>
        <p:nvSpPr>
          <p:cNvPr id="25" name="u578">
            <a:extLst xmlns:a="http://schemas.openxmlformats.org/drawingml/2006/main">
              <a:ext uri="{FF2B5EF4-FFF2-40B4-BE49-F238E27FC236}">
                <a16:creationId xmlns:a16="http://schemas.microsoft.com/office/drawing/2014/main" id="{71BE58D2-5CEA-499E-ADF8-9E72C3A1ECE9}"/>
              </a:ext>
            </a:extLst>
          </p:cNvPr>
          <p:cNvSpPr>
            <a:spLocks xmlns:a="http://schemas.openxmlformats.org/drawingml/2006/main" noGrp="1"/>
          </p:cNvSpPr>
          <p:nvPr/>
        </p:nvSpPr>
        <p:spPr>
          <a:xfrm xmlns:a="http://schemas.openxmlformats.org/drawingml/2006/main">
            <a:off x="2076450" y="7543800"/>
            <a:ext cx="6134100" cy="847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SessionReportBuilder.consume(event)</a:t>
            </a:r>
          </a:p>
        </p:txBody>
      </p:sp>
      <p:sp>
        <p:nvSpPr>
          <p:cNvPr id="26" name="u579">
            <a:extLst xmlns:a="http://schemas.openxmlformats.org/drawingml/2006/main">
              <a:ext uri="{FF2B5EF4-FFF2-40B4-BE49-F238E27FC236}">
                <a16:creationId xmlns:a16="http://schemas.microsoft.com/office/drawing/2014/main" id="{3B66F9AB-0235-4769-9084-1BBA0624A63F}"/>
              </a:ext>
            </a:extLst>
          </p:cNvPr>
          <p:cNvSpPr>
            <a:spLocks xmlns:a="http://schemas.openxmlformats.org/drawingml/2006/main" noGrp="1"/>
          </p:cNvSpPr>
          <p:nvPr/>
        </p:nvSpPr>
        <p:spPr>
          <a:xfrm xmlns:a="http://schemas.openxmlformats.org/drawingml/2006/main">
            <a:off x="5143500" y="84677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7" name="u580">
            <a:extLst xmlns:a="http://schemas.openxmlformats.org/drawingml/2006/main">
              <a:ext uri="{FF2B5EF4-FFF2-40B4-BE49-F238E27FC236}">
                <a16:creationId xmlns:a16="http://schemas.microsoft.com/office/drawing/2014/main" id="{93044008-3F8F-44AB-82F9-3CACD597E383}"/>
              </a:ext>
            </a:extLst>
          </p:cNvPr>
          <p:cNvSpPr>
            <a:spLocks xmlns:a="http://schemas.openxmlformats.org/drawingml/2006/main" noGrp="1"/>
          </p:cNvSpPr>
          <p:nvPr/>
        </p:nvSpPr>
        <p:spPr>
          <a:xfrm xmlns:a="http://schemas.openxmlformats.org/drawingml/2006/main">
            <a:off x="5143500" y="90297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5" name=""/>
          <p:cNvCxnSpPr>
            <a:stCxn xmlns:a="http://schemas.openxmlformats.org/drawingml/2006/main" id="26" idx="4"/>
            <a:endCxn xmlns:a="http://schemas.openxmlformats.org/drawingml/2006/main" id="27" idx="0"/>
          </p:cNvCxnSpPr>
          <p:nvPr/>
        </p:nvCxnSpPr>
        <p:spPr>
          <a:xfrm xmlns:a="http://schemas.openxmlformats.org/drawingml/2006/main">
            <a:off x="5143977" y="8468678"/>
            <a:ext cx="0" cy="56102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29" name="u581">
            <a:extLst xmlns:a="http://schemas.openxmlformats.org/drawingml/2006/main">
              <a:ext uri="{FF2B5EF4-FFF2-40B4-BE49-F238E27FC236}">
                <a16:creationId xmlns:a16="http://schemas.microsoft.com/office/drawing/2014/main" id="{8D712CF7-2CFE-4C7E-89B1-9EEE89BE5339}"/>
              </a:ext>
            </a:extLst>
          </p:cNvPr>
          <p:cNvSpPr>
            <a:spLocks xmlns:a="http://schemas.openxmlformats.org/drawingml/2006/main" noGrp="1"/>
          </p:cNvSpPr>
          <p:nvPr/>
        </p:nvSpPr>
        <p:spPr>
          <a:xfrm xmlns:a="http://schemas.openxmlformats.org/drawingml/2006/main">
            <a:off x="1905000" y="9229725"/>
            <a:ext cx="6477000" cy="847725"/>
          </a:xfrm>
          <a:prstGeom xmlns:a="http://schemas.openxmlformats.org/drawingml/2006/main" prst="roundRect">
            <a:avLst>
              <a:gd name="adj" fmla="val 8989"/>
            </a:avLst>
          </a:prstGeom>
          <a:solidFill xmlns:a="http://schemas.openxmlformats.org/drawingml/2006/main">
            <a:srgbClr val="FFFFFF"/>
          </a:solidFill>
          <a:ln xmlns:a="http://schemas.openxmlformats.org/drawingml/2006/main" w="19050">
            <a:solidFill>
              <a:srgbClr val="785CA2"/>
            </a:solidFill>
            <a:prstDash val="solid"/>
          </a:ln>
        </p:spPr>
      </p:sp>
      <p:sp>
        <p:nvSpPr>
          <p:cNvPr id="30" name="u582">
            <a:extLst xmlns:a="http://schemas.openxmlformats.org/drawingml/2006/main">
              <a:ext uri="{FF2B5EF4-FFF2-40B4-BE49-F238E27FC236}">
                <a16:creationId xmlns:a16="http://schemas.microsoft.com/office/drawing/2014/main" id="{3E12F503-2CC7-4E2F-8017-39C95E45A262}"/>
              </a:ext>
            </a:extLst>
          </p:cNvPr>
          <p:cNvSpPr>
            <a:spLocks xmlns:a="http://schemas.openxmlformats.org/drawingml/2006/main" noGrp="1"/>
          </p:cNvSpPr>
          <p:nvPr/>
        </p:nvSpPr>
        <p:spPr>
          <a:xfrm xmlns:a="http://schemas.openxmlformats.org/drawingml/2006/main">
            <a:off x="2076450" y="9305925"/>
            <a:ext cx="6134100" cy="6953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Release lock</a:t>
            </a:r>
          </a:p>
        </p:txBody>
      </p:sp>
      <p:sp>
        <p:nvSpPr>
          <p:cNvPr id="31" name="u583">
            <a:extLst xmlns:a="http://schemas.openxmlformats.org/drawingml/2006/main">
              <a:ext uri="{FF2B5EF4-FFF2-40B4-BE49-F238E27FC236}">
                <a16:creationId xmlns:a16="http://schemas.microsoft.com/office/drawing/2014/main" id="{9FCEC1ED-66A7-4644-8B19-822082A67B11}"/>
              </a:ext>
            </a:extLst>
          </p:cNvPr>
          <p:cNvSpPr>
            <a:spLocks xmlns:a="http://schemas.openxmlformats.org/drawingml/2006/main" noGrp="1"/>
          </p:cNvSpPr>
          <p:nvPr/>
        </p:nvSpPr>
        <p:spPr>
          <a:xfrm xmlns:a="http://schemas.openxmlformats.org/drawingml/2006/main">
            <a:off x="5143500" y="100774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2" name="u584">
            <a:extLst xmlns:a="http://schemas.openxmlformats.org/drawingml/2006/main">
              <a:ext uri="{FF2B5EF4-FFF2-40B4-BE49-F238E27FC236}">
                <a16:creationId xmlns:a16="http://schemas.microsoft.com/office/drawing/2014/main" id="{8F3A4221-637B-45AF-8948-26A86C7491D2}"/>
              </a:ext>
            </a:extLst>
          </p:cNvPr>
          <p:cNvSpPr>
            <a:spLocks xmlns:a="http://schemas.openxmlformats.org/drawingml/2006/main" noGrp="1"/>
          </p:cNvSpPr>
          <p:nvPr/>
        </p:nvSpPr>
        <p:spPr>
          <a:xfrm xmlns:a="http://schemas.openxmlformats.org/drawingml/2006/main">
            <a:off x="5143500" y="106203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0" name=""/>
          <p:cNvCxnSpPr>
            <a:stCxn xmlns:a="http://schemas.openxmlformats.org/drawingml/2006/main" id="31" idx="4"/>
            <a:endCxn xmlns:a="http://schemas.openxmlformats.org/drawingml/2006/main" id="32" idx="0"/>
          </p:cNvCxnSpPr>
          <p:nvPr/>
        </p:nvCxnSpPr>
        <p:spPr>
          <a:xfrm xmlns:a="http://schemas.openxmlformats.org/drawingml/2006/main">
            <a:off x="5143977" y="10078403"/>
            <a:ext cx="0" cy="54197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34" name="u585">
            <a:extLst xmlns:a="http://schemas.openxmlformats.org/drawingml/2006/main">
              <a:ext uri="{FF2B5EF4-FFF2-40B4-BE49-F238E27FC236}">
                <a16:creationId xmlns:a16="http://schemas.microsoft.com/office/drawing/2014/main" id="{1E04407D-C6EA-44FB-A93D-0E2ADB94AA8A}"/>
              </a:ext>
            </a:extLst>
          </p:cNvPr>
          <p:cNvSpPr>
            <a:spLocks xmlns:a="http://schemas.openxmlformats.org/drawingml/2006/main" noGrp="1"/>
          </p:cNvSpPr>
          <p:nvPr/>
        </p:nvSpPr>
        <p:spPr>
          <a:xfrm xmlns:a="http://schemas.openxmlformats.org/drawingml/2006/main">
            <a:off x="4991100" y="10668000"/>
            <a:ext cx="304800" cy="304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72A3A"/>
            </a:solidFill>
            <a:prstDash val="solid"/>
          </a:ln>
        </p:spPr>
      </p:sp>
      <p:sp>
        <p:nvSpPr>
          <p:cNvPr id="35" name="u586">
            <a:extLst xmlns:a="http://schemas.openxmlformats.org/drawingml/2006/main">
              <a:ext uri="{FF2B5EF4-FFF2-40B4-BE49-F238E27FC236}">
                <a16:creationId xmlns:a16="http://schemas.microsoft.com/office/drawing/2014/main" id="{8F19772C-803A-4740-A7E5-095AF349655C}"/>
              </a:ext>
            </a:extLst>
          </p:cNvPr>
          <p:cNvSpPr>
            <a:spLocks xmlns:a="http://schemas.openxmlformats.org/drawingml/2006/main" noGrp="1"/>
          </p:cNvSpPr>
          <p:nvPr/>
        </p:nvSpPr>
        <p:spPr>
          <a:xfrm xmlns:a="http://schemas.openxmlformats.org/drawingml/2006/main">
            <a:off x="5048250" y="10725150"/>
            <a:ext cx="190500" cy="190500"/>
          </a:xfrm>
          <a:prstGeom xmlns:a="http://schemas.openxmlformats.org/drawingml/2006/main" prst="ellipse">
            <a:avLst/>
          </a:prstGeom>
          <a:solidFill xmlns:a="http://schemas.openxmlformats.org/drawingml/2006/main">
            <a:srgbClr val="172A3A"/>
          </a:solidFill>
          <a:ln xmlns:a="http://schemas.openxmlformats.org/drawingml/2006/main" w="9525">
            <a:noFill/>
            <a:prstDash val="solid"/>
          </a:ln>
        </p:spPr>
      </p:sp>
      <p:sp>
        <p:nvSpPr>
          <p:cNvPr id="36" name="u587">
            <a:extLst xmlns:a="http://schemas.openxmlformats.org/drawingml/2006/main">
              <a:ext uri="{FF2B5EF4-FFF2-40B4-BE49-F238E27FC236}">
                <a16:creationId xmlns:a16="http://schemas.microsoft.com/office/drawing/2014/main" id="{D555B6AB-B005-405C-837E-B1FB5AA6E339}"/>
              </a:ext>
            </a:extLst>
          </p:cNvPr>
          <p:cNvSpPr>
            <a:spLocks xmlns:a="http://schemas.openxmlformats.org/drawingml/2006/main" noGrp="1"/>
          </p:cNvSpPr>
          <p:nvPr/>
        </p:nvSpPr>
        <p:spPr>
          <a:xfrm xmlns:a="http://schemas.openxmlformats.org/drawingml/2006/main">
            <a:off x="609600" y="11953875"/>
            <a:ext cx="90487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hlinkClick xmlns:r="http://schemas.openxmlformats.org/officeDocument/2006/relationships" r:id="R056d20c2a41f49a6"/>
              </a:rPr>
              <a:t>PipelineRecorder.swift  ·  append(...)</a:t>
            </a:r>
          </a:p>
        </p:txBody>
      </p:sp>
      <p:sp>
        <p:nvSpPr>
          <p:cNvPr id="37" name="u588">
            <a:extLst xmlns:a="http://schemas.openxmlformats.org/drawingml/2006/main">
              <a:ext uri="{FF2B5EF4-FFF2-40B4-BE49-F238E27FC236}">
                <a16:creationId xmlns:a16="http://schemas.microsoft.com/office/drawing/2014/main" id="{921A42D2-A346-4CA9-9CB9-099053581C39}"/>
              </a:ext>
            </a:extLst>
          </p:cNvPr>
          <p:cNvSpPr>
            <a:spLocks xmlns:a="http://schemas.openxmlformats.org/drawingml/2006/main" noGrp="1"/>
          </p:cNvSpPr>
          <p:nvPr/>
        </p:nvSpPr>
        <p:spPr>
          <a:xfrm xmlns:a="http://schemas.openxmlformats.org/drawingml/2006/main">
            <a:off x="609600" y="12353925"/>
            <a:ext cx="90487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ios/AIShop/AIShopVision/Sources/AIShopVision/CandidateAnalysisPipeline</a:t>
            </a:r>
          </a:p>
        </p:txBody>
      </p:sp>
    </p:spTree>
    <p:extLst>
      <p:ext uri="{BB962C8B-B14F-4D97-AF65-F5344CB8AC3E}">
        <p14:creationId xmlns:p14="http://schemas.microsoft.com/office/powerpoint/2010/main" val="2078788077"/>
      </p:ext>
    </p:extLst>
  </p:cSld>
</p:sld>
</file>

<file path=ppt/slides/slide2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7" name="u589">
            <a:extLst xmlns:a="http://schemas.openxmlformats.org/drawingml/2006/main">
              <a:ext uri="{FF2B5EF4-FFF2-40B4-BE49-F238E27FC236}">
                <a16:creationId xmlns:a16="http://schemas.microsoft.com/office/drawing/2014/main" id="{727807CE-9DE0-4F4D-A449-9B8A068B8DB5}"/>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CLASS DIAGRAM</a:t>
            </a:r>
          </a:p>
        </p:txBody>
      </p:sp>
      <p:sp>
        <p:nvSpPr>
          <p:cNvPr id="2" name="u590">
            <a:extLst xmlns:a="http://schemas.openxmlformats.org/drawingml/2006/main">
              <a:ext uri="{FF2B5EF4-FFF2-40B4-BE49-F238E27FC236}">
                <a16:creationId xmlns:a16="http://schemas.microsoft.com/office/drawing/2014/main" id="{C9D9E553-6E93-4510-86CA-2FF9AB66B642}"/>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The records carry meaning</a:t>
            </a:r>
          </a:p>
        </p:txBody>
      </p:sp>
      <p:sp>
        <p:nvSpPr>
          <p:cNvPr id="3" name="u591">
            <a:extLst xmlns:a="http://schemas.openxmlformats.org/drawingml/2006/main">
              <a:ext uri="{FF2B5EF4-FFF2-40B4-BE49-F238E27FC236}">
                <a16:creationId xmlns:a16="http://schemas.microsoft.com/office/drawing/2014/main" id="{9E4AA9E3-B6B9-45C4-A82D-106DB661FA8C}"/>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Identity, media time, and payload fields make a run inspectable.</a:t>
            </a:r>
          </a:p>
        </p:txBody>
      </p:sp>
      <p:sp>
        <p:nvSpPr>
          <p:cNvPr id="4" name="u592">
            <a:extLst xmlns:a="http://schemas.openxmlformats.org/drawingml/2006/main">
              <a:ext uri="{FF2B5EF4-FFF2-40B4-BE49-F238E27FC236}">
                <a16:creationId xmlns:a16="http://schemas.microsoft.com/office/drawing/2014/main" id="{6758DFB9-D190-44C6-B744-8776EEFDE1D4}"/>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593">
            <a:extLst xmlns:a="http://schemas.openxmlformats.org/drawingml/2006/main">
              <a:ext uri="{FF2B5EF4-FFF2-40B4-BE49-F238E27FC236}">
                <a16:creationId xmlns:a16="http://schemas.microsoft.com/office/drawing/2014/main" id="{B49673F8-5B57-448B-8FA0-A44C5E0F7A71}"/>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2"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594">
            <a:extLst xmlns:a="http://schemas.openxmlformats.org/drawingml/2006/main">
              <a:ext uri="{FF2B5EF4-FFF2-40B4-BE49-F238E27FC236}">
                <a16:creationId xmlns:a16="http://schemas.microsoft.com/office/drawing/2014/main" id="{423CB521-C70B-48D2-94E6-883B193E93C7}"/>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595">
            <a:extLst xmlns:a="http://schemas.openxmlformats.org/drawingml/2006/main">
              <a:ext uri="{FF2B5EF4-FFF2-40B4-BE49-F238E27FC236}">
                <a16:creationId xmlns:a16="http://schemas.microsoft.com/office/drawing/2014/main" id="{E5A17131-9C31-4862-B5E4-D26344A0604E}"/>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20</a:t>
            </a:r>
          </a:p>
        </p:txBody>
      </p:sp>
      <p:sp>
        <p:nvSpPr>
          <p:cNvPr id="9" name="u596">
            <a:extLst xmlns:a="http://schemas.openxmlformats.org/drawingml/2006/main">
              <a:ext uri="{FF2B5EF4-FFF2-40B4-BE49-F238E27FC236}">
                <a16:creationId xmlns:a16="http://schemas.microsoft.com/office/drawing/2014/main" id="{B74D705A-500B-4067-BD07-2C1A200C7AFB}"/>
              </a:ext>
            </a:extLst>
          </p:cNvPr>
          <p:cNvSpPr>
            <a:spLocks xmlns:a="http://schemas.openxmlformats.org/drawingml/2006/main" noGrp="1"/>
          </p:cNvSpPr>
          <p:nvPr/>
        </p:nvSpPr>
        <p:spPr>
          <a:xfrm xmlns:a="http://schemas.openxmlformats.org/drawingml/2006/main">
            <a:off x="876300" y="3333750"/>
            <a:ext cx="8543925" cy="2924175"/>
          </a:xfrm>
          <a:prstGeom xmlns:a="http://schemas.openxmlformats.org/drawingml/2006/main" prst="rect">
            <a:avLst/>
          </a:prstGeom>
          <a:solidFill xmlns:a="http://schemas.openxmlformats.org/drawingml/2006/main">
            <a:srgbClr val="FFFFFF"/>
          </a:solidFill>
          <a:ln xmlns:a="http://schemas.openxmlformats.org/drawingml/2006/main" w="19050">
            <a:solidFill>
              <a:srgbClr val="346EB3"/>
            </a:solidFill>
            <a:prstDash val="solid"/>
          </a:ln>
        </p:spPr>
      </p:sp>
      <p:sp>
        <p:nvSpPr>
          <p:cNvPr id="10" name="u597">
            <a:extLst xmlns:a="http://schemas.openxmlformats.org/drawingml/2006/main">
              <a:ext uri="{FF2B5EF4-FFF2-40B4-BE49-F238E27FC236}">
                <a16:creationId xmlns:a16="http://schemas.microsoft.com/office/drawing/2014/main" id="{DD4F9B51-048B-4E6A-9F07-9927B61EAD66}"/>
              </a:ext>
            </a:extLst>
          </p:cNvPr>
          <p:cNvSpPr>
            <a:spLocks xmlns:a="http://schemas.openxmlformats.org/drawingml/2006/main" noGrp="1"/>
          </p:cNvSpPr>
          <p:nvPr/>
        </p:nvSpPr>
        <p:spPr>
          <a:xfrm xmlns:a="http://schemas.openxmlformats.org/drawingml/2006/main">
            <a:off x="1047750" y="3409950"/>
            <a:ext cx="8201025" cy="27717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r>
              <a:t/>
            </a:r>
          </a:p>
        </p:txBody>
      </p:sp>
      <p:sp>
        <p:nvSpPr>
          <p:cNvPr id="11" name="u598">
            <a:extLst xmlns:a="http://schemas.openxmlformats.org/drawingml/2006/main">
              <a:ext uri="{FF2B5EF4-FFF2-40B4-BE49-F238E27FC236}">
                <a16:creationId xmlns:a16="http://schemas.microsoft.com/office/drawing/2014/main" id="{B05DEB9A-12AB-476E-A4AF-32E894AA02A8}"/>
              </a:ext>
            </a:extLst>
          </p:cNvPr>
          <p:cNvSpPr>
            <a:spLocks xmlns:a="http://schemas.openxmlformats.org/drawingml/2006/main" noGrp="1"/>
          </p:cNvSpPr>
          <p:nvPr/>
        </p:nvSpPr>
        <p:spPr>
          <a:xfrm xmlns:a="http://schemas.openxmlformats.org/drawingml/2006/main">
            <a:off x="1019175" y="3448050"/>
            <a:ext cx="8258175"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025" b="1">
                <a:solidFill>
                  <a:srgbClr val="346EB3"/>
                </a:solidFill>
                <a:latin typeface="DejaVu Sans"/>
                <a:ea typeface="DejaVu Sans"/>
                <a:cs typeface="DejaVu Sans"/>
              </a:defRPr>
            </a:pPr>
            <a:r>
              <a:rPr sz="2025" b="1">
                <a:solidFill>
                  <a:srgbClr val="346EB3"/>
                </a:solidFill>
                <a:latin typeface="DejaVu Sans"/>
                <a:ea typeface="DejaVu Sans"/>
                <a:cs typeface="DejaVu Sans"/>
              </a:rPr>
              <a:t>VideoFrame</a:t>
            </a:r>
          </a:p>
        </p:txBody>
      </p:sp>
      <p:sp>
        <p:nvSpPr>
          <p:cNvPr id="12" name="u599">
            <a:extLst xmlns:a="http://schemas.openxmlformats.org/drawingml/2006/main">
              <a:ext uri="{FF2B5EF4-FFF2-40B4-BE49-F238E27FC236}">
                <a16:creationId xmlns:a16="http://schemas.microsoft.com/office/drawing/2014/main" id="{C83EDCA4-799E-46EC-B5FC-C212C5DAA00D}"/>
              </a:ext>
            </a:extLst>
          </p:cNvPr>
          <p:cNvSpPr>
            <a:spLocks xmlns:a="http://schemas.openxmlformats.org/drawingml/2006/main" noGrp="1"/>
          </p:cNvSpPr>
          <p:nvPr/>
        </p:nvSpPr>
        <p:spPr>
          <a:xfrm xmlns:a="http://schemas.openxmlformats.org/drawingml/2006/main">
            <a:off x="876300" y="41529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3" name="u600">
            <a:extLst xmlns:a="http://schemas.openxmlformats.org/drawingml/2006/main">
              <a:ext uri="{FF2B5EF4-FFF2-40B4-BE49-F238E27FC236}">
                <a16:creationId xmlns:a16="http://schemas.microsoft.com/office/drawing/2014/main" id="{1DC88B1C-8707-417D-90F6-8641476E634A}"/>
              </a:ext>
            </a:extLst>
          </p:cNvPr>
          <p:cNvSpPr>
            <a:spLocks xmlns:a="http://schemas.openxmlformats.org/drawingml/2006/main" noGrp="1"/>
          </p:cNvSpPr>
          <p:nvPr/>
        </p:nvSpPr>
        <p:spPr>
          <a:xfrm xmlns:a="http://schemas.openxmlformats.org/drawingml/2006/main">
            <a:off x="9420225" y="41529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0" name=""/>
          <p:cNvCxnSpPr>
            <a:stCxn xmlns:a="http://schemas.openxmlformats.org/drawingml/2006/main" id="12" idx="6"/>
            <a:endCxn xmlns:a="http://schemas.openxmlformats.org/drawingml/2006/main" id="13" idx="2"/>
          </p:cNvCxnSpPr>
          <p:nvPr/>
        </p:nvCxnSpPr>
        <p:spPr>
          <a:xfrm xmlns:a="http://schemas.openxmlformats.org/drawingml/2006/main">
            <a:off x="877253" y="4153377"/>
            <a:ext cx="8542972" cy="0"/>
          </a:xfrm>
          <a:prstGeom xmlns:a="http://schemas.openxmlformats.org/drawingml/2006/main" prst="straightConnector1">
            <a:avLst/>
          </a:prstGeom>
          <a:ln xmlns:a="http://schemas.openxmlformats.org/drawingml/2006/main" w="19050">
            <a:solidFill>
              <a:srgbClr val="346EB3"/>
            </a:solidFill>
            <a:prstDash val="solid"/>
          </a:ln>
        </p:spPr>
      </p:cxnSp>
      <p:sp>
        <p:nvSpPr>
          <p:cNvPr id="15" name="u601">
            <a:extLst xmlns:a="http://schemas.openxmlformats.org/drawingml/2006/main">
              <a:ext uri="{FF2B5EF4-FFF2-40B4-BE49-F238E27FC236}">
                <a16:creationId xmlns:a16="http://schemas.microsoft.com/office/drawing/2014/main" id="{0C19842F-9FC3-49DF-9833-D408EFEA232C}"/>
              </a:ext>
            </a:extLst>
          </p:cNvPr>
          <p:cNvSpPr>
            <a:spLocks xmlns:a="http://schemas.openxmlformats.org/drawingml/2006/main" noGrp="1"/>
          </p:cNvSpPr>
          <p:nvPr/>
        </p:nvSpPr>
        <p:spPr>
          <a:xfrm xmlns:a="http://schemas.openxmlformats.org/drawingml/2006/main">
            <a:off x="1104900" y="4324350"/>
            <a:ext cx="8086725"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id : String</a:t>
            </a:r>
          </a:p>
        </p:txBody>
      </p:sp>
      <p:sp>
        <p:nvSpPr>
          <p:cNvPr id="16" name="u602">
            <a:extLst xmlns:a="http://schemas.openxmlformats.org/drawingml/2006/main">
              <a:ext uri="{FF2B5EF4-FFF2-40B4-BE49-F238E27FC236}">
                <a16:creationId xmlns:a16="http://schemas.microsoft.com/office/drawing/2014/main" id="{56E756E7-5FFC-4F97-AE01-EE3F70F2CF48}"/>
              </a:ext>
            </a:extLst>
          </p:cNvPr>
          <p:cNvSpPr>
            <a:spLocks xmlns:a="http://schemas.openxmlformats.org/drawingml/2006/main" noGrp="1"/>
          </p:cNvSpPr>
          <p:nvPr/>
        </p:nvSpPr>
        <p:spPr>
          <a:xfrm xmlns:a="http://schemas.openxmlformats.org/drawingml/2006/main">
            <a:off x="1104900" y="4772025"/>
            <a:ext cx="8086725"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timestamp : Double  {seconds}</a:t>
            </a:r>
          </a:p>
        </p:txBody>
      </p:sp>
      <p:sp>
        <p:nvSpPr>
          <p:cNvPr id="17" name="u603">
            <a:extLst xmlns:a="http://schemas.openxmlformats.org/drawingml/2006/main">
              <a:ext uri="{FF2B5EF4-FFF2-40B4-BE49-F238E27FC236}">
                <a16:creationId xmlns:a16="http://schemas.microsoft.com/office/drawing/2014/main" id="{9DEF21D1-FA8B-478E-9568-61424B7BE6E9}"/>
              </a:ext>
            </a:extLst>
          </p:cNvPr>
          <p:cNvSpPr>
            <a:spLocks xmlns:a="http://schemas.openxmlformats.org/drawingml/2006/main" noGrp="1"/>
          </p:cNvSpPr>
          <p:nvPr/>
        </p:nvSpPr>
        <p:spPr>
          <a:xfrm xmlns:a="http://schemas.openxmlformats.org/drawingml/2006/main">
            <a:off x="1104900" y="5219700"/>
            <a:ext cx="8086725"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sampleIndex : Int  {eligible slot}</a:t>
            </a:r>
          </a:p>
        </p:txBody>
      </p:sp>
      <p:sp>
        <p:nvSpPr>
          <p:cNvPr id="18" name="u604">
            <a:extLst xmlns:a="http://schemas.openxmlformats.org/drawingml/2006/main">
              <a:ext uri="{FF2B5EF4-FFF2-40B4-BE49-F238E27FC236}">
                <a16:creationId xmlns:a16="http://schemas.microsoft.com/office/drawing/2014/main" id="{4F8C65B4-8EB1-406A-819E-5A6A6EF1E9C3}"/>
              </a:ext>
            </a:extLst>
          </p:cNvPr>
          <p:cNvSpPr>
            <a:spLocks xmlns:a="http://schemas.openxmlformats.org/drawingml/2006/main" noGrp="1"/>
          </p:cNvSpPr>
          <p:nvPr/>
        </p:nvSpPr>
        <p:spPr>
          <a:xfrm xmlns:a="http://schemas.openxmlformats.org/drawingml/2006/main">
            <a:off x="1104900" y="5667375"/>
            <a:ext cx="8086725"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image : CGImage</a:t>
            </a:r>
          </a:p>
        </p:txBody>
      </p:sp>
      <p:sp>
        <p:nvSpPr>
          <p:cNvPr id="19" name="u605">
            <a:extLst xmlns:a="http://schemas.openxmlformats.org/drawingml/2006/main">
              <a:ext uri="{FF2B5EF4-FFF2-40B4-BE49-F238E27FC236}">
                <a16:creationId xmlns:a16="http://schemas.microsoft.com/office/drawing/2014/main" id="{ADCF99F9-0BB3-4520-A0B0-2E136288892E}"/>
              </a:ext>
            </a:extLst>
          </p:cNvPr>
          <p:cNvSpPr>
            <a:spLocks xmlns:a="http://schemas.openxmlformats.org/drawingml/2006/main" noGrp="1"/>
          </p:cNvSpPr>
          <p:nvPr/>
        </p:nvSpPr>
        <p:spPr>
          <a:xfrm xmlns:a="http://schemas.openxmlformats.org/drawingml/2006/main">
            <a:off x="876300" y="6734175"/>
            <a:ext cx="8543925" cy="2924175"/>
          </a:xfrm>
          <a:prstGeom xmlns:a="http://schemas.openxmlformats.org/drawingml/2006/main" prst="rect">
            <a:avLst/>
          </a:prstGeom>
          <a:solidFill xmlns:a="http://schemas.openxmlformats.org/drawingml/2006/main">
            <a:srgbClr val="FFFFFF"/>
          </a:solidFill>
          <a:ln xmlns:a="http://schemas.openxmlformats.org/drawingml/2006/main" w="19050">
            <a:solidFill>
              <a:srgbClr val="785CA2"/>
            </a:solidFill>
            <a:prstDash val="solid"/>
          </a:ln>
        </p:spPr>
      </p:sp>
      <p:sp>
        <p:nvSpPr>
          <p:cNvPr id="20" name="u606">
            <a:extLst xmlns:a="http://schemas.openxmlformats.org/drawingml/2006/main">
              <a:ext uri="{FF2B5EF4-FFF2-40B4-BE49-F238E27FC236}">
                <a16:creationId xmlns:a16="http://schemas.microsoft.com/office/drawing/2014/main" id="{E0A3F548-A439-4FE8-B3B4-FE9173F7DC6A}"/>
              </a:ext>
            </a:extLst>
          </p:cNvPr>
          <p:cNvSpPr>
            <a:spLocks xmlns:a="http://schemas.openxmlformats.org/drawingml/2006/main" noGrp="1"/>
          </p:cNvSpPr>
          <p:nvPr/>
        </p:nvSpPr>
        <p:spPr>
          <a:xfrm xmlns:a="http://schemas.openxmlformats.org/drawingml/2006/main">
            <a:off x="1047750" y="6810375"/>
            <a:ext cx="8201025" cy="27717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r>
              <a:t/>
            </a:r>
          </a:p>
        </p:txBody>
      </p:sp>
      <p:sp>
        <p:nvSpPr>
          <p:cNvPr id="21" name="u607">
            <a:extLst xmlns:a="http://schemas.openxmlformats.org/drawingml/2006/main">
              <a:ext uri="{FF2B5EF4-FFF2-40B4-BE49-F238E27FC236}">
                <a16:creationId xmlns:a16="http://schemas.microsoft.com/office/drawing/2014/main" id="{60D3AE31-75B8-40CF-8566-81A8C970F270}"/>
              </a:ext>
            </a:extLst>
          </p:cNvPr>
          <p:cNvSpPr>
            <a:spLocks xmlns:a="http://schemas.openxmlformats.org/drawingml/2006/main" noGrp="1"/>
          </p:cNvSpPr>
          <p:nvPr/>
        </p:nvSpPr>
        <p:spPr>
          <a:xfrm xmlns:a="http://schemas.openxmlformats.org/drawingml/2006/main">
            <a:off x="1019175" y="6848475"/>
            <a:ext cx="8258175"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025" b="1">
                <a:solidFill>
                  <a:srgbClr val="785CA2"/>
                </a:solidFill>
                <a:latin typeface="DejaVu Sans"/>
                <a:ea typeface="DejaVu Sans"/>
                <a:cs typeface="DejaVu Sans"/>
              </a:defRPr>
            </a:pPr>
            <a:r>
              <a:rPr sz="2025" b="1">
                <a:solidFill>
                  <a:srgbClr val="785CA2"/>
                </a:solidFill>
                <a:latin typeface="DejaVu Sans"/>
                <a:ea typeface="DejaVu Sans"/>
                <a:cs typeface="DejaVu Sans"/>
              </a:rPr>
              <a:t>SessionEvent</a:t>
            </a:r>
          </a:p>
        </p:txBody>
      </p:sp>
      <p:sp>
        <p:nvSpPr>
          <p:cNvPr id="22" name="u608">
            <a:extLst xmlns:a="http://schemas.openxmlformats.org/drawingml/2006/main">
              <a:ext uri="{FF2B5EF4-FFF2-40B4-BE49-F238E27FC236}">
                <a16:creationId xmlns:a16="http://schemas.microsoft.com/office/drawing/2014/main" id="{10D5153D-90DD-4C88-991B-516532D53D07}"/>
              </a:ext>
            </a:extLst>
          </p:cNvPr>
          <p:cNvSpPr>
            <a:spLocks xmlns:a="http://schemas.openxmlformats.org/drawingml/2006/main" noGrp="1"/>
          </p:cNvSpPr>
          <p:nvPr/>
        </p:nvSpPr>
        <p:spPr>
          <a:xfrm xmlns:a="http://schemas.openxmlformats.org/drawingml/2006/main">
            <a:off x="876300" y="75533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3" name="u609">
            <a:extLst xmlns:a="http://schemas.openxmlformats.org/drawingml/2006/main">
              <a:ext uri="{FF2B5EF4-FFF2-40B4-BE49-F238E27FC236}">
                <a16:creationId xmlns:a16="http://schemas.microsoft.com/office/drawing/2014/main" id="{C52C4DA0-9774-4EB1-83E2-EA2B49D8CFEE}"/>
              </a:ext>
            </a:extLst>
          </p:cNvPr>
          <p:cNvSpPr>
            <a:spLocks xmlns:a="http://schemas.openxmlformats.org/drawingml/2006/main" noGrp="1"/>
          </p:cNvSpPr>
          <p:nvPr/>
        </p:nvSpPr>
        <p:spPr>
          <a:xfrm xmlns:a="http://schemas.openxmlformats.org/drawingml/2006/main">
            <a:off x="9420225" y="75533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0" name=""/>
          <p:cNvCxnSpPr>
            <a:stCxn xmlns:a="http://schemas.openxmlformats.org/drawingml/2006/main" id="22" idx="6"/>
            <a:endCxn xmlns:a="http://schemas.openxmlformats.org/drawingml/2006/main" id="23" idx="2"/>
          </p:cNvCxnSpPr>
          <p:nvPr/>
        </p:nvCxnSpPr>
        <p:spPr>
          <a:xfrm xmlns:a="http://schemas.openxmlformats.org/drawingml/2006/main">
            <a:off x="877253" y="7553802"/>
            <a:ext cx="8542972" cy="0"/>
          </a:xfrm>
          <a:prstGeom xmlns:a="http://schemas.openxmlformats.org/drawingml/2006/main" prst="straightConnector1">
            <a:avLst/>
          </a:prstGeom>
          <a:ln xmlns:a="http://schemas.openxmlformats.org/drawingml/2006/main" w="19050">
            <a:solidFill>
              <a:srgbClr val="785CA2"/>
            </a:solidFill>
            <a:prstDash val="solid"/>
          </a:ln>
        </p:spPr>
      </p:cxnSp>
      <p:sp>
        <p:nvSpPr>
          <p:cNvPr id="25" name="u610">
            <a:extLst xmlns:a="http://schemas.openxmlformats.org/drawingml/2006/main">
              <a:ext uri="{FF2B5EF4-FFF2-40B4-BE49-F238E27FC236}">
                <a16:creationId xmlns:a16="http://schemas.microsoft.com/office/drawing/2014/main" id="{A65934BD-9194-412B-B43B-1A5486A8E2C4}"/>
              </a:ext>
            </a:extLst>
          </p:cNvPr>
          <p:cNvSpPr>
            <a:spLocks xmlns:a="http://schemas.openxmlformats.org/drawingml/2006/main" noGrp="1"/>
          </p:cNvSpPr>
          <p:nvPr/>
        </p:nvSpPr>
        <p:spPr>
          <a:xfrm xmlns:a="http://schemas.openxmlformats.org/drawingml/2006/main">
            <a:off x="1104900" y="7724775"/>
            <a:ext cx="8086725"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sessionID / sequence</a:t>
            </a:r>
          </a:p>
        </p:txBody>
      </p:sp>
      <p:sp>
        <p:nvSpPr>
          <p:cNvPr id="26" name="u611">
            <a:extLst xmlns:a="http://schemas.openxmlformats.org/drawingml/2006/main">
              <a:ext uri="{FF2B5EF4-FFF2-40B4-BE49-F238E27FC236}">
                <a16:creationId xmlns:a16="http://schemas.microsoft.com/office/drawing/2014/main" id="{15109906-53C0-4D14-812C-894F761F1BFD}"/>
              </a:ext>
            </a:extLst>
          </p:cNvPr>
          <p:cNvSpPr>
            <a:spLocks xmlns:a="http://schemas.openxmlformats.org/drawingml/2006/main" noGrp="1"/>
          </p:cNvSpPr>
          <p:nvPr/>
        </p:nvSpPr>
        <p:spPr>
          <a:xfrm xmlns:a="http://schemas.openxmlformats.org/drawingml/2006/main">
            <a:off x="1104900" y="8172450"/>
            <a:ext cx="8086725"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kind : SessionEventKind</a:t>
            </a:r>
          </a:p>
        </p:txBody>
      </p:sp>
      <p:sp>
        <p:nvSpPr>
          <p:cNvPr id="27" name="u612">
            <a:extLst xmlns:a="http://schemas.openxmlformats.org/drawingml/2006/main">
              <a:ext uri="{FF2B5EF4-FFF2-40B4-BE49-F238E27FC236}">
                <a16:creationId xmlns:a16="http://schemas.microsoft.com/office/drawing/2014/main" id="{772393D5-6241-4239-B580-BDB6D5C1D6C1}"/>
              </a:ext>
            </a:extLst>
          </p:cNvPr>
          <p:cNvSpPr>
            <a:spLocks xmlns:a="http://schemas.openxmlformats.org/drawingml/2006/main" noGrp="1"/>
          </p:cNvSpPr>
          <p:nvPr/>
        </p:nvSpPr>
        <p:spPr>
          <a:xfrm xmlns:a="http://schemas.openxmlformats.org/drawingml/2006/main">
            <a:off x="1104900" y="8620125"/>
            <a:ext cx="8086725"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frameID / timestamp  {optional}</a:t>
            </a:r>
          </a:p>
        </p:txBody>
      </p:sp>
      <p:sp>
        <p:nvSpPr>
          <p:cNvPr id="28" name="u613">
            <a:extLst xmlns:a="http://schemas.openxmlformats.org/drawingml/2006/main">
              <a:ext uri="{FF2B5EF4-FFF2-40B4-BE49-F238E27FC236}">
                <a16:creationId xmlns:a16="http://schemas.microsoft.com/office/drawing/2014/main" id="{2E263DC5-1E45-4E06-BFC0-29961136EAB1}"/>
              </a:ext>
            </a:extLst>
          </p:cNvPr>
          <p:cNvSpPr>
            <a:spLocks xmlns:a="http://schemas.openxmlformats.org/drawingml/2006/main" noGrp="1"/>
          </p:cNvSpPr>
          <p:nvPr/>
        </p:nvSpPr>
        <p:spPr>
          <a:xfrm xmlns:a="http://schemas.openxmlformats.org/drawingml/2006/main">
            <a:off x="1104900" y="9067800"/>
            <a:ext cx="8086725"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fields : [String : LogValue]</a:t>
            </a:r>
          </a:p>
        </p:txBody>
      </p:sp>
      <p:sp>
        <p:nvSpPr>
          <p:cNvPr id="29" name="u614">
            <a:extLst xmlns:a="http://schemas.openxmlformats.org/drawingml/2006/main">
              <a:ext uri="{FF2B5EF4-FFF2-40B4-BE49-F238E27FC236}">
                <a16:creationId xmlns:a16="http://schemas.microsoft.com/office/drawing/2014/main" id="{E812A648-2315-49B0-9A87-9CAFC2F4702E}"/>
              </a:ext>
            </a:extLst>
          </p:cNvPr>
          <p:cNvSpPr>
            <a:spLocks xmlns:a="http://schemas.openxmlformats.org/drawingml/2006/main" noGrp="1"/>
          </p:cNvSpPr>
          <p:nvPr/>
        </p:nvSpPr>
        <p:spPr>
          <a:xfrm xmlns:a="http://schemas.openxmlformats.org/drawingml/2006/main">
            <a:off x="876300" y="10125075"/>
            <a:ext cx="8543925" cy="2105025"/>
          </a:xfrm>
          <a:prstGeom xmlns:a="http://schemas.openxmlformats.org/drawingml/2006/main" prst="rect">
            <a:avLst/>
          </a:prstGeom>
          <a:solidFill xmlns:a="http://schemas.openxmlformats.org/drawingml/2006/main">
            <a:srgbClr val="FFFFFF"/>
          </a:solidFill>
          <a:ln xmlns:a="http://schemas.openxmlformats.org/drawingml/2006/main" w="19050">
            <a:solidFill>
              <a:srgbClr val="785CA2"/>
            </a:solidFill>
            <a:prstDash val="solid"/>
          </a:ln>
        </p:spPr>
      </p:sp>
      <p:sp>
        <p:nvSpPr>
          <p:cNvPr id="30" name="u615">
            <a:extLst xmlns:a="http://schemas.openxmlformats.org/drawingml/2006/main">
              <a:ext uri="{FF2B5EF4-FFF2-40B4-BE49-F238E27FC236}">
                <a16:creationId xmlns:a16="http://schemas.microsoft.com/office/drawing/2014/main" id="{76356EB9-2FCA-4D1C-91E5-06B5A09B2025}"/>
              </a:ext>
            </a:extLst>
          </p:cNvPr>
          <p:cNvSpPr>
            <a:spLocks xmlns:a="http://schemas.openxmlformats.org/drawingml/2006/main" noGrp="1"/>
          </p:cNvSpPr>
          <p:nvPr/>
        </p:nvSpPr>
        <p:spPr>
          <a:xfrm xmlns:a="http://schemas.openxmlformats.org/drawingml/2006/main">
            <a:off x="1047750" y="10201275"/>
            <a:ext cx="8201025" cy="1952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r>
              <a:t/>
            </a:r>
          </a:p>
        </p:txBody>
      </p:sp>
      <p:sp>
        <p:nvSpPr>
          <p:cNvPr id="31" name="u616">
            <a:extLst xmlns:a="http://schemas.openxmlformats.org/drawingml/2006/main">
              <a:ext uri="{FF2B5EF4-FFF2-40B4-BE49-F238E27FC236}">
                <a16:creationId xmlns:a16="http://schemas.microsoft.com/office/drawing/2014/main" id="{65CBE529-C89C-4BE5-AE21-0CBB3AE3E2EA}"/>
              </a:ext>
            </a:extLst>
          </p:cNvPr>
          <p:cNvSpPr>
            <a:spLocks xmlns:a="http://schemas.openxmlformats.org/drawingml/2006/main" noGrp="1"/>
          </p:cNvSpPr>
          <p:nvPr/>
        </p:nvSpPr>
        <p:spPr>
          <a:xfrm xmlns:a="http://schemas.openxmlformats.org/drawingml/2006/main">
            <a:off x="1019175" y="10239375"/>
            <a:ext cx="8258175"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025" b="1">
                <a:solidFill>
                  <a:srgbClr val="785CA2"/>
                </a:solidFill>
                <a:latin typeface="DejaVu Sans"/>
                <a:ea typeface="DejaVu Sans"/>
                <a:cs typeface="DejaVu Sans"/>
              </a:defRPr>
            </a:pPr>
            <a:r>
              <a:rPr sz="2025" b="1">
                <a:solidFill>
                  <a:srgbClr val="785CA2"/>
                </a:solidFill>
                <a:latin typeface="DejaVu Sans"/>
                <a:ea typeface="DejaVu Sans"/>
                <a:cs typeface="DejaVu Sans"/>
              </a:rPr>
              <a:t>SessionReport</a:t>
            </a:r>
          </a:p>
        </p:txBody>
      </p:sp>
      <p:sp>
        <p:nvSpPr>
          <p:cNvPr id="32" name="u617">
            <a:extLst xmlns:a="http://schemas.openxmlformats.org/drawingml/2006/main">
              <a:ext uri="{FF2B5EF4-FFF2-40B4-BE49-F238E27FC236}">
                <a16:creationId xmlns:a16="http://schemas.microsoft.com/office/drawing/2014/main" id="{937DF701-6124-4421-B7A5-9C0B875833F4}"/>
              </a:ext>
            </a:extLst>
          </p:cNvPr>
          <p:cNvSpPr>
            <a:spLocks xmlns:a="http://schemas.openxmlformats.org/drawingml/2006/main" noGrp="1"/>
          </p:cNvSpPr>
          <p:nvPr/>
        </p:nvSpPr>
        <p:spPr>
          <a:xfrm xmlns:a="http://schemas.openxmlformats.org/drawingml/2006/main">
            <a:off x="876300" y="109442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3" name="u618">
            <a:extLst xmlns:a="http://schemas.openxmlformats.org/drawingml/2006/main">
              <a:ext uri="{FF2B5EF4-FFF2-40B4-BE49-F238E27FC236}">
                <a16:creationId xmlns:a16="http://schemas.microsoft.com/office/drawing/2014/main" id="{403AF9B5-353D-48FD-8C05-605089C2C8E2}"/>
              </a:ext>
            </a:extLst>
          </p:cNvPr>
          <p:cNvSpPr>
            <a:spLocks xmlns:a="http://schemas.openxmlformats.org/drawingml/2006/main" noGrp="1"/>
          </p:cNvSpPr>
          <p:nvPr/>
        </p:nvSpPr>
        <p:spPr>
          <a:xfrm xmlns:a="http://schemas.openxmlformats.org/drawingml/2006/main">
            <a:off x="9420225" y="109442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0" name=""/>
          <p:cNvCxnSpPr>
            <a:stCxn xmlns:a="http://schemas.openxmlformats.org/drawingml/2006/main" id="32" idx="6"/>
            <a:endCxn xmlns:a="http://schemas.openxmlformats.org/drawingml/2006/main" id="33" idx="2"/>
          </p:cNvCxnSpPr>
          <p:nvPr/>
        </p:nvCxnSpPr>
        <p:spPr>
          <a:xfrm xmlns:a="http://schemas.openxmlformats.org/drawingml/2006/main">
            <a:off x="877253" y="10944702"/>
            <a:ext cx="8542972" cy="0"/>
          </a:xfrm>
          <a:prstGeom xmlns:a="http://schemas.openxmlformats.org/drawingml/2006/main" prst="straightConnector1">
            <a:avLst/>
          </a:prstGeom>
          <a:ln xmlns:a="http://schemas.openxmlformats.org/drawingml/2006/main" w="19050">
            <a:solidFill>
              <a:srgbClr val="785CA2"/>
            </a:solidFill>
            <a:prstDash val="solid"/>
          </a:ln>
        </p:spPr>
      </p:cxnSp>
      <p:sp>
        <p:nvSpPr>
          <p:cNvPr id="35" name="u619">
            <a:extLst xmlns:a="http://schemas.openxmlformats.org/drawingml/2006/main">
              <a:ext uri="{FF2B5EF4-FFF2-40B4-BE49-F238E27FC236}">
                <a16:creationId xmlns:a16="http://schemas.microsoft.com/office/drawing/2014/main" id="{16231904-D0E2-4260-B132-9D78D4F3AB02}"/>
              </a:ext>
            </a:extLst>
          </p:cNvPr>
          <p:cNvSpPr>
            <a:spLocks xmlns:a="http://schemas.openxmlformats.org/drawingml/2006/main" noGrp="1"/>
          </p:cNvSpPr>
          <p:nvPr/>
        </p:nvSpPr>
        <p:spPr>
          <a:xfrm xmlns:a="http://schemas.openxmlformats.org/drawingml/2006/main">
            <a:off x="1104900" y="11115675"/>
            <a:ext cx="8086725"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counts + episodes + termination</a:t>
            </a:r>
          </a:p>
        </p:txBody>
      </p:sp>
      <p:sp>
        <p:nvSpPr>
          <p:cNvPr id="36" name="u620">
            <a:extLst xmlns:a="http://schemas.openxmlformats.org/drawingml/2006/main">
              <a:ext uri="{FF2B5EF4-FFF2-40B4-BE49-F238E27FC236}">
                <a16:creationId xmlns:a16="http://schemas.microsoft.com/office/drawing/2014/main" id="{F4A4DA71-2627-4BFA-AED3-3A47BEC7D098}"/>
              </a:ext>
            </a:extLst>
          </p:cNvPr>
          <p:cNvSpPr>
            <a:spLocks xmlns:a="http://schemas.openxmlformats.org/drawingml/2006/main" noGrp="1"/>
          </p:cNvSpPr>
          <p:nvPr/>
        </p:nvSpPr>
        <p:spPr>
          <a:xfrm xmlns:a="http://schemas.openxmlformats.org/drawingml/2006/main">
            <a:off x="1104900" y="11563350"/>
            <a:ext cx="8086725"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mean / p95 scoring latency</a:t>
            </a:r>
          </a:p>
        </p:txBody>
      </p:sp>
    </p:spTree>
    <p:extLst>
      <p:ext uri="{BB962C8B-B14F-4D97-AF65-F5344CB8AC3E}">
        <p14:creationId xmlns:p14="http://schemas.microsoft.com/office/powerpoint/2010/main" val="1350926492"/>
      </p:ext>
    </p:extLst>
  </p:cSld>
</p:sld>
</file>

<file path=ppt/slides/slide2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9" name="u621">
            <a:extLst xmlns:a="http://schemas.openxmlformats.org/drawingml/2006/main">
              <a:ext uri="{FF2B5EF4-FFF2-40B4-BE49-F238E27FC236}">
                <a16:creationId xmlns:a16="http://schemas.microsoft.com/office/drawing/2014/main" id="{AFE42F64-A034-4F1D-ABC6-E17EC40DB363}"/>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ACTIVITY</a:t>
            </a:r>
          </a:p>
        </p:txBody>
      </p:sp>
      <p:sp>
        <p:nvSpPr>
          <p:cNvPr id="2" name="u622">
            <a:extLst xmlns:a="http://schemas.openxmlformats.org/drawingml/2006/main">
              <a:ext uri="{FF2B5EF4-FFF2-40B4-BE49-F238E27FC236}">
                <a16:creationId xmlns:a16="http://schemas.microsoft.com/office/drawing/2014/main" id="{98E4B533-2739-4BF0-941D-D7FFC545F457}"/>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Termination keeps its reason</a:t>
            </a:r>
          </a:p>
        </p:txBody>
      </p:sp>
      <p:sp>
        <p:nvSpPr>
          <p:cNvPr id="3" name="u623">
            <a:extLst xmlns:a="http://schemas.openxmlformats.org/drawingml/2006/main">
              <a:ext uri="{FF2B5EF4-FFF2-40B4-BE49-F238E27FC236}">
                <a16:creationId xmlns:a16="http://schemas.microsoft.com/office/drawing/2014/main" id="{0979CA87-89DD-4178-809D-550B119E95C7}"/>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An interrupted or failed run must not look like a valid empty result.</a:t>
            </a:r>
          </a:p>
        </p:txBody>
      </p:sp>
      <p:sp>
        <p:nvSpPr>
          <p:cNvPr id="4" name="u624">
            <a:extLst xmlns:a="http://schemas.openxmlformats.org/drawingml/2006/main">
              <a:ext uri="{FF2B5EF4-FFF2-40B4-BE49-F238E27FC236}">
                <a16:creationId xmlns:a16="http://schemas.microsoft.com/office/drawing/2014/main" id="{A575E68D-C500-43F6-8973-AE52F4B3B6F8}"/>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625">
            <a:extLst xmlns:a="http://schemas.openxmlformats.org/drawingml/2006/main">
              <a:ext uri="{FF2B5EF4-FFF2-40B4-BE49-F238E27FC236}">
                <a16:creationId xmlns:a16="http://schemas.microsoft.com/office/drawing/2014/main" id="{8AAB0051-CFA5-4689-9B45-20A808936772}"/>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4"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626">
            <a:extLst xmlns:a="http://schemas.openxmlformats.org/drawingml/2006/main">
              <a:ext uri="{FF2B5EF4-FFF2-40B4-BE49-F238E27FC236}">
                <a16:creationId xmlns:a16="http://schemas.microsoft.com/office/drawing/2014/main" id="{B965FBDD-24B9-47EF-90B3-E0502EC7B16C}"/>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627">
            <a:extLst xmlns:a="http://schemas.openxmlformats.org/drawingml/2006/main">
              <a:ext uri="{FF2B5EF4-FFF2-40B4-BE49-F238E27FC236}">
                <a16:creationId xmlns:a16="http://schemas.microsoft.com/office/drawing/2014/main" id="{A22A21EC-0EA9-4AE6-B101-8E024B829422}"/>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21</a:t>
            </a:r>
          </a:p>
        </p:txBody>
      </p:sp>
      <p:sp>
        <p:nvSpPr>
          <p:cNvPr id="9" name="u628">
            <a:extLst xmlns:a="http://schemas.openxmlformats.org/drawingml/2006/main">
              <a:ext uri="{FF2B5EF4-FFF2-40B4-BE49-F238E27FC236}">
                <a16:creationId xmlns:a16="http://schemas.microsoft.com/office/drawing/2014/main" id="{2EA49ADB-B07C-4F85-B561-6BEDF5524459}"/>
              </a:ext>
            </a:extLst>
          </p:cNvPr>
          <p:cNvSpPr>
            <a:spLocks xmlns:a="http://schemas.openxmlformats.org/drawingml/2006/main" noGrp="1"/>
          </p:cNvSpPr>
          <p:nvPr/>
        </p:nvSpPr>
        <p:spPr>
          <a:xfrm xmlns:a="http://schemas.openxmlformats.org/drawingml/2006/main">
            <a:off x="5029200" y="3219450"/>
            <a:ext cx="228600" cy="228600"/>
          </a:xfrm>
          <a:prstGeom xmlns:a="http://schemas.openxmlformats.org/drawingml/2006/main" prst="ellipse">
            <a:avLst/>
          </a:prstGeom>
          <a:solidFill xmlns:a="http://schemas.openxmlformats.org/drawingml/2006/main">
            <a:srgbClr val="172A3A"/>
          </a:solidFill>
          <a:ln xmlns:a="http://schemas.openxmlformats.org/drawingml/2006/main" w="9525">
            <a:noFill/>
            <a:prstDash val="solid"/>
          </a:ln>
        </p:spPr>
      </p:sp>
      <p:sp>
        <p:nvSpPr>
          <p:cNvPr id="10" name="u629">
            <a:extLst xmlns:a="http://schemas.openxmlformats.org/drawingml/2006/main">
              <a:ext uri="{FF2B5EF4-FFF2-40B4-BE49-F238E27FC236}">
                <a16:creationId xmlns:a16="http://schemas.microsoft.com/office/drawing/2014/main" id="{6F2DA114-DB43-4C37-B9AA-72FE0746608B}"/>
              </a:ext>
            </a:extLst>
          </p:cNvPr>
          <p:cNvSpPr>
            <a:spLocks xmlns:a="http://schemas.openxmlformats.org/drawingml/2006/main" noGrp="1"/>
          </p:cNvSpPr>
          <p:nvPr/>
        </p:nvSpPr>
        <p:spPr>
          <a:xfrm xmlns:a="http://schemas.openxmlformats.org/drawingml/2006/main">
            <a:off x="5143500" y="34766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1" name="u630">
            <a:extLst xmlns:a="http://schemas.openxmlformats.org/drawingml/2006/main">
              <a:ext uri="{FF2B5EF4-FFF2-40B4-BE49-F238E27FC236}">
                <a16:creationId xmlns:a16="http://schemas.microsoft.com/office/drawing/2014/main" id="{255BF0F9-2C4B-419C-9259-7245E25EE4C1}"/>
              </a:ext>
            </a:extLst>
          </p:cNvPr>
          <p:cNvSpPr>
            <a:spLocks xmlns:a="http://schemas.openxmlformats.org/drawingml/2006/main" noGrp="1"/>
          </p:cNvSpPr>
          <p:nvPr/>
        </p:nvSpPr>
        <p:spPr>
          <a:xfrm xmlns:a="http://schemas.openxmlformats.org/drawingml/2006/main">
            <a:off x="5143500" y="39052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0" name=""/>
          <p:cNvCxnSpPr>
            <a:stCxn xmlns:a="http://schemas.openxmlformats.org/drawingml/2006/main" id="10" idx="4"/>
            <a:endCxn xmlns:a="http://schemas.openxmlformats.org/drawingml/2006/main" id="11" idx="0"/>
          </p:cNvCxnSpPr>
          <p:nvPr/>
        </p:nvCxnSpPr>
        <p:spPr>
          <a:xfrm xmlns:a="http://schemas.openxmlformats.org/drawingml/2006/main">
            <a:off x="5143977" y="3477578"/>
            <a:ext cx="0" cy="42767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13" name="u631">
            <a:extLst xmlns:a="http://schemas.openxmlformats.org/drawingml/2006/main">
              <a:ext uri="{FF2B5EF4-FFF2-40B4-BE49-F238E27FC236}">
                <a16:creationId xmlns:a16="http://schemas.microsoft.com/office/drawing/2014/main" id="{A1A8DF40-7DD6-4350-972A-6CC821B96A13}"/>
              </a:ext>
            </a:extLst>
          </p:cNvPr>
          <p:cNvSpPr>
            <a:spLocks xmlns:a="http://schemas.openxmlformats.org/drawingml/2006/main" noGrp="1"/>
          </p:cNvSpPr>
          <p:nvPr/>
        </p:nvSpPr>
        <p:spPr>
          <a:xfrm xmlns:a="http://schemas.openxmlformats.org/drawingml/2006/main">
            <a:off x="1905000" y="3943350"/>
            <a:ext cx="6477000"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19050">
            <a:solidFill>
              <a:srgbClr val="087F8C"/>
            </a:solidFill>
            <a:prstDash val="solid"/>
          </a:ln>
        </p:spPr>
      </p:sp>
      <p:sp>
        <p:nvSpPr>
          <p:cNvPr id="14" name="u632">
            <a:extLst xmlns:a="http://schemas.openxmlformats.org/drawingml/2006/main">
              <a:ext uri="{FF2B5EF4-FFF2-40B4-BE49-F238E27FC236}">
                <a16:creationId xmlns:a16="http://schemas.microsoft.com/office/drawing/2014/main" id="{9E5C6164-93EE-4C44-A228-B38862AA0928}"/>
              </a:ext>
            </a:extLst>
          </p:cNvPr>
          <p:cNvSpPr>
            <a:spLocks xmlns:a="http://schemas.openxmlformats.org/drawingml/2006/main" noGrp="1"/>
          </p:cNvSpPr>
          <p:nvPr/>
        </p:nvSpPr>
        <p:spPr>
          <a:xfrm xmlns:a="http://schemas.openxmlformats.org/drawingml/2006/main">
            <a:off x="2076450" y="4019550"/>
            <a:ext cx="6134100" cy="647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Stream terminates</a:t>
            </a:r>
          </a:p>
        </p:txBody>
      </p:sp>
      <p:sp>
        <p:nvSpPr>
          <p:cNvPr id="15" name="u633">
            <a:extLst xmlns:a="http://schemas.openxmlformats.org/drawingml/2006/main">
              <a:ext uri="{FF2B5EF4-FFF2-40B4-BE49-F238E27FC236}">
                <a16:creationId xmlns:a16="http://schemas.microsoft.com/office/drawing/2014/main" id="{4B48A0B1-93DE-49F6-94DC-E1E8E3D60E88}"/>
              </a:ext>
            </a:extLst>
          </p:cNvPr>
          <p:cNvSpPr>
            <a:spLocks xmlns:a="http://schemas.openxmlformats.org/drawingml/2006/main" noGrp="1"/>
          </p:cNvSpPr>
          <p:nvPr/>
        </p:nvSpPr>
        <p:spPr>
          <a:xfrm xmlns:a="http://schemas.openxmlformats.org/drawingml/2006/main">
            <a:off x="5143500" y="47434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6" name="u634">
            <a:extLst xmlns:a="http://schemas.openxmlformats.org/drawingml/2006/main">
              <a:ext uri="{FF2B5EF4-FFF2-40B4-BE49-F238E27FC236}">
                <a16:creationId xmlns:a16="http://schemas.microsoft.com/office/drawing/2014/main" id="{68643C6D-1131-4FDE-B68E-3358D7A86BA5}"/>
              </a:ext>
            </a:extLst>
          </p:cNvPr>
          <p:cNvSpPr>
            <a:spLocks xmlns:a="http://schemas.openxmlformats.org/drawingml/2006/main" noGrp="1"/>
          </p:cNvSpPr>
          <p:nvPr/>
        </p:nvSpPr>
        <p:spPr>
          <a:xfrm xmlns:a="http://schemas.openxmlformats.org/drawingml/2006/main">
            <a:off x="5143500" y="53244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5" name=""/>
          <p:cNvCxnSpPr>
            <a:stCxn xmlns:a="http://schemas.openxmlformats.org/drawingml/2006/main" id="15" idx="4"/>
            <a:endCxn xmlns:a="http://schemas.openxmlformats.org/drawingml/2006/main" id="16" idx="0"/>
          </p:cNvCxnSpPr>
          <p:nvPr/>
        </p:nvCxnSpPr>
        <p:spPr>
          <a:xfrm xmlns:a="http://schemas.openxmlformats.org/drawingml/2006/main">
            <a:off x="5143977" y="4744403"/>
            <a:ext cx="0" cy="580072"/>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18" name="u635">
            <a:extLst xmlns:a="http://schemas.openxmlformats.org/drawingml/2006/main">
              <a:ext uri="{FF2B5EF4-FFF2-40B4-BE49-F238E27FC236}">
                <a16:creationId xmlns:a16="http://schemas.microsoft.com/office/drawing/2014/main" id="{613CB12F-D85C-4A2C-B9D7-7A3F70D634BD}"/>
              </a:ext>
            </a:extLst>
          </p:cNvPr>
          <p:cNvSpPr>
            <a:spLocks xmlns:a="http://schemas.openxmlformats.org/drawingml/2006/main" noGrp="1"/>
          </p:cNvSpPr>
          <p:nvPr/>
        </p:nvSpPr>
        <p:spPr>
          <a:xfrm xmlns:a="http://schemas.openxmlformats.org/drawingml/2006/main">
            <a:off x="4714875" y="5334000"/>
            <a:ext cx="857250" cy="857250"/>
          </a:xfrm>
          <a:prstGeom xmlns:a="http://schemas.openxmlformats.org/drawingml/2006/main" prst="diamond">
            <a:avLst/>
          </a:prstGeom>
          <a:solidFill xmlns:a="http://schemas.openxmlformats.org/drawingml/2006/main">
            <a:srgbClr val="FFFFFF"/>
          </a:solidFill>
          <a:ln xmlns:a="http://schemas.openxmlformats.org/drawingml/2006/main" w="19050">
            <a:solidFill>
              <a:srgbClr val="172A3A"/>
            </a:solidFill>
            <a:prstDash val="solid"/>
          </a:ln>
        </p:spPr>
      </p:sp>
      <p:sp>
        <p:nvSpPr>
          <p:cNvPr id="19" name="u636">
            <a:extLst xmlns:a="http://schemas.openxmlformats.org/drawingml/2006/main">
              <a:ext uri="{FF2B5EF4-FFF2-40B4-BE49-F238E27FC236}">
                <a16:creationId xmlns:a16="http://schemas.microsoft.com/office/drawing/2014/main" id="{3A78BD58-A3E6-4610-AA0A-21AFD5F18769}"/>
              </a:ext>
            </a:extLst>
          </p:cNvPr>
          <p:cNvSpPr>
            <a:spLocks xmlns:a="http://schemas.openxmlformats.org/drawingml/2006/main" noGrp="1"/>
          </p:cNvSpPr>
          <p:nvPr/>
        </p:nvSpPr>
        <p:spPr>
          <a:xfrm xmlns:a="http://schemas.openxmlformats.org/drawingml/2006/main">
            <a:off x="5143500" y="61912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0" name="u637">
            <a:extLst xmlns:a="http://schemas.openxmlformats.org/drawingml/2006/main">
              <a:ext uri="{FF2B5EF4-FFF2-40B4-BE49-F238E27FC236}">
                <a16:creationId xmlns:a16="http://schemas.microsoft.com/office/drawing/2014/main" id="{9CBAA7B4-1B0A-48C0-8485-49B448D313CB}"/>
              </a:ext>
            </a:extLst>
          </p:cNvPr>
          <p:cNvSpPr>
            <a:spLocks xmlns:a="http://schemas.openxmlformats.org/drawingml/2006/main" noGrp="1"/>
          </p:cNvSpPr>
          <p:nvPr/>
        </p:nvSpPr>
        <p:spPr>
          <a:xfrm xmlns:a="http://schemas.openxmlformats.org/drawingml/2006/main">
            <a:off x="1962150" y="67627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9" name=""/>
          <p:cNvCxnSpPr>
            <a:stCxn xmlns:a="http://schemas.openxmlformats.org/drawingml/2006/main" id="19" idx="2"/>
            <a:endCxn xmlns:a="http://schemas.openxmlformats.org/drawingml/2006/main" id="20" idx="6"/>
          </p:cNvCxnSpPr>
          <p:nvPr/>
        </p:nvCxnSpPr>
        <p:spPr>
          <a:xfrm xmlns:a="http://schemas.openxmlformats.org/drawingml/2006/main" flipH="1">
            <a:off x="1963103" y="6191727"/>
            <a:ext cx="3180397" cy="571500"/>
          </a:xfrm>
          <a:prstGeom xmlns:a="http://schemas.openxmlformats.org/drawingml/2006/main" prst="straightConnector1">
            <a:avLst/>
          </a:prstGeom>
          <a:ln xmlns:a="http://schemas.openxmlformats.org/drawingml/2006/main" w="19050">
            <a:solidFill>
              <a:srgbClr val="172A3A"/>
            </a:solidFill>
            <a:prstDash val="solid"/>
          </a:ln>
        </p:spPr>
      </p:cxnSp>
      <p:sp>
        <p:nvSpPr>
          <p:cNvPr id="22" name="u638">
            <a:extLst xmlns:a="http://schemas.openxmlformats.org/drawingml/2006/main">
              <a:ext uri="{FF2B5EF4-FFF2-40B4-BE49-F238E27FC236}">
                <a16:creationId xmlns:a16="http://schemas.microsoft.com/office/drawing/2014/main" id="{7426442A-5F81-430D-B065-7021AE10EA97}"/>
              </a:ext>
            </a:extLst>
          </p:cNvPr>
          <p:cNvSpPr>
            <a:spLocks xmlns:a="http://schemas.openxmlformats.org/drawingml/2006/main" noGrp="1"/>
          </p:cNvSpPr>
          <p:nvPr/>
        </p:nvSpPr>
        <p:spPr>
          <a:xfrm xmlns:a="http://schemas.openxmlformats.org/drawingml/2006/main">
            <a:off x="1962150" y="67627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3" name="u639">
            <a:extLst xmlns:a="http://schemas.openxmlformats.org/drawingml/2006/main">
              <a:ext uri="{FF2B5EF4-FFF2-40B4-BE49-F238E27FC236}">
                <a16:creationId xmlns:a16="http://schemas.microsoft.com/office/drawing/2014/main" id="{A8676383-47C6-4991-9F43-99058A404629}"/>
              </a:ext>
            </a:extLst>
          </p:cNvPr>
          <p:cNvSpPr>
            <a:spLocks xmlns:a="http://schemas.openxmlformats.org/drawingml/2006/main" noGrp="1"/>
          </p:cNvSpPr>
          <p:nvPr/>
        </p:nvSpPr>
        <p:spPr>
          <a:xfrm xmlns:a="http://schemas.openxmlformats.org/drawingml/2006/main">
            <a:off x="1962150" y="77152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2" name=""/>
          <p:cNvCxnSpPr>
            <a:stCxn xmlns:a="http://schemas.openxmlformats.org/drawingml/2006/main" id="22" idx="4"/>
            <a:endCxn xmlns:a="http://schemas.openxmlformats.org/drawingml/2006/main" id="23" idx="0"/>
          </p:cNvCxnSpPr>
          <p:nvPr/>
        </p:nvCxnSpPr>
        <p:spPr>
          <a:xfrm xmlns:a="http://schemas.openxmlformats.org/drawingml/2006/main">
            <a:off x="1962627" y="6763703"/>
            <a:ext cx="0" cy="951547"/>
          </a:xfrm>
          <a:prstGeom xmlns:a="http://schemas.openxmlformats.org/drawingml/2006/main" prst="straightConnector1">
            <a:avLst/>
          </a:prstGeom>
          <a:ln xmlns:a="http://schemas.openxmlformats.org/drawingml/2006/main" w="19050">
            <a:solidFill>
              <a:srgbClr val="172A3A"/>
            </a:solidFill>
            <a:prstDash val="solid"/>
            <a:tailEnd type="arrow" w="med" len="med"/>
          </a:ln>
        </p:spPr>
      </p:cxnSp>
      <p:sp>
        <p:nvSpPr>
          <p:cNvPr id="25" name="u640">
            <a:extLst xmlns:a="http://schemas.openxmlformats.org/drawingml/2006/main">
              <a:ext uri="{FF2B5EF4-FFF2-40B4-BE49-F238E27FC236}">
                <a16:creationId xmlns:a16="http://schemas.microsoft.com/office/drawing/2014/main" id="{8A648943-BE98-45FF-90AD-092302D918F6}"/>
              </a:ext>
            </a:extLst>
          </p:cNvPr>
          <p:cNvSpPr>
            <a:spLocks xmlns:a="http://schemas.openxmlformats.org/drawingml/2006/main" noGrp="1"/>
          </p:cNvSpPr>
          <p:nvPr/>
        </p:nvSpPr>
        <p:spPr>
          <a:xfrm xmlns:a="http://schemas.openxmlformats.org/drawingml/2006/main">
            <a:off x="571500" y="6943725"/>
            <a:ext cx="278130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586974"/>
                </a:solidFill>
                <a:latin typeface="DejaVu Sans"/>
                <a:ea typeface="DejaVu Sans"/>
                <a:cs typeface="DejaVu Sans"/>
              </a:defRPr>
            </a:pPr>
            <a:r>
              <a:rPr sz="1875" b="0">
                <a:solidFill>
                  <a:srgbClr val="586974"/>
                </a:solidFill>
                <a:latin typeface="DejaVu Sans"/>
                <a:ea typeface="DejaVu Sans"/>
                <a:cs typeface="DejaVu Sans"/>
              </a:rPr>
              <a:t>[exhausted]</a:t>
            </a:r>
          </a:p>
        </p:txBody>
      </p:sp>
      <p:sp>
        <p:nvSpPr>
          <p:cNvPr id="26" name="u641">
            <a:extLst xmlns:a="http://schemas.openxmlformats.org/drawingml/2006/main">
              <a:ext uri="{FF2B5EF4-FFF2-40B4-BE49-F238E27FC236}">
                <a16:creationId xmlns:a16="http://schemas.microsoft.com/office/drawing/2014/main" id="{202B1379-2118-4618-9C2D-D74AED47E7E2}"/>
              </a:ext>
            </a:extLst>
          </p:cNvPr>
          <p:cNvSpPr>
            <a:spLocks xmlns:a="http://schemas.openxmlformats.org/drawingml/2006/main" noGrp="1"/>
          </p:cNvSpPr>
          <p:nvPr/>
        </p:nvSpPr>
        <p:spPr>
          <a:xfrm xmlns:a="http://schemas.openxmlformats.org/drawingml/2006/main">
            <a:off x="5143500" y="61912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7" name="u642">
            <a:extLst xmlns:a="http://schemas.openxmlformats.org/drawingml/2006/main">
              <a:ext uri="{FF2B5EF4-FFF2-40B4-BE49-F238E27FC236}">
                <a16:creationId xmlns:a16="http://schemas.microsoft.com/office/drawing/2014/main" id="{C96D8D37-97E5-4FE5-86A6-A42DB74C713C}"/>
              </a:ext>
            </a:extLst>
          </p:cNvPr>
          <p:cNvSpPr>
            <a:spLocks xmlns:a="http://schemas.openxmlformats.org/drawingml/2006/main" noGrp="1"/>
          </p:cNvSpPr>
          <p:nvPr/>
        </p:nvSpPr>
        <p:spPr>
          <a:xfrm xmlns:a="http://schemas.openxmlformats.org/drawingml/2006/main">
            <a:off x="5143500" y="67627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6" name=""/>
          <p:cNvCxnSpPr>
            <a:stCxn xmlns:a="http://schemas.openxmlformats.org/drawingml/2006/main" id="26" idx="4"/>
            <a:endCxn xmlns:a="http://schemas.openxmlformats.org/drawingml/2006/main" id="27" idx="0"/>
          </p:cNvCxnSpPr>
          <p:nvPr/>
        </p:nvCxnSpPr>
        <p:spPr>
          <a:xfrm xmlns:a="http://schemas.openxmlformats.org/drawingml/2006/main">
            <a:off x="5143977" y="6192203"/>
            <a:ext cx="0" cy="570547"/>
          </a:xfrm>
          <a:prstGeom xmlns:a="http://schemas.openxmlformats.org/drawingml/2006/main" prst="straightConnector1">
            <a:avLst/>
          </a:prstGeom>
          <a:ln xmlns:a="http://schemas.openxmlformats.org/drawingml/2006/main" w="19050">
            <a:solidFill>
              <a:srgbClr val="172A3A"/>
            </a:solidFill>
            <a:prstDash val="solid"/>
          </a:ln>
        </p:spPr>
      </p:cxnSp>
      <p:sp>
        <p:nvSpPr>
          <p:cNvPr id="29" name="u643">
            <a:extLst xmlns:a="http://schemas.openxmlformats.org/drawingml/2006/main">
              <a:ext uri="{FF2B5EF4-FFF2-40B4-BE49-F238E27FC236}">
                <a16:creationId xmlns:a16="http://schemas.microsoft.com/office/drawing/2014/main" id="{11474E6E-4349-406F-A396-3EE0162A9149}"/>
              </a:ext>
            </a:extLst>
          </p:cNvPr>
          <p:cNvSpPr>
            <a:spLocks xmlns:a="http://schemas.openxmlformats.org/drawingml/2006/main" noGrp="1"/>
          </p:cNvSpPr>
          <p:nvPr/>
        </p:nvSpPr>
        <p:spPr>
          <a:xfrm xmlns:a="http://schemas.openxmlformats.org/drawingml/2006/main">
            <a:off x="5143500" y="67627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0" name="u644">
            <a:extLst xmlns:a="http://schemas.openxmlformats.org/drawingml/2006/main">
              <a:ext uri="{FF2B5EF4-FFF2-40B4-BE49-F238E27FC236}">
                <a16:creationId xmlns:a16="http://schemas.microsoft.com/office/drawing/2014/main" id="{C31393AE-EC2C-44B0-81A6-DCD494D6C490}"/>
              </a:ext>
            </a:extLst>
          </p:cNvPr>
          <p:cNvSpPr>
            <a:spLocks xmlns:a="http://schemas.openxmlformats.org/drawingml/2006/main" noGrp="1"/>
          </p:cNvSpPr>
          <p:nvPr/>
        </p:nvSpPr>
        <p:spPr>
          <a:xfrm xmlns:a="http://schemas.openxmlformats.org/drawingml/2006/main">
            <a:off x="5143500" y="77152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79" name=""/>
          <p:cNvCxnSpPr>
            <a:stCxn xmlns:a="http://schemas.openxmlformats.org/drawingml/2006/main" id="29" idx="4"/>
            <a:endCxn xmlns:a="http://schemas.openxmlformats.org/drawingml/2006/main" id="30" idx="0"/>
          </p:cNvCxnSpPr>
          <p:nvPr/>
        </p:nvCxnSpPr>
        <p:spPr>
          <a:xfrm xmlns:a="http://schemas.openxmlformats.org/drawingml/2006/main">
            <a:off x="5143977" y="6763703"/>
            <a:ext cx="0" cy="951547"/>
          </a:xfrm>
          <a:prstGeom xmlns:a="http://schemas.openxmlformats.org/drawingml/2006/main" prst="straightConnector1">
            <a:avLst/>
          </a:prstGeom>
          <a:ln xmlns:a="http://schemas.openxmlformats.org/drawingml/2006/main" w="19050">
            <a:solidFill>
              <a:srgbClr val="172A3A"/>
            </a:solidFill>
            <a:prstDash val="solid"/>
            <a:tailEnd type="arrow" w="med" len="med"/>
          </a:ln>
        </p:spPr>
      </p:cxnSp>
      <p:sp>
        <p:nvSpPr>
          <p:cNvPr id="32" name="u645">
            <a:extLst xmlns:a="http://schemas.openxmlformats.org/drawingml/2006/main">
              <a:ext uri="{FF2B5EF4-FFF2-40B4-BE49-F238E27FC236}">
                <a16:creationId xmlns:a16="http://schemas.microsoft.com/office/drawing/2014/main" id="{7C70D805-F260-4CD6-83CA-1B3B7CC50BF9}"/>
              </a:ext>
            </a:extLst>
          </p:cNvPr>
          <p:cNvSpPr>
            <a:spLocks xmlns:a="http://schemas.openxmlformats.org/drawingml/2006/main" noGrp="1"/>
          </p:cNvSpPr>
          <p:nvPr/>
        </p:nvSpPr>
        <p:spPr>
          <a:xfrm xmlns:a="http://schemas.openxmlformats.org/drawingml/2006/main">
            <a:off x="3752850" y="6943725"/>
            <a:ext cx="278130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586974"/>
                </a:solidFill>
                <a:latin typeface="DejaVu Sans"/>
                <a:ea typeface="DejaVu Sans"/>
                <a:cs typeface="DejaVu Sans"/>
              </a:defRPr>
            </a:pPr>
            <a:r>
              <a:rPr sz="1875" b="0">
                <a:solidFill>
                  <a:srgbClr val="586974"/>
                </a:solidFill>
                <a:latin typeface="DejaVu Sans"/>
                <a:ea typeface="DejaVu Sans"/>
                <a:cs typeface="DejaVu Sans"/>
              </a:rPr>
              <a:t>[stop / cancel]</a:t>
            </a:r>
          </a:p>
        </p:txBody>
      </p:sp>
      <p:sp>
        <p:nvSpPr>
          <p:cNvPr id="33" name="u646">
            <a:extLst xmlns:a="http://schemas.openxmlformats.org/drawingml/2006/main">
              <a:ext uri="{FF2B5EF4-FFF2-40B4-BE49-F238E27FC236}">
                <a16:creationId xmlns:a16="http://schemas.microsoft.com/office/drawing/2014/main" id="{956B61BB-5742-497B-A649-BF6D2CEBCFE9}"/>
              </a:ext>
            </a:extLst>
          </p:cNvPr>
          <p:cNvSpPr>
            <a:spLocks xmlns:a="http://schemas.openxmlformats.org/drawingml/2006/main" noGrp="1"/>
          </p:cNvSpPr>
          <p:nvPr/>
        </p:nvSpPr>
        <p:spPr>
          <a:xfrm xmlns:a="http://schemas.openxmlformats.org/drawingml/2006/main">
            <a:off x="5143500" y="61912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4" name="u647">
            <a:extLst xmlns:a="http://schemas.openxmlformats.org/drawingml/2006/main">
              <a:ext uri="{FF2B5EF4-FFF2-40B4-BE49-F238E27FC236}">
                <a16:creationId xmlns:a16="http://schemas.microsoft.com/office/drawing/2014/main" id="{D3FA99B1-705A-487E-99BA-C33953A474BA}"/>
              </a:ext>
            </a:extLst>
          </p:cNvPr>
          <p:cNvSpPr>
            <a:spLocks xmlns:a="http://schemas.openxmlformats.org/drawingml/2006/main" noGrp="1"/>
          </p:cNvSpPr>
          <p:nvPr/>
        </p:nvSpPr>
        <p:spPr>
          <a:xfrm xmlns:a="http://schemas.openxmlformats.org/drawingml/2006/main">
            <a:off x="8324850" y="67627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3" name=""/>
          <p:cNvCxnSpPr>
            <a:stCxn xmlns:a="http://schemas.openxmlformats.org/drawingml/2006/main" id="33" idx="6"/>
            <a:endCxn xmlns:a="http://schemas.openxmlformats.org/drawingml/2006/main" id="34" idx="2"/>
          </p:cNvCxnSpPr>
          <p:nvPr/>
        </p:nvCxnSpPr>
        <p:spPr>
          <a:xfrm xmlns:a="http://schemas.openxmlformats.org/drawingml/2006/main">
            <a:off x="5144453" y="6191727"/>
            <a:ext cx="3180397" cy="571500"/>
          </a:xfrm>
          <a:prstGeom xmlns:a="http://schemas.openxmlformats.org/drawingml/2006/main" prst="straightConnector1">
            <a:avLst/>
          </a:prstGeom>
          <a:ln xmlns:a="http://schemas.openxmlformats.org/drawingml/2006/main" w="19050">
            <a:solidFill>
              <a:srgbClr val="172A3A"/>
            </a:solidFill>
            <a:prstDash val="solid"/>
          </a:ln>
        </p:spPr>
      </p:cxnSp>
      <p:sp>
        <p:nvSpPr>
          <p:cNvPr id="36" name="u648">
            <a:extLst xmlns:a="http://schemas.openxmlformats.org/drawingml/2006/main">
              <a:ext uri="{FF2B5EF4-FFF2-40B4-BE49-F238E27FC236}">
                <a16:creationId xmlns:a16="http://schemas.microsoft.com/office/drawing/2014/main" id="{4E59045F-413A-4265-96CF-080418323DDD}"/>
              </a:ext>
            </a:extLst>
          </p:cNvPr>
          <p:cNvSpPr>
            <a:spLocks xmlns:a="http://schemas.openxmlformats.org/drawingml/2006/main" noGrp="1"/>
          </p:cNvSpPr>
          <p:nvPr/>
        </p:nvSpPr>
        <p:spPr>
          <a:xfrm xmlns:a="http://schemas.openxmlformats.org/drawingml/2006/main">
            <a:off x="8324850" y="67627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7" name="u649">
            <a:extLst xmlns:a="http://schemas.openxmlformats.org/drawingml/2006/main">
              <a:ext uri="{FF2B5EF4-FFF2-40B4-BE49-F238E27FC236}">
                <a16:creationId xmlns:a16="http://schemas.microsoft.com/office/drawing/2014/main" id="{8707550D-F6A5-4316-BC67-393AA551993D}"/>
              </a:ext>
            </a:extLst>
          </p:cNvPr>
          <p:cNvSpPr>
            <a:spLocks xmlns:a="http://schemas.openxmlformats.org/drawingml/2006/main" noGrp="1"/>
          </p:cNvSpPr>
          <p:nvPr/>
        </p:nvSpPr>
        <p:spPr>
          <a:xfrm xmlns:a="http://schemas.openxmlformats.org/drawingml/2006/main">
            <a:off x="8324850" y="77152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86" name=""/>
          <p:cNvCxnSpPr>
            <a:stCxn xmlns:a="http://schemas.openxmlformats.org/drawingml/2006/main" id="36" idx="4"/>
            <a:endCxn xmlns:a="http://schemas.openxmlformats.org/drawingml/2006/main" id="37" idx="0"/>
          </p:cNvCxnSpPr>
          <p:nvPr/>
        </p:nvCxnSpPr>
        <p:spPr>
          <a:xfrm xmlns:a="http://schemas.openxmlformats.org/drawingml/2006/main">
            <a:off x="8325327" y="6763703"/>
            <a:ext cx="0" cy="951547"/>
          </a:xfrm>
          <a:prstGeom xmlns:a="http://schemas.openxmlformats.org/drawingml/2006/main" prst="straightConnector1">
            <a:avLst/>
          </a:prstGeom>
          <a:ln xmlns:a="http://schemas.openxmlformats.org/drawingml/2006/main" w="19050">
            <a:solidFill>
              <a:srgbClr val="172A3A"/>
            </a:solidFill>
            <a:prstDash val="solid"/>
            <a:tailEnd type="arrow" w="med" len="med"/>
          </a:ln>
        </p:spPr>
      </p:cxnSp>
      <p:sp>
        <p:nvSpPr>
          <p:cNvPr id="39" name="u650">
            <a:extLst xmlns:a="http://schemas.openxmlformats.org/drawingml/2006/main">
              <a:ext uri="{FF2B5EF4-FFF2-40B4-BE49-F238E27FC236}">
                <a16:creationId xmlns:a16="http://schemas.microsoft.com/office/drawing/2014/main" id="{CE78D055-8076-479A-99E7-9F5D140B8625}"/>
              </a:ext>
            </a:extLst>
          </p:cNvPr>
          <p:cNvSpPr>
            <a:spLocks xmlns:a="http://schemas.openxmlformats.org/drawingml/2006/main" noGrp="1"/>
          </p:cNvSpPr>
          <p:nvPr/>
        </p:nvSpPr>
        <p:spPr>
          <a:xfrm xmlns:a="http://schemas.openxmlformats.org/drawingml/2006/main">
            <a:off x="6934200" y="6943725"/>
            <a:ext cx="2781300"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586974"/>
                </a:solidFill>
                <a:latin typeface="DejaVu Sans"/>
                <a:ea typeface="DejaVu Sans"/>
                <a:cs typeface="DejaVu Sans"/>
              </a:defRPr>
            </a:pPr>
            <a:r>
              <a:rPr sz="1875" b="0">
                <a:solidFill>
                  <a:srgbClr val="586974"/>
                </a:solidFill>
                <a:latin typeface="DejaVu Sans"/>
                <a:ea typeface="DejaVu Sans"/>
                <a:cs typeface="DejaVu Sans"/>
              </a:rPr>
              <a:t>[error]</a:t>
            </a:r>
          </a:p>
        </p:txBody>
      </p:sp>
      <p:sp>
        <p:nvSpPr>
          <p:cNvPr id="40" name="u651">
            <a:extLst xmlns:a="http://schemas.openxmlformats.org/drawingml/2006/main">
              <a:ext uri="{FF2B5EF4-FFF2-40B4-BE49-F238E27FC236}">
                <a16:creationId xmlns:a16="http://schemas.microsoft.com/office/drawing/2014/main" id="{82967542-5B5D-483A-91DD-30EFAE625E6D}"/>
              </a:ext>
            </a:extLst>
          </p:cNvPr>
          <p:cNvSpPr>
            <a:spLocks xmlns:a="http://schemas.openxmlformats.org/drawingml/2006/main" noGrp="1"/>
          </p:cNvSpPr>
          <p:nvPr/>
        </p:nvSpPr>
        <p:spPr>
          <a:xfrm xmlns:a="http://schemas.openxmlformats.org/drawingml/2006/main">
            <a:off x="619125" y="7734300"/>
            <a:ext cx="2695575" cy="1905000"/>
          </a:xfrm>
          <a:prstGeom xmlns:a="http://schemas.openxmlformats.org/drawingml/2006/main" prst="roundRect">
            <a:avLst>
              <a:gd name="adj" fmla="val 4000"/>
            </a:avLst>
          </a:prstGeom>
          <a:solidFill xmlns:a="http://schemas.openxmlformats.org/drawingml/2006/main">
            <a:srgbClr val="DCEFED"/>
          </a:solidFill>
          <a:ln xmlns:a="http://schemas.openxmlformats.org/drawingml/2006/main" w="19050">
            <a:solidFill>
              <a:srgbClr val="087F8C"/>
            </a:solidFill>
            <a:prstDash val="solid"/>
          </a:ln>
        </p:spPr>
      </p:sp>
      <p:sp>
        <p:nvSpPr>
          <p:cNvPr id="41" name="u652">
            <a:extLst xmlns:a="http://schemas.openxmlformats.org/drawingml/2006/main">
              <a:ext uri="{FF2B5EF4-FFF2-40B4-BE49-F238E27FC236}">
                <a16:creationId xmlns:a16="http://schemas.microsoft.com/office/drawing/2014/main" id="{70A603FA-B835-497E-B7AB-3FF73DC3F5B6}"/>
              </a:ext>
            </a:extLst>
          </p:cNvPr>
          <p:cNvSpPr>
            <a:spLocks xmlns:a="http://schemas.openxmlformats.org/drawingml/2006/main" noGrp="1"/>
          </p:cNvSpPr>
          <p:nvPr/>
        </p:nvSpPr>
        <p:spPr>
          <a:xfrm xmlns:a="http://schemas.openxmlformats.org/drawingml/2006/main">
            <a:off x="790575" y="7810500"/>
            <a:ext cx="2352675" cy="1752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950" b="0">
                <a:solidFill>
                  <a:srgbClr val="172A3A"/>
                </a:solidFill>
                <a:latin typeface="DejaVu Sans"/>
                <a:ea typeface="DejaVu Sans"/>
                <a:cs typeface="DejaVu Sans"/>
              </a:defRPr>
            </a:pPr>
            <a:r>
              <a:rPr sz="1950" b="0">
                <a:solidFill>
                  <a:srgbClr val="172A3A"/>
                </a:solidFill>
                <a:latin typeface="DejaVu Sans"/>
                <a:ea typeface="DejaVu Sans"/>
                <a:cs typeface="DejaVu Sans"/>
              </a:rPr>
              <a:t>Finalize report</a:t>
            </a:r>
          </a:p>
          <a:p xmlns:a="http://schemas.openxmlformats.org/drawingml/2006/main">
            <a:pPr algn="ctr">
              <a:defRPr sz="1950" b="0">
                <a:solidFill>
                  <a:srgbClr val="172A3A"/>
                </a:solidFill>
                <a:latin typeface="DejaVu Sans"/>
                <a:ea typeface="DejaVu Sans"/>
                <a:cs typeface="DejaVu Sans"/>
              </a:defRPr>
            </a:pPr>
            <a:r>
              <a:rPr sz="1950" b="0">
                <a:solidFill>
                  <a:srgbClr val="172A3A"/>
                </a:solidFill>
                <a:latin typeface="DejaVu Sans"/>
                <a:ea typeface="DejaVu Sans"/>
                <a:cs typeface="DejaVu Sans"/>
              </a:rPr>
              <a:t>Zero episodes may</a:t>
            </a:r>
          </a:p>
          <a:p xmlns:a="http://schemas.openxmlformats.org/drawingml/2006/main">
            <a:pPr algn="ctr">
              <a:defRPr sz="1950" b="0">
                <a:solidFill>
                  <a:srgbClr val="172A3A"/>
                </a:solidFill>
                <a:latin typeface="DejaVu Sans"/>
                <a:ea typeface="DejaVu Sans"/>
                <a:cs typeface="DejaVu Sans"/>
              </a:defRPr>
            </a:pPr>
            <a:r>
              <a:rPr sz="1950" b="0">
                <a:solidFill>
                  <a:srgbClr val="172A3A"/>
                </a:solidFill>
                <a:latin typeface="DejaVu Sans"/>
                <a:ea typeface="DejaVu Sans"/>
                <a:cs typeface="DejaVu Sans"/>
              </a:rPr>
              <a:t>be valid</a:t>
            </a:r>
          </a:p>
        </p:txBody>
      </p:sp>
      <p:sp>
        <p:nvSpPr>
          <p:cNvPr id="42" name="u653">
            <a:extLst xmlns:a="http://schemas.openxmlformats.org/drawingml/2006/main">
              <a:ext uri="{FF2B5EF4-FFF2-40B4-BE49-F238E27FC236}">
                <a16:creationId xmlns:a16="http://schemas.microsoft.com/office/drawing/2014/main" id="{4462A8E6-4325-448C-BF70-AD039287D355}"/>
              </a:ext>
            </a:extLst>
          </p:cNvPr>
          <p:cNvSpPr>
            <a:spLocks xmlns:a="http://schemas.openxmlformats.org/drawingml/2006/main" noGrp="1"/>
          </p:cNvSpPr>
          <p:nvPr/>
        </p:nvSpPr>
        <p:spPr>
          <a:xfrm xmlns:a="http://schemas.openxmlformats.org/drawingml/2006/main">
            <a:off x="3790950" y="7734300"/>
            <a:ext cx="2695575" cy="1905000"/>
          </a:xfrm>
          <a:prstGeom xmlns:a="http://schemas.openxmlformats.org/drawingml/2006/main" prst="roundRect">
            <a:avLst>
              <a:gd name="adj" fmla="val 4000"/>
            </a:avLst>
          </a:prstGeom>
          <a:solidFill xmlns:a="http://schemas.openxmlformats.org/drawingml/2006/main">
            <a:srgbClr val="FFF0D3"/>
          </a:solidFill>
          <a:ln xmlns:a="http://schemas.openxmlformats.org/drawingml/2006/main" w="19050">
            <a:solidFill>
              <a:srgbClr val="A86406"/>
            </a:solidFill>
            <a:prstDash val="solid"/>
          </a:ln>
        </p:spPr>
      </p:sp>
      <p:sp>
        <p:nvSpPr>
          <p:cNvPr id="43" name="u654">
            <a:extLst xmlns:a="http://schemas.openxmlformats.org/drawingml/2006/main">
              <a:ext uri="{FF2B5EF4-FFF2-40B4-BE49-F238E27FC236}">
                <a16:creationId xmlns:a16="http://schemas.microsoft.com/office/drawing/2014/main" id="{8DF798A4-1AF7-4150-A13F-617312FA7931}"/>
              </a:ext>
            </a:extLst>
          </p:cNvPr>
          <p:cNvSpPr>
            <a:spLocks xmlns:a="http://schemas.openxmlformats.org/drawingml/2006/main" noGrp="1"/>
          </p:cNvSpPr>
          <p:nvPr/>
        </p:nvSpPr>
        <p:spPr>
          <a:xfrm xmlns:a="http://schemas.openxmlformats.org/drawingml/2006/main">
            <a:off x="3962400" y="7810500"/>
            <a:ext cx="2352675" cy="1752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950" b="0">
                <a:solidFill>
                  <a:srgbClr val="172A3A"/>
                </a:solidFill>
                <a:latin typeface="DejaVu Sans"/>
                <a:ea typeface="DejaVu Sans"/>
                <a:cs typeface="DejaVu Sans"/>
              </a:defRPr>
            </a:pPr>
            <a:r>
              <a:rPr sz="1950" b="0">
                <a:solidFill>
                  <a:srgbClr val="172A3A"/>
                </a:solidFill>
                <a:latin typeface="DejaVu Sans"/>
                <a:ea typeface="DejaVu Sans"/>
                <a:cs typeface="DejaVu Sans"/>
              </a:rPr>
              <a:t>Finalize with</a:t>
            </a:r>
          </a:p>
          <a:p xmlns:a="http://schemas.openxmlformats.org/drawingml/2006/main">
            <a:pPr algn="ctr">
              <a:defRPr sz="1950" b="0">
                <a:solidFill>
                  <a:srgbClr val="172A3A"/>
                </a:solidFill>
                <a:latin typeface="DejaVu Sans"/>
                <a:ea typeface="DejaVu Sans"/>
                <a:cs typeface="DejaVu Sans"/>
              </a:defRPr>
            </a:pPr>
            <a:r>
              <a:rPr sz="1950" b="0">
                <a:solidFill>
                  <a:srgbClr val="172A3A"/>
                </a:solidFill>
                <a:latin typeface="DejaVu Sans"/>
                <a:ea typeface="DejaVu Sans"/>
                <a:cs typeface="DejaVu Sans"/>
              </a:rPr>
              <a:t>interrupted reason</a:t>
            </a:r>
          </a:p>
        </p:txBody>
      </p:sp>
      <p:sp>
        <p:nvSpPr>
          <p:cNvPr id="44" name="u655">
            <a:extLst xmlns:a="http://schemas.openxmlformats.org/drawingml/2006/main">
              <a:ext uri="{FF2B5EF4-FFF2-40B4-BE49-F238E27FC236}">
                <a16:creationId xmlns:a16="http://schemas.microsoft.com/office/drawing/2014/main" id="{704919CE-1EC5-41E1-9A95-C018BD2FA17A}"/>
              </a:ext>
            </a:extLst>
          </p:cNvPr>
          <p:cNvSpPr>
            <a:spLocks xmlns:a="http://schemas.openxmlformats.org/drawingml/2006/main" noGrp="1"/>
          </p:cNvSpPr>
          <p:nvPr/>
        </p:nvSpPr>
        <p:spPr>
          <a:xfrm xmlns:a="http://schemas.openxmlformats.org/drawingml/2006/main">
            <a:off x="6962775" y="7734300"/>
            <a:ext cx="2695575" cy="1905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9050">
            <a:solidFill>
              <a:srgbClr val="AC4E42"/>
            </a:solidFill>
            <a:prstDash val="solid"/>
          </a:ln>
        </p:spPr>
      </p:sp>
      <p:sp>
        <p:nvSpPr>
          <p:cNvPr id="45" name="u656">
            <a:extLst xmlns:a="http://schemas.openxmlformats.org/drawingml/2006/main">
              <a:ext uri="{FF2B5EF4-FFF2-40B4-BE49-F238E27FC236}">
                <a16:creationId xmlns:a16="http://schemas.microsoft.com/office/drawing/2014/main" id="{02230322-D40A-4622-A654-854B41EC021F}"/>
              </a:ext>
            </a:extLst>
          </p:cNvPr>
          <p:cNvSpPr>
            <a:spLocks xmlns:a="http://schemas.openxmlformats.org/drawingml/2006/main" noGrp="1"/>
          </p:cNvSpPr>
          <p:nvPr/>
        </p:nvSpPr>
        <p:spPr>
          <a:xfrm xmlns:a="http://schemas.openxmlformats.org/drawingml/2006/main">
            <a:off x="7134225" y="7810500"/>
            <a:ext cx="2352675" cy="1752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875" b="0">
                <a:solidFill>
                  <a:srgbClr val="172A3A"/>
                </a:solidFill>
                <a:latin typeface="DejaVu Sans"/>
                <a:ea typeface="DejaVu Sans"/>
                <a:cs typeface="DejaVu Sans"/>
              </a:defRPr>
            </a:pPr>
            <a:r>
              <a:rPr sz="1875" b="0">
                <a:solidFill>
                  <a:srgbClr val="172A3A"/>
                </a:solidFill>
                <a:latin typeface="DejaVu Sans"/>
                <a:ea typeface="DejaVu Sans"/>
                <a:cs typeface="DejaVu Sans"/>
              </a:rPr>
              <a:t>Attempt error + close</a:t>
            </a:r>
          </a:p>
          <a:p xmlns:a="http://schemas.openxmlformats.org/drawingml/2006/main">
            <a:pPr algn="ctr">
              <a:defRPr sz="1875" b="0">
                <a:solidFill>
                  <a:srgbClr val="172A3A"/>
                </a:solidFill>
                <a:latin typeface="DejaVu Sans"/>
                <a:ea typeface="DejaVu Sans"/>
                <a:cs typeface="DejaVu Sans"/>
              </a:defRPr>
            </a:pPr>
            <a:r>
              <a:rPr sz="1875" b="0">
                <a:solidFill>
                  <a:srgbClr val="172A3A"/>
                </a:solidFill>
                <a:latin typeface="DejaVu Sans"/>
                <a:ea typeface="DejaVu Sans"/>
                <a:cs typeface="DejaVu Sans"/>
              </a:rPr>
              <a:t>Rethrow failure</a:t>
            </a:r>
          </a:p>
        </p:txBody>
      </p:sp>
      <p:sp>
        <p:nvSpPr>
          <p:cNvPr id="46" name="u657">
            <a:extLst xmlns:a="http://schemas.openxmlformats.org/drawingml/2006/main">
              <a:ext uri="{FF2B5EF4-FFF2-40B4-BE49-F238E27FC236}">
                <a16:creationId xmlns:a16="http://schemas.microsoft.com/office/drawing/2014/main" id="{A291B879-6CA4-41AB-93CE-DA962844F254}"/>
              </a:ext>
            </a:extLst>
          </p:cNvPr>
          <p:cNvSpPr>
            <a:spLocks xmlns:a="http://schemas.openxmlformats.org/drawingml/2006/main" noGrp="1"/>
          </p:cNvSpPr>
          <p:nvPr/>
        </p:nvSpPr>
        <p:spPr>
          <a:xfrm xmlns:a="http://schemas.openxmlformats.org/drawingml/2006/main">
            <a:off x="647700" y="10382250"/>
            <a:ext cx="8953500" cy="1123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586974"/>
                </a:solidFill>
                <a:latin typeface="DejaVu Sans"/>
                <a:ea typeface="DejaVu Sans"/>
                <a:cs typeface="DejaVu Sans"/>
              </a:defRPr>
            </a:pPr>
            <a:r>
              <a:rPr sz="2175" b="0">
                <a:solidFill>
                  <a:srgbClr val="586974"/>
                </a:solidFill>
                <a:latin typeface="DejaVu Sans"/>
                <a:ea typeface="DejaVu Sans"/>
                <a:cs typeface="DejaVu Sans"/>
              </a:rPr>
              <a:t>Setup or storage failure can prevent a complete log.</a:t>
            </a:r>
          </a:p>
          <a:p xmlns:a="http://schemas.openxmlformats.org/drawingml/2006/main">
            <a:pPr algn="l">
              <a:defRPr sz="2175" b="0">
                <a:solidFill>
                  <a:srgbClr val="586974"/>
                </a:solidFill>
                <a:latin typeface="DejaVu Sans"/>
                <a:ea typeface="DejaVu Sans"/>
                <a:cs typeface="DejaVu Sans"/>
              </a:defRPr>
            </a:pPr>
            <a:r>
              <a:rPr sz="2175" b="0">
                <a:solidFill>
                  <a:srgbClr val="586974"/>
                </a:solidFill>
                <a:latin typeface="DejaVu Sans"/>
                <a:ea typeface="DejaVu Sans"/>
                <a:cs typeface="DejaVu Sans"/>
              </a:rPr>
              <a:t>The evaluator rejects invalid or incomplete gate evidence.</a:t>
            </a:r>
          </a:p>
        </p:txBody>
      </p:sp>
      <p:sp>
        <p:nvSpPr>
          <p:cNvPr id="47" name="u658">
            <a:extLst xmlns:a="http://schemas.openxmlformats.org/drawingml/2006/main">
              <a:ext uri="{FF2B5EF4-FFF2-40B4-BE49-F238E27FC236}">
                <a16:creationId xmlns:a16="http://schemas.microsoft.com/office/drawing/2014/main" id="{8C1A1407-58F7-4445-B5BE-A49EBDDE0A00}"/>
              </a:ext>
            </a:extLst>
          </p:cNvPr>
          <p:cNvSpPr>
            <a:spLocks xmlns:a="http://schemas.openxmlformats.org/drawingml/2006/main" noGrp="1"/>
          </p:cNvSpPr>
          <p:nvPr/>
        </p:nvSpPr>
        <p:spPr>
          <a:xfrm xmlns:a="http://schemas.openxmlformats.org/drawingml/2006/main">
            <a:off x="609600" y="11953875"/>
            <a:ext cx="90487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hlinkClick xmlns:r="http://schemas.openxmlformats.org/officeDocument/2006/relationships" r:id="R64f57a8887f54537"/>
              </a:rPr>
              <a:t>CandidateAnalysisPipeline.swift  ·  execute(onUpdate:) error path</a:t>
            </a:r>
          </a:p>
        </p:txBody>
      </p:sp>
      <p:sp>
        <p:nvSpPr>
          <p:cNvPr id="48" name="u659">
            <a:extLst xmlns:a="http://schemas.openxmlformats.org/drawingml/2006/main">
              <a:ext uri="{FF2B5EF4-FFF2-40B4-BE49-F238E27FC236}">
                <a16:creationId xmlns:a16="http://schemas.microsoft.com/office/drawing/2014/main" id="{C1D2901A-B9E5-4CCC-A825-9443E2128172}"/>
              </a:ext>
            </a:extLst>
          </p:cNvPr>
          <p:cNvSpPr>
            <a:spLocks xmlns:a="http://schemas.openxmlformats.org/drawingml/2006/main" noGrp="1"/>
          </p:cNvSpPr>
          <p:nvPr/>
        </p:nvSpPr>
        <p:spPr>
          <a:xfrm xmlns:a="http://schemas.openxmlformats.org/drawingml/2006/main">
            <a:off x="609600" y="12353925"/>
            <a:ext cx="90487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ios/AIShop/AIShopVision/Sources/AIShopVision/CandidateAnalysisPipeline</a:t>
            </a:r>
          </a:p>
        </p:txBody>
      </p:sp>
    </p:spTree>
    <p:extLst>
      <p:ext uri="{BB962C8B-B14F-4D97-AF65-F5344CB8AC3E}">
        <p14:creationId xmlns:p14="http://schemas.microsoft.com/office/powerpoint/2010/main" val="1604622056"/>
      </p:ext>
    </p:extLst>
  </p:cSld>
</p:sld>
</file>

<file path=ppt/slides/slide2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7" name="u660">
            <a:extLst xmlns:a="http://schemas.openxmlformats.org/drawingml/2006/main">
              <a:ext uri="{FF2B5EF4-FFF2-40B4-BE49-F238E27FC236}">
                <a16:creationId xmlns:a16="http://schemas.microsoft.com/office/drawing/2014/main" id="{A871FD89-682D-4DBD-B6C1-BF20D331C786}"/>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OBJECT DIAGRAM</a:t>
            </a:r>
          </a:p>
        </p:txBody>
      </p:sp>
      <p:sp>
        <p:nvSpPr>
          <p:cNvPr id="2" name="u661">
            <a:extLst xmlns:a="http://schemas.openxmlformats.org/drawingml/2006/main">
              <a:ext uri="{FF2B5EF4-FFF2-40B4-BE49-F238E27FC236}">
                <a16:creationId xmlns:a16="http://schemas.microsoft.com/office/drawing/2014/main" id="{EF40A9BB-2867-41ED-8C0D-DC0068FA0801}"/>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The experiment is frozen</a:t>
            </a:r>
          </a:p>
        </p:txBody>
      </p:sp>
      <p:sp>
        <p:nvSpPr>
          <p:cNvPr id="3" name="u662">
            <a:extLst xmlns:a="http://schemas.openxmlformats.org/drawingml/2006/main">
              <a:ext uri="{FF2B5EF4-FFF2-40B4-BE49-F238E27FC236}">
                <a16:creationId xmlns:a16="http://schemas.microsoft.com/office/drawing/2014/main" id="{D24D0AD3-10A7-4B43-913F-AC63C1A11A7F}"/>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The profile travels with the evidence so runs can be compared.</a:t>
            </a:r>
          </a:p>
        </p:txBody>
      </p:sp>
      <p:sp>
        <p:nvSpPr>
          <p:cNvPr id="4" name="u663">
            <a:extLst xmlns:a="http://schemas.openxmlformats.org/drawingml/2006/main">
              <a:ext uri="{FF2B5EF4-FFF2-40B4-BE49-F238E27FC236}">
                <a16:creationId xmlns:a16="http://schemas.microsoft.com/office/drawing/2014/main" id="{D2F8163C-1E57-4D8D-B140-9B24B8D8F2B4}"/>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664">
            <a:extLst xmlns:a="http://schemas.openxmlformats.org/drawingml/2006/main">
              <a:ext uri="{FF2B5EF4-FFF2-40B4-BE49-F238E27FC236}">
                <a16:creationId xmlns:a16="http://schemas.microsoft.com/office/drawing/2014/main" id="{B390B8CC-DDE2-46D5-9B3B-94BC0ABAEA22}"/>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32"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665">
            <a:extLst xmlns:a="http://schemas.openxmlformats.org/drawingml/2006/main">
              <a:ext uri="{FF2B5EF4-FFF2-40B4-BE49-F238E27FC236}">
                <a16:creationId xmlns:a16="http://schemas.microsoft.com/office/drawing/2014/main" id="{70B974CC-65CB-4CF1-BBF3-64174E608E0B}"/>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666">
            <a:extLst xmlns:a="http://schemas.openxmlformats.org/drawingml/2006/main">
              <a:ext uri="{FF2B5EF4-FFF2-40B4-BE49-F238E27FC236}">
                <a16:creationId xmlns:a16="http://schemas.microsoft.com/office/drawing/2014/main" id="{BC6E2BBC-E590-4566-AEA7-021513440C56}"/>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22</a:t>
            </a:r>
          </a:p>
        </p:txBody>
      </p:sp>
      <p:sp>
        <p:nvSpPr>
          <p:cNvPr id="9" name="u667">
            <a:extLst xmlns:a="http://schemas.openxmlformats.org/drawingml/2006/main">
              <a:ext uri="{FF2B5EF4-FFF2-40B4-BE49-F238E27FC236}">
                <a16:creationId xmlns:a16="http://schemas.microsoft.com/office/drawing/2014/main" id="{50310B15-25AF-405A-9000-C746BEB7BA8A}"/>
              </a:ext>
            </a:extLst>
          </p:cNvPr>
          <p:cNvSpPr>
            <a:spLocks xmlns:a="http://schemas.openxmlformats.org/drawingml/2006/main" noGrp="1"/>
          </p:cNvSpPr>
          <p:nvPr/>
        </p:nvSpPr>
        <p:spPr>
          <a:xfrm xmlns:a="http://schemas.openxmlformats.org/drawingml/2006/main">
            <a:off x="638175" y="3629025"/>
            <a:ext cx="9010650" cy="5257800"/>
          </a:xfrm>
          <a:prstGeom xmlns:a="http://schemas.openxmlformats.org/drawingml/2006/main" prst="rect">
            <a:avLst/>
          </a:prstGeom>
          <a:solidFill xmlns:a="http://schemas.openxmlformats.org/drawingml/2006/main">
            <a:srgbClr val="FFFFFF"/>
          </a:solidFill>
          <a:ln xmlns:a="http://schemas.openxmlformats.org/drawingml/2006/main" w="19050">
            <a:solidFill>
              <a:srgbClr val="087F8C"/>
            </a:solidFill>
            <a:prstDash val="solid"/>
          </a:ln>
        </p:spPr>
      </p:sp>
      <p:sp>
        <p:nvSpPr>
          <p:cNvPr id="10" name="u668">
            <a:extLst xmlns:a="http://schemas.openxmlformats.org/drawingml/2006/main">
              <a:ext uri="{FF2B5EF4-FFF2-40B4-BE49-F238E27FC236}">
                <a16:creationId xmlns:a16="http://schemas.microsoft.com/office/drawing/2014/main" id="{BA8EC736-B9A3-4A78-AFFF-7E03A893952C}"/>
              </a:ext>
            </a:extLst>
          </p:cNvPr>
          <p:cNvSpPr>
            <a:spLocks xmlns:a="http://schemas.openxmlformats.org/drawingml/2006/main" noGrp="1"/>
          </p:cNvSpPr>
          <p:nvPr/>
        </p:nvSpPr>
        <p:spPr>
          <a:xfrm xmlns:a="http://schemas.openxmlformats.org/drawingml/2006/main">
            <a:off x="809625" y="3705225"/>
            <a:ext cx="8667750" cy="51054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r>
              <a:t/>
            </a:r>
          </a:p>
        </p:txBody>
      </p:sp>
      <p:sp>
        <p:nvSpPr>
          <p:cNvPr id="11" name="u669">
            <a:extLst xmlns:a="http://schemas.openxmlformats.org/drawingml/2006/main">
              <a:ext uri="{FF2B5EF4-FFF2-40B4-BE49-F238E27FC236}">
                <a16:creationId xmlns:a16="http://schemas.microsoft.com/office/drawing/2014/main" id="{DC4EEE32-3BC8-4084-B360-538CDDBCA2C0}"/>
              </a:ext>
            </a:extLst>
          </p:cNvPr>
          <p:cNvSpPr>
            <a:spLocks xmlns:a="http://schemas.openxmlformats.org/drawingml/2006/main" noGrp="1"/>
          </p:cNvSpPr>
          <p:nvPr/>
        </p:nvSpPr>
        <p:spPr>
          <a:xfrm xmlns:a="http://schemas.openxmlformats.org/drawingml/2006/main">
            <a:off x="781050" y="3743325"/>
            <a:ext cx="872490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025" b="1">
                <a:solidFill>
                  <a:srgbClr val="087F8C"/>
                </a:solidFill>
                <a:latin typeface="DejaVu Sans"/>
                <a:ea typeface="DejaVu Sans"/>
                <a:cs typeface="DejaVu Sans"/>
              </a:defRPr>
            </a:pPr>
            <a:r>
              <a:rPr sz="2025" b="1" u="sng">
                <a:solidFill>
                  <a:srgbClr val="087F8C"/>
                </a:solidFill>
                <a:latin typeface="DejaVu Sans"/>
                <a:ea typeface="DejaVu Sans"/>
                <a:cs typeface="DejaVu Sans"/>
              </a:rPr>
              <a:t>sprint001 : ScoringProfile</a:t>
            </a:r>
          </a:p>
        </p:txBody>
      </p:sp>
      <p:sp>
        <p:nvSpPr>
          <p:cNvPr id="12" name="u670">
            <a:extLst xmlns:a="http://schemas.openxmlformats.org/drawingml/2006/main">
              <a:ext uri="{FF2B5EF4-FFF2-40B4-BE49-F238E27FC236}">
                <a16:creationId xmlns:a16="http://schemas.microsoft.com/office/drawing/2014/main" id="{4525474F-4CE7-4FF3-9A8F-A84B3DC5C120}"/>
              </a:ext>
            </a:extLst>
          </p:cNvPr>
          <p:cNvSpPr>
            <a:spLocks xmlns:a="http://schemas.openxmlformats.org/drawingml/2006/main" noGrp="1"/>
          </p:cNvSpPr>
          <p:nvPr/>
        </p:nvSpPr>
        <p:spPr>
          <a:xfrm xmlns:a="http://schemas.openxmlformats.org/drawingml/2006/main">
            <a:off x="638175" y="44481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3" name="u671">
            <a:extLst xmlns:a="http://schemas.openxmlformats.org/drawingml/2006/main">
              <a:ext uri="{FF2B5EF4-FFF2-40B4-BE49-F238E27FC236}">
                <a16:creationId xmlns:a16="http://schemas.microsoft.com/office/drawing/2014/main" id="{0341B3A0-529E-4FF8-9FE1-E4862AD9B566}"/>
              </a:ext>
            </a:extLst>
          </p:cNvPr>
          <p:cNvSpPr>
            <a:spLocks xmlns:a="http://schemas.openxmlformats.org/drawingml/2006/main" noGrp="1"/>
          </p:cNvSpPr>
          <p:nvPr/>
        </p:nvSpPr>
        <p:spPr>
          <a:xfrm xmlns:a="http://schemas.openxmlformats.org/drawingml/2006/main">
            <a:off x="9648825" y="44481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0" name=""/>
          <p:cNvCxnSpPr>
            <a:stCxn xmlns:a="http://schemas.openxmlformats.org/drawingml/2006/main" id="12" idx="6"/>
            <a:endCxn xmlns:a="http://schemas.openxmlformats.org/drawingml/2006/main" id="13" idx="2"/>
          </p:cNvCxnSpPr>
          <p:nvPr/>
        </p:nvCxnSpPr>
        <p:spPr>
          <a:xfrm xmlns:a="http://schemas.openxmlformats.org/drawingml/2006/main">
            <a:off x="639128" y="4448652"/>
            <a:ext cx="9009697" cy="0"/>
          </a:xfrm>
          <a:prstGeom xmlns:a="http://schemas.openxmlformats.org/drawingml/2006/main" prst="straightConnector1">
            <a:avLst/>
          </a:prstGeom>
          <a:ln xmlns:a="http://schemas.openxmlformats.org/drawingml/2006/main" w="19050">
            <a:solidFill>
              <a:srgbClr val="087F8C"/>
            </a:solidFill>
            <a:prstDash val="solid"/>
          </a:ln>
        </p:spPr>
      </p:cxnSp>
      <p:sp>
        <p:nvSpPr>
          <p:cNvPr id="15" name="u672">
            <a:extLst xmlns:a="http://schemas.openxmlformats.org/drawingml/2006/main">
              <a:ext uri="{FF2B5EF4-FFF2-40B4-BE49-F238E27FC236}">
                <a16:creationId xmlns:a16="http://schemas.microsoft.com/office/drawing/2014/main" id="{50F99EF5-B86B-4158-B706-37DEFD69B223}"/>
              </a:ext>
            </a:extLst>
          </p:cNvPr>
          <p:cNvSpPr>
            <a:spLocks xmlns:a="http://schemas.openxmlformats.org/drawingml/2006/main" noGrp="1"/>
          </p:cNvSpPr>
          <p:nvPr/>
        </p:nvSpPr>
        <p:spPr>
          <a:xfrm xmlns:a="http://schemas.openxmlformats.org/drawingml/2006/main">
            <a:off x="866775" y="4619625"/>
            <a:ext cx="85534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id = sprint001-mac-r2-20260920</a:t>
            </a:r>
          </a:p>
        </p:txBody>
      </p:sp>
      <p:sp>
        <p:nvSpPr>
          <p:cNvPr id="16" name="u673">
            <a:extLst xmlns:a="http://schemas.openxmlformats.org/drawingml/2006/main">
              <a:ext uri="{FF2B5EF4-FFF2-40B4-BE49-F238E27FC236}">
                <a16:creationId xmlns:a16="http://schemas.microsoft.com/office/drawing/2014/main" id="{641FB3CA-1460-4106-A33E-14F348451B0D}"/>
              </a:ext>
            </a:extLst>
          </p:cNvPr>
          <p:cNvSpPr>
            <a:spLocks xmlns:a="http://schemas.openxmlformats.org/drawingml/2006/main" noGrp="1"/>
          </p:cNvSpPr>
          <p:nvPr/>
        </p:nvSpPr>
        <p:spPr>
          <a:xfrm xmlns:a="http://schemas.openxmlformats.org/drawingml/2006/main">
            <a:off x="866775" y="5067300"/>
            <a:ext cx="85534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maximumDistance = 0.4293864220380783</a:t>
            </a:r>
          </a:p>
        </p:txBody>
      </p:sp>
      <p:sp>
        <p:nvSpPr>
          <p:cNvPr id="17" name="u674">
            <a:extLst xmlns:a="http://schemas.openxmlformats.org/drawingml/2006/main">
              <a:ext uri="{FF2B5EF4-FFF2-40B4-BE49-F238E27FC236}">
                <a16:creationId xmlns:a16="http://schemas.microsoft.com/office/drawing/2014/main" id="{02BFFF20-DC9D-4EB2-AA09-63BE561EDA91}"/>
              </a:ext>
            </a:extLst>
          </p:cNvPr>
          <p:cNvSpPr>
            <a:spLocks xmlns:a="http://schemas.openxmlformats.org/drawingml/2006/main" noGrp="1"/>
          </p:cNvSpPr>
          <p:nvPr/>
        </p:nvSpPr>
        <p:spPr>
          <a:xfrm xmlns:a="http://schemas.openxmlformats.org/drawingml/2006/main">
            <a:off x="866775" y="5514975"/>
            <a:ext cx="85534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sampleFPS = 2</a:t>
            </a:r>
          </a:p>
        </p:txBody>
      </p:sp>
      <p:sp>
        <p:nvSpPr>
          <p:cNvPr id="18" name="u675">
            <a:extLst xmlns:a="http://schemas.openxmlformats.org/drawingml/2006/main">
              <a:ext uri="{FF2B5EF4-FFF2-40B4-BE49-F238E27FC236}">
                <a16:creationId xmlns:a16="http://schemas.microsoft.com/office/drawing/2014/main" id="{3B66BB40-F855-4DA2-AF47-80DF7DCC01B2}"/>
              </a:ext>
            </a:extLst>
          </p:cNvPr>
          <p:cNvSpPr>
            <a:spLocks xmlns:a="http://schemas.openxmlformats.org/drawingml/2006/main" noGrp="1"/>
          </p:cNvSpPr>
          <p:nvPr/>
        </p:nvSpPr>
        <p:spPr>
          <a:xfrm xmlns:a="http://schemas.openxmlformats.org/drawingml/2006/main">
            <a:off x="866775" y="5962650"/>
            <a:ext cx="85534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openingSamples = 2</a:t>
            </a:r>
          </a:p>
        </p:txBody>
      </p:sp>
      <p:sp>
        <p:nvSpPr>
          <p:cNvPr id="19" name="u676">
            <a:extLst xmlns:a="http://schemas.openxmlformats.org/drawingml/2006/main">
              <a:ext uri="{FF2B5EF4-FFF2-40B4-BE49-F238E27FC236}">
                <a16:creationId xmlns:a16="http://schemas.microsoft.com/office/drawing/2014/main" id="{E0C2FE00-A614-464B-8DF4-76B8075FEC94}"/>
              </a:ext>
            </a:extLst>
          </p:cNvPr>
          <p:cNvSpPr>
            <a:spLocks xmlns:a="http://schemas.openxmlformats.org/drawingml/2006/main" noGrp="1"/>
          </p:cNvSpPr>
          <p:nvPr/>
        </p:nvSpPr>
        <p:spPr>
          <a:xfrm xmlns:a="http://schemas.openxmlformats.org/drawingml/2006/main">
            <a:off x="866775" y="6410325"/>
            <a:ext cx="85534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closingGap = 1.5 seconds</a:t>
            </a:r>
          </a:p>
        </p:txBody>
      </p:sp>
      <p:sp>
        <p:nvSpPr>
          <p:cNvPr id="20" name="u677">
            <a:extLst xmlns:a="http://schemas.openxmlformats.org/drawingml/2006/main">
              <a:ext uri="{FF2B5EF4-FFF2-40B4-BE49-F238E27FC236}">
                <a16:creationId xmlns:a16="http://schemas.microsoft.com/office/drawing/2014/main" id="{5BF850B5-DBA2-4B37-AFAF-25F91885B4A9}"/>
              </a:ext>
            </a:extLst>
          </p:cNvPr>
          <p:cNvSpPr>
            <a:spLocks xmlns:a="http://schemas.openxmlformats.org/drawingml/2006/main" noGrp="1"/>
          </p:cNvSpPr>
          <p:nvPr/>
        </p:nvSpPr>
        <p:spPr>
          <a:xfrm xmlns:a="http://schemas.openxmlformats.org/drawingml/2006/main">
            <a:off x="866775" y="6858000"/>
            <a:ext cx="85534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visionRevision = 2</a:t>
            </a:r>
          </a:p>
        </p:txBody>
      </p:sp>
      <p:sp>
        <p:nvSpPr>
          <p:cNvPr id="21" name="u678">
            <a:extLst xmlns:a="http://schemas.openxmlformats.org/drawingml/2006/main">
              <a:ext uri="{FF2B5EF4-FFF2-40B4-BE49-F238E27FC236}">
                <a16:creationId xmlns:a16="http://schemas.microsoft.com/office/drawing/2014/main" id="{82AD1DE3-E334-4DA6-9939-05E470D965C5}"/>
              </a:ext>
            </a:extLst>
          </p:cNvPr>
          <p:cNvSpPr>
            <a:spLocks xmlns:a="http://schemas.openxmlformats.org/drawingml/2006/main" noGrp="1"/>
          </p:cNvSpPr>
          <p:nvPr/>
        </p:nvSpPr>
        <p:spPr>
          <a:xfrm xmlns:a="http://schemas.openxmlformats.org/drawingml/2006/main">
            <a:off x="866775" y="7305675"/>
            <a:ext cx="85534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cropAndScale = scaleFill</a:t>
            </a:r>
          </a:p>
        </p:txBody>
      </p:sp>
      <p:sp>
        <p:nvSpPr>
          <p:cNvPr id="22" name="u679">
            <a:extLst xmlns:a="http://schemas.openxmlformats.org/drawingml/2006/main">
              <a:ext uri="{FF2B5EF4-FFF2-40B4-BE49-F238E27FC236}">
                <a16:creationId xmlns:a16="http://schemas.microsoft.com/office/drawing/2014/main" id="{74D1797A-FF89-478D-BA75-07A1D1D646D9}"/>
              </a:ext>
            </a:extLst>
          </p:cNvPr>
          <p:cNvSpPr>
            <a:spLocks xmlns:a="http://schemas.openxmlformats.org/drawingml/2006/main" noGrp="1"/>
          </p:cNvSpPr>
          <p:nvPr/>
        </p:nvSpPr>
        <p:spPr>
          <a:xfrm xmlns:a="http://schemas.openxmlformats.org/drawingml/2006/main">
            <a:off x="866775" y="7753350"/>
            <a:ext cx="85534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Mono"/>
                <a:ea typeface="DejaVu Sans Mono"/>
                <a:cs typeface="DejaVu Sans Mono"/>
              </a:defRPr>
            </a:pPr>
            <a:r>
              <a:rPr sz="1800" b="0">
                <a:solidFill>
                  <a:srgbClr val="172A3A"/>
                </a:solidFill>
                <a:latin typeface="DejaVu Sans Mono"/>
                <a:ea typeface="DejaVu Sans Mono"/>
                <a:cs typeface="DejaVu Sans Mono"/>
              </a:rPr>
              <a:t>centralCropFraction = 0.6</a:t>
            </a:r>
          </a:p>
        </p:txBody>
      </p:sp>
      <p:sp>
        <p:nvSpPr>
          <p:cNvPr id="23" name="u680">
            <a:extLst xmlns:a="http://schemas.openxmlformats.org/drawingml/2006/main">
              <a:ext uri="{FF2B5EF4-FFF2-40B4-BE49-F238E27FC236}">
                <a16:creationId xmlns:a16="http://schemas.microsoft.com/office/drawing/2014/main" id="{5AA477B3-E7ED-4992-9A1C-63815A17CDD8}"/>
              </a:ext>
            </a:extLst>
          </p:cNvPr>
          <p:cNvSpPr>
            <a:spLocks xmlns:a="http://schemas.openxmlformats.org/drawingml/2006/main" noGrp="1"/>
          </p:cNvSpPr>
          <p:nvPr/>
        </p:nvSpPr>
        <p:spPr>
          <a:xfrm xmlns:a="http://schemas.openxmlformats.org/drawingml/2006/main">
            <a:off x="657225" y="9591675"/>
            <a:ext cx="8924925" cy="495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400" b="1">
                <a:solidFill>
                  <a:srgbClr val="087F8C"/>
                </a:solidFill>
                <a:latin typeface="DejaVu Sans"/>
                <a:ea typeface="DejaVu Sans"/>
                <a:cs typeface="DejaVu Sans"/>
              </a:defRPr>
            </a:pPr>
            <a:r>
              <a:rPr sz="2400" b="1">
                <a:solidFill>
                  <a:srgbClr val="087F8C"/>
                </a:solidFill>
                <a:latin typeface="DejaVu Sans"/>
                <a:ea typeface="DejaVu Sans"/>
                <a:cs typeface="DejaVu Sans"/>
              </a:rPr>
              <a:t>Why freeze it?</a:t>
            </a:r>
          </a:p>
        </p:txBody>
      </p:sp>
      <p:sp>
        <p:nvSpPr>
          <p:cNvPr id="24" name="u681">
            <a:extLst xmlns:a="http://schemas.openxmlformats.org/drawingml/2006/main">
              <a:ext uri="{FF2B5EF4-FFF2-40B4-BE49-F238E27FC236}">
                <a16:creationId xmlns:a16="http://schemas.microsoft.com/office/drawing/2014/main" id="{D151A1BE-98EC-4CF5-A77C-47A55154AD95}"/>
              </a:ext>
            </a:extLst>
          </p:cNvPr>
          <p:cNvSpPr>
            <a:spLocks xmlns:a="http://schemas.openxmlformats.org/drawingml/2006/main" noGrp="1"/>
          </p:cNvSpPr>
          <p:nvPr/>
        </p:nvSpPr>
        <p:spPr>
          <a:xfrm xmlns:a="http://schemas.openxmlformats.org/drawingml/2006/main">
            <a:off x="657225" y="10201275"/>
            <a:ext cx="8915400" cy="990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A phone run must test the same decision rule.</a:t>
            </a:r>
          </a:p>
          <a:p xmlns:a="http://schemas.openxmlformats.org/drawingml/2006/main">
            <a:pPr algn="l">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Retuning on the phone would change the experiment.</a:t>
            </a:r>
          </a:p>
        </p:txBody>
      </p:sp>
      <p:sp>
        <p:nvSpPr>
          <p:cNvPr id="25" name="u682">
            <a:extLst xmlns:a="http://schemas.openxmlformats.org/drawingml/2006/main">
              <a:ext uri="{FF2B5EF4-FFF2-40B4-BE49-F238E27FC236}">
                <a16:creationId xmlns:a16="http://schemas.microsoft.com/office/drawing/2014/main" id="{578D9377-46C6-424D-94D1-28A8C10E7317}"/>
              </a:ext>
            </a:extLst>
          </p:cNvPr>
          <p:cNvSpPr>
            <a:spLocks xmlns:a="http://schemas.openxmlformats.org/drawingml/2006/main" noGrp="1"/>
          </p:cNvSpPr>
          <p:nvPr/>
        </p:nvSpPr>
        <p:spPr>
          <a:xfrm xmlns:a="http://schemas.openxmlformats.org/drawingml/2006/main">
            <a:off x="609600" y="11953875"/>
            <a:ext cx="90487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087F8C"/>
                </a:solidFill>
                <a:latin typeface="DejaVu Sans"/>
                <a:ea typeface="DejaVu Sans"/>
                <a:cs typeface="DejaVu Sans"/>
              </a:defRPr>
            </a:pPr>
            <a:r>
              <a:rPr sz="1650" b="0">
                <a:solidFill>
                  <a:srgbClr val="087F8C"/>
                </a:solidFill>
                <a:latin typeface="DejaVu Sans"/>
                <a:ea typeface="DejaVu Sans"/>
                <a:cs typeface="DejaVu Sans"/>
                <a:hlinkClick xmlns:r="http://schemas.openxmlformats.org/officeDocument/2006/relationships" r:id="Rc92869a4defe417f"/>
              </a:rPr>
              <a:t>ScoringProfile.swift  ·  sprint001</a:t>
            </a:r>
          </a:p>
        </p:txBody>
      </p:sp>
      <p:sp>
        <p:nvSpPr>
          <p:cNvPr id="26" name="u683">
            <a:extLst xmlns:a="http://schemas.openxmlformats.org/drawingml/2006/main">
              <a:ext uri="{FF2B5EF4-FFF2-40B4-BE49-F238E27FC236}">
                <a16:creationId xmlns:a16="http://schemas.microsoft.com/office/drawing/2014/main" id="{A1CAF5A2-5CC9-4457-B5CA-3FA93BE3A00B}"/>
              </a:ext>
            </a:extLst>
          </p:cNvPr>
          <p:cNvSpPr>
            <a:spLocks xmlns:a="http://schemas.openxmlformats.org/drawingml/2006/main" noGrp="1"/>
          </p:cNvSpPr>
          <p:nvPr/>
        </p:nvSpPr>
        <p:spPr>
          <a:xfrm xmlns:a="http://schemas.openxmlformats.org/drawingml/2006/main">
            <a:off x="609600" y="12353925"/>
            <a:ext cx="9048750" cy="571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ios/AIShop/AIShopVision/Sources/AIShopVision/CandidateScorer</a:t>
            </a:r>
          </a:p>
        </p:txBody>
      </p:sp>
    </p:spTree>
    <p:extLst>
      <p:ext uri="{BB962C8B-B14F-4D97-AF65-F5344CB8AC3E}">
        <p14:creationId xmlns:p14="http://schemas.microsoft.com/office/powerpoint/2010/main" val="370279730"/>
      </p:ext>
    </p:extLst>
  </p:cSld>
</p:sld>
</file>

<file path=ppt/slides/slide2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9" name="u684">
            <a:extLst xmlns:a="http://schemas.openxmlformats.org/drawingml/2006/main">
              <a:ext uri="{FF2B5EF4-FFF2-40B4-BE49-F238E27FC236}">
                <a16:creationId xmlns:a16="http://schemas.microsoft.com/office/drawing/2014/main" id="{1083A078-A0AA-4439-8A6B-50CAC3CA340D}"/>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PICTURES AND MEASURED TIMELINE</a:t>
            </a:r>
          </a:p>
        </p:txBody>
      </p:sp>
      <p:sp>
        <p:nvSpPr>
          <p:cNvPr id="2" name="u685">
            <a:extLst xmlns:a="http://schemas.openxmlformats.org/drawingml/2006/main">
              <a:ext uri="{FF2B5EF4-FFF2-40B4-BE49-F238E27FC236}">
                <a16:creationId xmlns:a16="http://schemas.microsoft.com/office/drawing/2014/main" id="{0244F106-BE5E-4C69-80FA-3C517D3F137D}"/>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Visibility precedes the signal</a:t>
            </a:r>
          </a:p>
        </p:txBody>
      </p:sp>
      <p:sp>
        <p:nvSpPr>
          <p:cNvPr id="3" name="u686">
            <a:extLst xmlns:a="http://schemas.openxmlformats.org/drawingml/2006/main">
              <a:ext uri="{FF2B5EF4-FFF2-40B4-BE49-F238E27FC236}">
                <a16:creationId xmlns:a16="http://schemas.microsoft.com/office/drawing/2014/main" id="{D32ABD61-0FDD-42DE-95AB-52C5FE7986FA}"/>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Positive Mac run, 20 September 2026.</a:t>
            </a:r>
          </a:p>
        </p:txBody>
      </p:sp>
      <p:sp>
        <p:nvSpPr>
          <p:cNvPr id="4" name="u687">
            <a:extLst xmlns:a="http://schemas.openxmlformats.org/drawingml/2006/main">
              <a:ext uri="{FF2B5EF4-FFF2-40B4-BE49-F238E27FC236}">
                <a16:creationId xmlns:a16="http://schemas.microsoft.com/office/drawing/2014/main" id="{26EA1D37-E6F0-4BA0-A99A-F38740D744E7}"/>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688">
            <a:extLst xmlns:a="http://schemas.openxmlformats.org/drawingml/2006/main">
              <a:ext uri="{FF2B5EF4-FFF2-40B4-BE49-F238E27FC236}">
                <a16:creationId xmlns:a16="http://schemas.microsoft.com/office/drawing/2014/main" id="{91294C9E-8877-4402-9561-9D418E70B90E}"/>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24"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689">
            <a:extLst xmlns:a="http://schemas.openxmlformats.org/drawingml/2006/main">
              <a:ext uri="{FF2B5EF4-FFF2-40B4-BE49-F238E27FC236}">
                <a16:creationId xmlns:a16="http://schemas.microsoft.com/office/drawing/2014/main" id="{DBA54CCF-2161-4D39-8967-5B209E0976AD}"/>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690">
            <a:extLst xmlns:a="http://schemas.openxmlformats.org/drawingml/2006/main">
              <a:ext uri="{FF2B5EF4-FFF2-40B4-BE49-F238E27FC236}">
                <a16:creationId xmlns:a16="http://schemas.microsoft.com/office/drawing/2014/main" id="{91F36CB1-3CF3-43B9-A661-404D73FC7B0A}"/>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23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5b1891382fd4d34"/>
          <a:stretch xmlns:a="http://schemas.openxmlformats.org/drawingml/2006/main"/>
        </p:blipFill>
        <p:spPr>
          <a:xfrm xmlns:a="http://schemas.openxmlformats.org/drawingml/2006/main">
            <a:off x="811113" y="3305175"/>
            <a:ext cx="1387673" cy="2466975"/>
          </a:xfrm>
          <a:prstGeom xmlns:a="http://schemas.openxmlformats.org/drawingml/2006/main" prst="rect">
            <a:avLst/>
          </a:prstGeom>
        </p:spPr>
      </p:pic>
      <p:sp>
        <p:nvSpPr>
          <p:cNvPr id="10" name="u691">
            <a:extLst xmlns:a="http://schemas.openxmlformats.org/drawingml/2006/main">
              <a:ext uri="{FF2B5EF4-FFF2-40B4-BE49-F238E27FC236}">
                <a16:creationId xmlns:a16="http://schemas.microsoft.com/office/drawing/2014/main" id="{BFAA473A-7D6A-48CE-9F62-A9A487900B7E}"/>
              </a:ext>
            </a:extLst>
          </p:cNvPr>
          <p:cNvSpPr>
            <a:spLocks xmlns:a="http://schemas.openxmlformats.org/drawingml/2006/main" noGrp="1"/>
          </p:cNvSpPr>
          <p:nvPr/>
        </p:nvSpPr>
        <p:spPr>
          <a:xfrm xmlns:a="http://schemas.openxmlformats.org/drawingml/2006/main">
            <a:off x="2781300" y="3562350"/>
            <a:ext cx="6381750" cy="523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775" b="1">
                <a:solidFill>
                  <a:srgbClr val="346EB3"/>
                </a:solidFill>
                <a:latin typeface="DejaVu Sans"/>
                <a:ea typeface="DejaVu Sans"/>
                <a:cs typeface="DejaVu Sans"/>
              </a:defRPr>
            </a:pPr>
            <a:r>
              <a:rPr sz="2775" b="1">
                <a:solidFill>
                  <a:srgbClr val="346EB3"/>
                </a:solidFill>
                <a:latin typeface="DejaVu Sans"/>
                <a:ea typeface="DejaVu Sans"/>
                <a:cs typeface="DejaVu Sans"/>
              </a:rPr>
              <a:t>18.0 s</a:t>
            </a:r>
          </a:p>
        </p:txBody>
      </p:sp>
      <p:sp>
        <p:nvSpPr>
          <p:cNvPr id="11" name="u692">
            <a:extLst xmlns:a="http://schemas.openxmlformats.org/drawingml/2006/main">
              <a:ext uri="{FF2B5EF4-FFF2-40B4-BE49-F238E27FC236}">
                <a16:creationId xmlns:a16="http://schemas.microsoft.com/office/drawing/2014/main" id="{D2658C5F-4AF6-4A57-9BA4-99C47A705D6E}"/>
              </a:ext>
            </a:extLst>
          </p:cNvPr>
          <p:cNvSpPr>
            <a:spLocks xmlns:a="http://schemas.openxmlformats.org/drawingml/2006/main" noGrp="1"/>
          </p:cNvSpPr>
          <p:nvPr/>
        </p:nvSpPr>
        <p:spPr>
          <a:xfrm xmlns:a="http://schemas.openxmlformats.org/drawingml/2006/main">
            <a:off x="2781300" y="4248150"/>
            <a:ext cx="6334125" cy="1190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Context just before the annotated</a:t>
            </a:r>
          </a:p>
          <a:p xmlns:a="http://schemas.openxmlformats.org/drawingml/2006/main">
            <a:pPr algn="l">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expected interval begins at 18.3 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85c3895fe6e4464"/>
          <a:stretch xmlns:a="http://schemas.openxmlformats.org/drawingml/2006/main"/>
        </p:blipFill>
        <p:spPr>
          <a:xfrm xmlns:a="http://schemas.openxmlformats.org/drawingml/2006/main">
            <a:off x="811113" y="5991225"/>
            <a:ext cx="1387673" cy="2466975"/>
          </a:xfrm>
          <a:prstGeom xmlns:a="http://schemas.openxmlformats.org/drawingml/2006/main" prst="rect">
            <a:avLst/>
          </a:prstGeom>
        </p:spPr>
      </p:pic>
      <p:sp>
        <p:nvSpPr>
          <p:cNvPr id="13" name="u693">
            <a:extLst xmlns:a="http://schemas.openxmlformats.org/drawingml/2006/main">
              <a:ext uri="{FF2B5EF4-FFF2-40B4-BE49-F238E27FC236}">
                <a16:creationId xmlns:a16="http://schemas.microsoft.com/office/drawing/2014/main" id="{DCD81F32-C43D-462E-AF75-B74C0D802D42}"/>
              </a:ext>
            </a:extLst>
          </p:cNvPr>
          <p:cNvSpPr>
            <a:spLocks xmlns:a="http://schemas.openxmlformats.org/drawingml/2006/main" noGrp="1"/>
          </p:cNvSpPr>
          <p:nvPr/>
        </p:nvSpPr>
        <p:spPr>
          <a:xfrm xmlns:a="http://schemas.openxmlformats.org/drawingml/2006/main">
            <a:off x="2781300" y="6248400"/>
            <a:ext cx="6381750" cy="523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775" b="1">
                <a:solidFill>
                  <a:srgbClr val="087F8C"/>
                </a:solidFill>
                <a:latin typeface="DejaVu Sans"/>
                <a:ea typeface="DejaVu Sans"/>
                <a:cs typeface="DejaVu Sans"/>
              </a:defRPr>
            </a:pPr>
            <a:r>
              <a:rPr sz="2775" b="1">
                <a:solidFill>
                  <a:srgbClr val="087F8C"/>
                </a:solidFill>
                <a:latin typeface="DejaVu Sans"/>
                <a:ea typeface="DejaVu Sans"/>
                <a:cs typeface="DejaVu Sans"/>
              </a:rPr>
              <a:t>24.5 s</a:t>
            </a:r>
          </a:p>
        </p:txBody>
      </p:sp>
      <p:sp>
        <p:nvSpPr>
          <p:cNvPr id="14" name="u694">
            <a:extLst xmlns:a="http://schemas.openxmlformats.org/drawingml/2006/main">
              <a:ext uri="{FF2B5EF4-FFF2-40B4-BE49-F238E27FC236}">
                <a16:creationId xmlns:a16="http://schemas.microsoft.com/office/drawing/2014/main" id="{0108E841-4A7A-4493-B93D-7D61BEBF90D8}"/>
              </a:ext>
            </a:extLst>
          </p:cNvPr>
          <p:cNvSpPr>
            <a:spLocks xmlns:a="http://schemas.openxmlformats.org/drawingml/2006/main" noGrp="1"/>
          </p:cNvSpPr>
          <p:nvPr/>
        </p:nvSpPr>
        <p:spPr>
          <a:xfrm xmlns:a="http://schemas.openxmlformats.org/drawingml/2006/main">
            <a:off x="2781300" y="6934200"/>
            <a:ext cx="6334125" cy="1190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The second supporting sample</a:t>
            </a:r>
          </a:p>
          <a:p xmlns:a="http://schemas.openxmlformats.org/drawingml/2006/main">
            <a:pPr algn="l">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opens the episode.</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54e3def9c34b479d"/>
          <a:stretch xmlns:a="http://schemas.openxmlformats.org/drawingml/2006/main"/>
        </p:blipFill>
        <p:spPr>
          <a:xfrm xmlns:a="http://schemas.openxmlformats.org/drawingml/2006/main">
            <a:off x="811113" y="8677275"/>
            <a:ext cx="1387673" cy="2466975"/>
          </a:xfrm>
          <a:prstGeom xmlns:a="http://schemas.openxmlformats.org/drawingml/2006/main" prst="rect">
            <a:avLst/>
          </a:prstGeom>
        </p:spPr>
      </p:pic>
      <p:sp>
        <p:nvSpPr>
          <p:cNvPr id="16" name="u695">
            <a:extLst xmlns:a="http://schemas.openxmlformats.org/drawingml/2006/main">
              <a:ext uri="{FF2B5EF4-FFF2-40B4-BE49-F238E27FC236}">
                <a16:creationId xmlns:a16="http://schemas.microsoft.com/office/drawing/2014/main" id="{9422A708-C945-4EA6-B433-D4645AAB5C17}"/>
              </a:ext>
            </a:extLst>
          </p:cNvPr>
          <p:cNvSpPr>
            <a:spLocks xmlns:a="http://schemas.openxmlformats.org/drawingml/2006/main" noGrp="1"/>
          </p:cNvSpPr>
          <p:nvPr/>
        </p:nvSpPr>
        <p:spPr>
          <a:xfrm xmlns:a="http://schemas.openxmlformats.org/drawingml/2006/main">
            <a:off x="2781300" y="8934450"/>
            <a:ext cx="6381750" cy="523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775" b="1">
                <a:solidFill>
                  <a:srgbClr val="087F8C"/>
                </a:solidFill>
                <a:latin typeface="DejaVu Sans"/>
                <a:ea typeface="DejaVu Sans"/>
                <a:cs typeface="DejaVu Sans"/>
              </a:defRPr>
            </a:pPr>
            <a:r>
              <a:rPr sz="2775" b="1">
                <a:solidFill>
                  <a:srgbClr val="087F8C"/>
                </a:solidFill>
                <a:latin typeface="DejaVu Sans"/>
                <a:ea typeface="DejaVu Sans"/>
                <a:cs typeface="DejaVu Sans"/>
              </a:rPr>
              <a:t>25.0 s</a:t>
            </a:r>
          </a:p>
        </p:txBody>
      </p:sp>
      <p:sp>
        <p:nvSpPr>
          <p:cNvPr id="17" name="u696">
            <a:extLst xmlns:a="http://schemas.openxmlformats.org/drawingml/2006/main">
              <a:ext uri="{FF2B5EF4-FFF2-40B4-BE49-F238E27FC236}">
                <a16:creationId xmlns:a16="http://schemas.microsoft.com/office/drawing/2014/main" id="{1C4F9D1D-B41E-4A43-B734-7B31101E2190}"/>
              </a:ext>
            </a:extLst>
          </p:cNvPr>
          <p:cNvSpPr>
            <a:spLocks xmlns:a="http://schemas.openxmlformats.org/drawingml/2006/main" noGrp="1"/>
          </p:cNvSpPr>
          <p:nvPr/>
        </p:nvSpPr>
        <p:spPr>
          <a:xfrm xmlns:a="http://schemas.openxmlformats.org/drawingml/2006/main">
            <a:off x="2781300" y="9620250"/>
            <a:ext cx="6334125" cy="11906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A lower distance replaces</a:t>
            </a:r>
          </a:p>
          <a:p xmlns:a="http://schemas.openxmlformats.org/drawingml/2006/main">
            <a:pPr algn="l">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the episode’s best frame.</a:t>
            </a:r>
          </a:p>
        </p:txBody>
      </p:sp>
      <p:sp>
        <p:nvSpPr>
          <p:cNvPr id="18" name="u697">
            <a:extLst xmlns:a="http://schemas.openxmlformats.org/drawingml/2006/main">
              <a:ext uri="{FF2B5EF4-FFF2-40B4-BE49-F238E27FC236}">
                <a16:creationId xmlns:a16="http://schemas.microsoft.com/office/drawing/2014/main" id="{E6E1A821-70F5-4057-9724-06BC072F91B7}"/>
              </a:ext>
            </a:extLst>
          </p:cNvPr>
          <p:cNvSpPr>
            <a:spLocks xmlns:a="http://schemas.openxmlformats.org/drawingml/2006/main" noGrp="1"/>
          </p:cNvSpPr>
          <p:nvPr/>
        </p:nvSpPr>
        <p:spPr>
          <a:xfrm xmlns:a="http://schemas.openxmlformats.org/drawingml/2006/main">
            <a:off x="628650" y="11791950"/>
            <a:ext cx="9048750" cy="742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475" b="1">
                <a:solidFill>
                  <a:srgbClr val="087F8C"/>
                </a:solidFill>
                <a:latin typeface="DejaVu Sans"/>
                <a:ea typeface="DejaVu Sans"/>
                <a:cs typeface="DejaVu Sans"/>
              </a:defRPr>
            </a:pPr>
            <a:r>
              <a:rPr sz="2475" b="1">
                <a:solidFill>
                  <a:srgbClr val="087F8C"/>
                </a:solidFill>
                <a:latin typeface="DejaVu Sans"/>
                <a:ea typeface="DejaVu Sans"/>
                <a:cs typeface="DejaVu Sans"/>
              </a:rPr>
              <a:t>6.2 seconds from annotated visibility to opening</a:t>
            </a:r>
          </a:p>
        </p:txBody>
      </p:sp>
    </p:spTree>
    <p:extLst>
      <p:ext uri="{BB962C8B-B14F-4D97-AF65-F5344CB8AC3E}">
        <p14:creationId xmlns:p14="http://schemas.microsoft.com/office/powerpoint/2010/main" val="1103767568"/>
      </p:ext>
    </p:extLst>
  </p:cSld>
</p:sld>
</file>

<file path=ppt/slides/slide2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u698">
            <a:extLst xmlns:a="http://schemas.openxmlformats.org/drawingml/2006/main">
              <a:ext uri="{FF2B5EF4-FFF2-40B4-BE49-F238E27FC236}">
                <a16:creationId xmlns:a16="http://schemas.microsoft.com/office/drawing/2014/main" id="{C1E411DB-6009-4597-B13D-348AD54FA38D}"/>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MEASURED CHART</a:t>
            </a:r>
          </a:p>
        </p:txBody>
      </p:sp>
      <p:sp>
        <p:nvSpPr>
          <p:cNvPr id="2" name="u699">
            <a:extLst xmlns:a="http://schemas.openxmlformats.org/drawingml/2006/main">
              <a:ext uri="{FF2B5EF4-FFF2-40B4-BE49-F238E27FC236}">
                <a16:creationId xmlns:a16="http://schemas.microsoft.com/office/drawing/2014/main" id="{9C71194E-9A30-41FC-BEB7-FEE67554AE11}"/>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Five samples support a match</a:t>
            </a:r>
          </a:p>
        </p:txBody>
      </p:sp>
      <p:sp>
        <p:nvSpPr>
          <p:cNvPr id="3" name="u700">
            <a:extLst xmlns:a="http://schemas.openxmlformats.org/drawingml/2006/main">
              <a:ext uri="{FF2B5EF4-FFF2-40B4-BE49-F238E27FC236}">
                <a16:creationId xmlns:a16="http://schemas.microsoft.com/office/drawing/2014/main" id="{0D1E170F-26DD-4A6C-B330-67F4FF58C8E5}"/>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Lower feature distance is closer to the reference.</a:t>
            </a:r>
          </a:p>
        </p:txBody>
      </p:sp>
      <p:sp>
        <p:nvSpPr>
          <p:cNvPr id="4" name="u701">
            <a:extLst xmlns:a="http://schemas.openxmlformats.org/drawingml/2006/main">
              <a:ext uri="{FF2B5EF4-FFF2-40B4-BE49-F238E27FC236}">
                <a16:creationId xmlns:a16="http://schemas.microsoft.com/office/drawing/2014/main" id="{1E11E125-2FCA-4403-A105-3799DA7D3928}"/>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702">
            <a:extLst xmlns:a="http://schemas.openxmlformats.org/drawingml/2006/main">
              <a:ext uri="{FF2B5EF4-FFF2-40B4-BE49-F238E27FC236}">
                <a16:creationId xmlns:a16="http://schemas.microsoft.com/office/drawing/2014/main" id="{A830B4B8-53A3-4AAB-96C5-7992A728BEF3}"/>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18"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703">
            <a:extLst xmlns:a="http://schemas.openxmlformats.org/drawingml/2006/main">
              <a:ext uri="{FF2B5EF4-FFF2-40B4-BE49-F238E27FC236}">
                <a16:creationId xmlns:a16="http://schemas.microsoft.com/office/drawing/2014/main" id="{DCE8A850-5FA2-45C9-9C6D-4BFE8609DE44}"/>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704">
            <a:extLst xmlns:a="http://schemas.openxmlformats.org/drawingml/2006/main">
              <a:ext uri="{FF2B5EF4-FFF2-40B4-BE49-F238E27FC236}">
                <a16:creationId xmlns:a16="http://schemas.microsoft.com/office/drawing/2014/main" id="{2F396785-73F0-4566-A48D-F9BDCF6A81C3}"/>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24</a:t>
            </a:r>
          </a:p>
        </p:txBody>
      </p:sp>
      <p:graphicFrame>
        <p:nvGraphicFramePr>
          <p:cNvPr id="21" name="Chart"/>
          <p:cNvGraphicFramePr/>
          <p:nvPr/>
        </p:nvGraphicFramePr>
        <p:xfrm>
          <a:off xmlns:a="http://schemas.openxmlformats.org/drawingml/2006/main" x="600075" y="3705225"/>
          <a:ext xmlns:a="http://schemas.openxmlformats.org/drawingml/2006/main" cx="9048750" cy="5905500"/>
        </p:xfrm>
        <a:graphic xmlns:a="http://schemas.openxmlformats.org/drawingml/2006/main">
          <a:graphicData uri="http://schemas.openxmlformats.org/drawingml/2006/chart">
            <c:chart xmlns:r="http://schemas.openxmlformats.org/officeDocument/2006/relationships" xmlns:c="http://schemas.openxmlformats.org/drawingml/2006/chart" r:id="R5bb62de058be4264"/>
          </a:graphicData>
        </a:graphic>
      </p:graphicFrame>
      <p:sp>
        <p:nvSpPr>
          <p:cNvPr id="10" name="u705">
            <a:extLst xmlns:a="http://schemas.openxmlformats.org/drawingml/2006/main">
              <a:ext uri="{FF2B5EF4-FFF2-40B4-BE49-F238E27FC236}">
                <a16:creationId xmlns:a16="http://schemas.microsoft.com/office/drawing/2014/main" id="{61AE1E5F-D375-4606-895F-FE9BADC959A3}"/>
              </a:ext>
            </a:extLst>
          </p:cNvPr>
          <p:cNvSpPr>
            <a:spLocks xmlns:a="http://schemas.openxmlformats.org/drawingml/2006/main" noGrp="1"/>
          </p:cNvSpPr>
          <p:nvPr/>
        </p:nvSpPr>
        <p:spPr>
          <a:xfrm xmlns:a="http://schemas.openxmlformats.org/drawingml/2006/main">
            <a:off x="638175" y="10191750"/>
            <a:ext cx="8982075" cy="666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087F8C"/>
                </a:solidFill>
                <a:latin typeface="DejaVu Sans"/>
                <a:ea typeface="DejaVu Sans"/>
                <a:cs typeface="DejaVu Sans"/>
              </a:defRPr>
            </a:pPr>
            <a:r>
              <a:rPr sz="2250" b="1">
                <a:solidFill>
                  <a:srgbClr val="087F8C"/>
                </a:solidFill>
                <a:latin typeface="DejaVu Sans"/>
                <a:ea typeface="DejaVu Sans"/>
                <a:cs typeface="DejaVu Sans"/>
              </a:rPr>
              <a:t>Support: 24.0, 24.5, 25.0, 25.5, 26.0 seconds</a:t>
            </a:r>
          </a:p>
        </p:txBody>
      </p:sp>
      <p:sp>
        <p:nvSpPr>
          <p:cNvPr id="11" name="u706">
            <a:extLst xmlns:a="http://schemas.openxmlformats.org/drawingml/2006/main">
              <a:ext uri="{FF2B5EF4-FFF2-40B4-BE49-F238E27FC236}">
                <a16:creationId xmlns:a16="http://schemas.microsoft.com/office/drawing/2014/main" id="{55EB0F4A-F4AE-4778-891A-005F17E33A4E}"/>
              </a:ext>
            </a:extLst>
          </p:cNvPr>
          <p:cNvSpPr>
            <a:spLocks xmlns:a="http://schemas.openxmlformats.org/drawingml/2006/main" noGrp="1"/>
          </p:cNvSpPr>
          <p:nvPr/>
        </p:nvSpPr>
        <p:spPr>
          <a:xfrm xmlns:a="http://schemas.openxmlformats.org/drawingml/2006/main">
            <a:off x="638175" y="11049000"/>
            <a:ext cx="8982075" cy="904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586974"/>
                </a:solidFill>
                <a:latin typeface="DejaVu Sans"/>
                <a:ea typeface="DejaVu Sans"/>
                <a:cs typeface="DejaVu Sans"/>
              </a:defRPr>
            </a:pPr>
            <a:r>
              <a:rPr sz="2025" b="0">
                <a:solidFill>
                  <a:srgbClr val="586974"/>
                </a:solidFill>
                <a:latin typeface="DejaVu Sans"/>
                <a:ea typeface="DejaVu Sans"/>
                <a:cs typeface="DejaVu Sans"/>
              </a:rPr>
              <a:t>The observed margin is about 0.051.</a:t>
            </a:r>
          </a:p>
          <a:p xmlns:a="http://schemas.openxmlformats.org/drawingml/2006/main">
            <a:pPr algn="l">
              <a:defRPr sz="2025" b="0">
                <a:solidFill>
                  <a:srgbClr val="586974"/>
                </a:solidFill>
                <a:latin typeface="DejaVu Sans"/>
                <a:ea typeface="DejaVu Sans"/>
                <a:cs typeface="DejaVu Sans"/>
              </a:defRPr>
            </a:pPr>
            <a:r>
              <a:rPr sz="2025" b="0">
                <a:solidFill>
                  <a:srgbClr val="586974"/>
                </a:solidFill>
                <a:latin typeface="DejaVu Sans"/>
                <a:ea typeface="DejaVu Sans"/>
                <a:cs typeface="DejaVu Sans"/>
              </a:rPr>
              <a:t>It is a property of these samples, not a robustness guarantee.</a:t>
            </a:r>
          </a:p>
        </p:txBody>
      </p:sp>
      <p:sp>
        <p:nvSpPr>
          <p:cNvPr id="12" name="u707">
            <a:extLst xmlns:a="http://schemas.openxmlformats.org/drawingml/2006/main">
              <a:ext uri="{FF2B5EF4-FFF2-40B4-BE49-F238E27FC236}">
                <a16:creationId xmlns:a16="http://schemas.microsoft.com/office/drawing/2014/main" id="{23F1F9F8-82C8-4A3C-B41B-B6B4A6A4E9A7}"/>
              </a:ext>
            </a:extLst>
          </p:cNvPr>
          <p:cNvSpPr>
            <a:spLocks xmlns:a="http://schemas.openxmlformats.org/drawingml/2006/main" noGrp="1"/>
          </p:cNvSpPr>
          <p:nvPr/>
        </p:nvSpPr>
        <p:spPr>
          <a:xfrm xmlns:a="http://schemas.openxmlformats.org/drawingml/2006/main">
            <a:off x="638175" y="12287250"/>
            <a:ext cx="89154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eb1acb6ebf6c4e98"/>
              </a:rPr>
              <a:t>Open the exact recorded distances</a:t>
            </a:r>
          </a:p>
        </p:txBody>
      </p:sp>
    </p:spTree>
    <p:extLst>
      <p:ext uri="{BB962C8B-B14F-4D97-AF65-F5344CB8AC3E}">
        <p14:creationId xmlns:p14="http://schemas.microsoft.com/office/powerpoint/2010/main" val="243875762"/>
      </p:ext>
    </p:extLst>
  </p:cSld>
</p:sld>
</file>

<file path=ppt/slides/slide2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9" name="u708">
            <a:extLst xmlns:a="http://schemas.openxmlformats.org/drawingml/2006/main">
              <a:ext uri="{FF2B5EF4-FFF2-40B4-BE49-F238E27FC236}">
                <a16:creationId xmlns:a16="http://schemas.microsoft.com/office/drawing/2014/main" id="{D3791CB2-3739-406E-8882-4696E6401E29}"/>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PICTURES WITH MEASURED RESULTS</a:t>
            </a:r>
          </a:p>
        </p:txBody>
      </p:sp>
      <p:sp>
        <p:nvSpPr>
          <p:cNvPr id="2" name="u709">
            <a:extLst xmlns:a="http://schemas.openxmlformats.org/drawingml/2006/main">
              <a:ext uri="{FF2B5EF4-FFF2-40B4-BE49-F238E27FC236}">
                <a16:creationId xmlns:a16="http://schemas.microsoft.com/office/drawing/2014/main" id="{21C3FEB6-4A15-4507-9285-2CDFFC596B11}"/>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The saved fixture outcomes</a:t>
            </a:r>
          </a:p>
        </p:txBody>
      </p:sp>
      <p:sp>
        <p:nvSpPr>
          <p:cNvPr id="3" name="u710">
            <a:extLst xmlns:a="http://schemas.openxmlformats.org/drawingml/2006/main">
              <a:ext uri="{FF2B5EF4-FFF2-40B4-BE49-F238E27FC236}">
                <a16:creationId xmlns:a16="http://schemas.microsoft.com/office/drawing/2014/main" id="{BF48EF47-F811-4CE5-B28C-A7D3DF532A17}"/>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The gate checks episode openings in fixed annotation zones.</a:t>
            </a:r>
          </a:p>
        </p:txBody>
      </p:sp>
      <p:sp>
        <p:nvSpPr>
          <p:cNvPr id="4" name="u711">
            <a:extLst xmlns:a="http://schemas.openxmlformats.org/drawingml/2006/main">
              <a:ext uri="{FF2B5EF4-FFF2-40B4-BE49-F238E27FC236}">
                <a16:creationId xmlns:a16="http://schemas.microsoft.com/office/drawing/2014/main" id="{5AFAA55C-48CF-43E7-9F3C-F58A2C264732}"/>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712">
            <a:extLst xmlns:a="http://schemas.openxmlformats.org/drawingml/2006/main">
              <a:ext uri="{FF2B5EF4-FFF2-40B4-BE49-F238E27FC236}">
                <a16:creationId xmlns:a16="http://schemas.microsoft.com/office/drawing/2014/main" id="{2B2214BF-066D-4060-863C-2E76974A8EC5}"/>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24"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713">
            <a:extLst xmlns:a="http://schemas.openxmlformats.org/drawingml/2006/main">
              <a:ext uri="{FF2B5EF4-FFF2-40B4-BE49-F238E27FC236}">
                <a16:creationId xmlns:a16="http://schemas.microsoft.com/office/drawing/2014/main" id="{385E6DCF-554E-4DDA-83D4-07CA3CB08274}"/>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714">
            <a:extLst xmlns:a="http://schemas.openxmlformats.org/drawingml/2006/main">
              <a:ext uri="{FF2B5EF4-FFF2-40B4-BE49-F238E27FC236}">
                <a16:creationId xmlns:a16="http://schemas.microsoft.com/office/drawing/2014/main" id="{77DC1369-A773-4BBE-BA72-20BF73693871}"/>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25</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3ccfa596a324b13"/>
          <a:stretch xmlns:a="http://schemas.openxmlformats.org/drawingml/2006/main"/>
        </p:blipFill>
        <p:spPr>
          <a:xfrm xmlns:a="http://schemas.openxmlformats.org/drawingml/2006/main">
            <a:off x="771525" y="3603096"/>
            <a:ext cx="1866900" cy="3318933"/>
          </a:xfrm>
          <a:prstGeom xmlns:a="http://schemas.openxmlformats.org/drawingml/2006/main" prst="rect">
            <a:avLst/>
          </a:prstGeom>
        </p:spPr>
      </p:pic>
      <p:sp>
        <p:nvSpPr>
          <p:cNvPr id="10" name="u715">
            <a:extLst xmlns:a="http://schemas.openxmlformats.org/drawingml/2006/main">
              <a:ext uri="{FF2B5EF4-FFF2-40B4-BE49-F238E27FC236}">
                <a16:creationId xmlns:a16="http://schemas.microsoft.com/office/drawing/2014/main" id="{1604A5F2-C707-4AC9-91A6-FB9C9231836D}"/>
              </a:ext>
            </a:extLst>
          </p:cNvPr>
          <p:cNvSpPr>
            <a:spLocks xmlns:a="http://schemas.openxmlformats.org/drawingml/2006/main" noGrp="1"/>
          </p:cNvSpPr>
          <p:nvPr/>
        </p:nvSpPr>
        <p:spPr>
          <a:xfrm xmlns:a="http://schemas.openxmlformats.org/drawingml/2006/main">
            <a:off x="3276600" y="3829050"/>
            <a:ext cx="6048375"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475" b="1">
                <a:solidFill>
                  <a:srgbClr val="087F8C"/>
                </a:solidFill>
                <a:latin typeface="DejaVu Sans"/>
                <a:ea typeface="DejaVu Sans"/>
                <a:cs typeface="DejaVu Sans"/>
              </a:defRPr>
            </a:pPr>
            <a:r>
              <a:rPr sz="2475" b="1">
                <a:solidFill>
                  <a:srgbClr val="087F8C"/>
                </a:solidFill>
                <a:latin typeface="DejaVu Sans"/>
                <a:ea typeface="DejaVu Sans"/>
                <a:cs typeface="DejaVu Sans"/>
              </a:rPr>
              <a:t>Positive</a:t>
            </a:r>
          </a:p>
        </p:txBody>
      </p:sp>
      <p:sp>
        <p:nvSpPr>
          <p:cNvPr id="11" name="u716">
            <a:extLst xmlns:a="http://schemas.openxmlformats.org/drawingml/2006/main">
              <a:ext uri="{FF2B5EF4-FFF2-40B4-BE49-F238E27FC236}">
                <a16:creationId xmlns:a16="http://schemas.microsoft.com/office/drawing/2014/main" id="{7E6657F9-85A1-494E-B008-BFF11ED3F2E0}"/>
              </a:ext>
            </a:extLst>
          </p:cNvPr>
          <p:cNvSpPr>
            <a:spLocks xmlns:a="http://schemas.openxmlformats.org/drawingml/2006/main" noGrp="1"/>
          </p:cNvSpPr>
          <p:nvPr/>
        </p:nvSpPr>
        <p:spPr>
          <a:xfrm xmlns:a="http://schemas.openxmlformats.org/drawingml/2006/main">
            <a:off x="3276600" y="4476750"/>
            <a:ext cx="6000750" cy="752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4350" b="1">
                <a:solidFill>
                  <a:srgbClr val="087F8C"/>
                </a:solidFill>
                <a:latin typeface="DejaVu Sans"/>
                <a:ea typeface="DejaVu Sans"/>
                <a:cs typeface="DejaVu Sans"/>
              </a:defRPr>
            </a:pPr>
            <a:r>
              <a:rPr sz="4350" b="1">
                <a:solidFill>
                  <a:srgbClr val="087F8C"/>
                </a:solidFill>
                <a:latin typeface="DejaVu Sans"/>
                <a:ea typeface="DejaVu Sans"/>
                <a:cs typeface="DejaVu Sans"/>
              </a:rPr>
              <a:t>1 episode</a:t>
            </a:r>
          </a:p>
        </p:txBody>
      </p:sp>
      <p:sp>
        <p:nvSpPr>
          <p:cNvPr id="12" name="u717">
            <a:extLst xmlns:a="http://schemas.openxmlformats.org/drawingml/2006/main">
              <a:ext uri="{FF2B5EF4-FFF2-40B4-BE49-F238E27FC236}">
                <a16:creationId xmlns:a16="http://schemas.microsoft.com/office/drawing/2014/main" id="{0540C21B-F148-405F-872C-BBE92C58E16C}"/>
              </a:ext>
            </a:extLst>
          </p:cNvPr>
          <p:cNvSpPr>
            <a:spLocks xmlns:a="http://schemas.openxmlformats.org/drawingml/2006/main" noGrp="1"/>
          </p:cNvSpPr>
          <p:nvPr/>
        </p:nvSpPr>
        <p:spPr>
          <a:xfrm xmlns:a="http://schemas.openxmlformats.org/drawingml/2006/main">
            <a:off x="3276600" y="5543550"/>
            <a:ext cx="6000750" cy="1000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56 analyzed samples</a:t>
            </a:r>
          </a:p>
          <a:p xmlns:a="http://schemas.openxmlformats.org/drawingml/2006/main">
            <a:pPr algn="l">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Opening at 24.5 seconds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603b2cc8a324454"/>
          <a:stretch xmlns:a="http://schemas.openxmlformats.org/drawingml/2006/main"/>
        </p:blipFill>
        <p:spPr>
          <a:xfrm xmlns:a="http://schemas.openxmlformats.org/drawingml/2006/main">
            <a:off x="771525" y="7822671"/>
            <a:ext cx="1866900" cy="3318933"/>
          </a:xfrm>
          <a:prstGeom xmlns:a="http://schemas.openxmlformats.org/drawingml/2006/main" prst="rect">
            <a:avLst/>
          </a:prstGeom>
        </p:spPr>
      </p:pic>
      <p:sp>
        <p:nvSpPr>
          <p:cNvPr id="14" name="u718">
            <a:extLst xmlns:a="http://schemas.openxmlformats.org/drawingml/2006/main">
              <a:ext uri="{FF2B5EF4-FFF2-40B4-BE49-F238E27FC236}">
                <a16:creationId xmlns:a16="http://schemas.microsoft.com/office/drawing/2014/main" id="{9E497DF2-62D8-4A0B-A2FC-EBE4B0715B34}"/>
              </a:ext>
            </a:extLst>
          </p:cNvPr>
          <p:cNvSpPr>
            <a:spLocks xmlns:a="http://schemas.openxmlformats.org/drawingml/2006/main" noGrp="1"/>
          </p:cNvSpPr>
          <p:nvPr/>
        </p:nvSpPr>
        <p:spPr>
          <a:xfrm xmlns:a="http://schemas.openxmlformats.org/drawingml/2006/main">
            <a:off x="3276600" y="8048625"/>
            <a:ext cx="6048375"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475" b="1">
                <a:solidFill>
                  <a:srgbClr val="346EB3"/>
                </a:solidFill>
                <a:latin typeface="DejaVu Sans"/>
                <a:ea typeface="DejaVu Sans"/>
                <a:cs typeface="DejaVu Sans"/>
              </a:defRPr>
            </a:pPr>
            <a:r>
              <a:rPr sz="2475" b="1">
                <a:solidFill>
                  <a:srgbClr val="346EB3"/>
                </a:solidFill>
                <a:latin typeface="DejaVu Sans"/>
                <a:ea typeface="DejaVu Sans"/>
                <a:cs typeface="DejaVu Sans"/>
              </a:rPr>
              <a:t>Control</a:t>
            </a:r>
          </a:p>
        </p:txBody>
      </p:sp>
      <p:sp>
        <p:nvSpPr>
          <p:cNvPr id="15" name="u719">
            <a:extLst xmlns:a="http://schemas.openxmlformats.org/drawingml/2006/main">
              <a:ext uri="{FF2B5EF4-FFF2-40B4-BE49-F238E27FC236}">
                <a16:creationId xmlns:a16="http://schemas.microsoft.com/office/drawing/2014/main" id="{2F2DCDB1-A206-44A3-8FED-1C334329EA9B}"/>
              </a:ext>
            </a:extLst>
          </p:cNvPr>
          <p:cNvSpPr>
            <a:spLocks xmlns:a="http://schemas.openxmlformats.org/drawingml/2006/main" noGrp="1"/>
          </p:cNvSpPr>
          <p:nvPr/>
        </p:nvSpPr>
        <p:spPr>
          <a:xfrm xmlns:a="http://schemas.openxmlformats.org/drawingml/2006/main">
            <a:off x="3276600" y="8696325"/>
            <a:ext cx="6000750" cy="752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4350" b="1">
                <a:solidFill>
                  <a:srgbClr val="346EB3"/>
                </a:solidFill>
                <a:latin typeface="DejaVu Sans"/>
                <a:ea typeface="DejaVu Sans"/>
                <a:cs typeface="DejaVu Sans"/>
              </a:defRPr>
            </a:pPr>
            <a:r>
              <a:rPr sz="4350" b="1">
                <a:solidFill>
                  <a:srgbClr val="346EB3"/>
                </a:solidFill>
                <a:latin typeface="DejaVu Sans"/>
                <a:ea typeface="DejaVu Sans"/>
                <a:cs typeface="DejaVu Sans"/>
              </a:rPr>
              <a:t>0 openings</a:t>
            </a:r>
          </a:p>
        </p:txBody>
      </p:sp>
      <p:sp>
        <p:nvSpPr>
          <p:cNvPr id="16" name="u720">
            <a:extLst xmlns:a="http://schemas.openxmlformats.org/drawingml/2006/main">
              <a:ext uri="{FF2B5EF4-FFF2-40B4-BE49-F238E27FC236}">
                <a16:creationId xmlns:a16="http://schemas.microsoft.com/office/drawing/2014/main" id="{CDBDE0C5-A473-4247-8CB5-09B05BC13F4F}"/>
              </a:ext>
            </a:extLst>
          </p:cNvPr>
          <p:cNvSpPr>
            <a:spLocks xmlns:a="http://schemas.openxmlformats.org/drawingml/2006/main" noGrp="1"/>
          </p:cNvSpPr>
          <p:nvPr/>
        </p:nvSpPr>
        <p:spPr>
          <a:xfrm xmlns:a="http://schemas.openxmlformats.org/drawingml/2006/main">
            <a:off x="3276600" y="9763125"/>
            <a:ext cx="6000750" cy="1000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26 analyzed samples</a:t>
            </a:r>
          </a:p>
          <a:p xmlns:a="http://schemas.openxmlformats.org/drawingml/2006/main">
            <a:pPr algn="l">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Minimum distance ≈ 0.906</a:t>
            </a:r>
          </a:p>
        </p:txBody>
      </p:sp>
      <p:sp>
        <p:nvSpPr>
          <p:cNvPr id="17" name="u721">
            <a:extLst xmlns:a="http://schemas.openxmlformats.org/drawingml/2006/main">
              <a:ext uri="{FF2B5EF4-FFF2-40B4-BE49-F238E27FC236}">
                <a16:creationId xmlns:a16="http://schemas.microsoft.com/office/drawing/2014/main" id="{AC8CA55A-3BBD-408C-9BC2-973835BCB30D}"/>
              </a:ext>
            </a:extLst>
          </p:cNvPr>
          <p:cNvSpPr>
            <a:spLocks xmlns:a="http://schemas.openxmlformats.org/drawingml/2006/main" noGrp="1"/>
          </p:cNvSpPr>
          <p:nvPr/>
        </p:nvSpPr>
        <p:spPr>
          <a:xfrm xmlns:a="http://schemas.openxmlformats.org/drawingml/2006/main">
            <a:off x="704850" y="11953875"/>
            <a:ext cx="414337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a68d5cb1527b4a5a"/>
              </a:rPr>
              <a:t>Positive evaluation</a:t>
            </a:r>
          </a:p>
        </p:txBody>
      </p:sp>
      <p:sp>
        <p:nvSpPr>
          <p:cNvPr id="18" name="u722">
            <a:extLst xmlns:a="http://schemas.openxmlformats.org/drawingml/2006/main">
              <a:ext uri="{FF2B5EF4-FFF2-40B4-BE49-F238E27FC236}">
                <a16:creationId xmlns:a16="http://schemas.microsoft.com/office/drawing/2014/main" id="{F4AE913F-1C44-4D53-82D8-846A86E95029}"/>
              </a:ext>
            </a:extLst>
          </p:cNvPr>
          <p:cNvSpPr>
            <a:spLocks xmlns:a="http://schemas.openxmlformats.org/drawingml/2006/main" noGrp="1"/>
          </p:cNvSpPr>
          <p:nvPr/>
        </p:nvSpPr>
        <p:spPr>
          <a:xfrm xmlns:a="http://schemas.openxmlformats.org/drawingml/2006/main">
            <a:off x="5505450" y="11953875"/>
            <a:ext cx="414337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2e122058175548b5"/>
              </a:rPr>
              <a:t>Control evaluation</a:t>
            </a:r>
          </a:p>
        </p:txBody>
      </p:sp>
    </p:spTree>
    <p:extLst>
      <p:ext uri="{BB962C8B-B14F-4D97-AF65-F5344CB8AC3E}">
        <p14:creationId xmlns:p14="http://schemas.microsoft.com/office/powerpoint/2010/main" val="79262103"/>
      </p:ext>
    </p:extLst>
  </p:cSld>
</p:sld>
</file>

<file path=ppt/slides/slide2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4" name="u723">
            <a:extLst xmlns:a="http://schemas.openxmlformats.org/drawingml/2006/main">
              <a:ext uri="{FF2B5EF4-FFF2-40B4-BE49-F238E27FC236}">
                <a16:creationId xmlns:a16="http://schemas.microsoft.com/office/drawing/2014/main" id="{D31DDAE7-47D2-4342-94AB-883C0F6A553D}"/>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PACKAGES AND ACTIVITY</a:t>
            </a:r>
          </a:p>
        </p:txBody>
      </p:sp>
      <p:sp>
        <p:nvSpPr>
          <p:cNvPr id="2" name="u724">
            <a:extLst xmlns:a="http://schemas.openxmlformats.org/drawingml/2006/main">
              <a:ext uri="{FF2B5EF4-FFF2-40B4-BE49-F238E27FC236}">
                <a16:creationId xmlns:a16="http://schemas.microsoft.com/office/drawing/2014/main" id="{9AA9B0F0-E693-4604-AD5B-42F2DEC680F8}"/>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Evaluation is outside inference</a:t>
            </a:r>
          </a:p>
        </p:txBody>
      </p:sp>
      <p:sp>
        <p:nvSpPr>
          <p:cNvPr id="3" name="u725">
            <a:extLst xmlns:a="http://schemas.openxmlformats.org/drawingml/2006/main">
              <a:ext uri="{FF2B5EF4-FFF2-40B4-BE49-F238E27FC236}">
                <a16:creationId xmlns:a16="http://schemas.microsoft.com/office/drawing/2014/main" id="{FBF813C6-67E6-4E8A-977B-39C7EA0B9A16}"/>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Expected answers belong to the evaluation target.</a:t>
            </a:r>
          </a:p>
        </p:txBody>
      </p:sp>
      <p:sp>
        <p:nvSpPr>
          <p:cNvPr id="4" name="u726">
            <a:extLst xmlns:a="http://schemas.openxmlformats.org/drawingml/2006/main">
              <a:ext uri="{FF2B5EF4-FFF2-40B4-BE49-F238E27FC236}">
                <a16:creationId xmlns:a16="http://schemas.microsoft.com/office/drawing/2014/main" id="{9ABDEC80-AFF3-42EE-8FDC-A27973ECC3F6}"/>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727">
            <a:extLst xmlns:a="http://schemas.openxmlformats.org/drawingml/2006/main">
              <a:ext uri="{FF2B5EF4-FFF2-40B4-BE49-F238E27FC236}">
                <a16:creationId xmlns:a16="http://schemas.microsoft.com/office/drawing/2014/main" id="{08DBACDE-0035-4D98-956B-3CFE0D5282A3}"/>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39"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728">
            <a:extLst xmlns:a="http://schemas.openxmlformats.org/drawingml/2006/main">
              <a:ext uri="{FF2B5EF4-FFF2-40B4-BE49-F238E27FC236}">
                <a16:creationId xmlns:a16="http://schemas.microsoft.com/office/drawing/2014/main" id="{8BCAA007-9065-405E-ACE6-069656EE4369}"/>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729">
            <a:extLst xmlns:a="http://schemas.openxmlformats.org/drawingml/2006/main">
              <a:ext uri="{FF2B5EF4-FFF2-40B4-BE49-F238E27FC236}">
                <a16:creationId xmlns:a16="http://schemas.microsoft.com/office/drawing/2014/main" id="{990A88EB-4C8F-4E96-8E69-F2F8E167BC9F}"/>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26</a:t>
            </a:r>
          </a:p>
        </p:txBody>
      </p:sp>
      <p:sp>
        <p:nvSpPr>
          <p:cNvPr id="9" name="u730">
            <a:extLst xmlns:a="http://schemas.openxmlformats.org/drawingml/2006/main">
              <a:ext uri="{FF2B5EF4-FFF2-40B4-BE49-F238E27FC236}">
                <a16:creationId xmlns:a16="http://schemas.microsoft.com/office/drawing/2014/main" id="{CE2F04AA-C913-42BA-B76E-9EEA61ADABDF}"/>
              </a:ext>
            </a:extLst>
          </p:cNvPr>
          <p:cNvSpPr>
            <a:spLocks xmlns:a="http://schemas.openxmlformats.org/drawingml/2006/main" noGrp="1"/>
          </p:cNvSpPr>
          <p:nvPr/>
        </p:nvSpPr>
        <p:spPr>
          <a:xfrm xmlns:a="http://schemas.openxmlformats.org/drawingml/2006/main">
            <a:off x="685800" y="3333750"/>
            <a:ext cx="8953500" cy="3905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86974"/>
                </a:solidFill>
                <a:latin typeface="DejaVu Sans"/>
                <a:ea typeface="DejaVu Sans"/>
                <a:cs typeface="DejaVu Sans"/>
              </a:defRPr>
            </a:pPr>
            <a:r>
              <a:rPr sz="1800" b="0">
                <a:solidFill>
                  <a:srgbClr val="586974"/>
                </a:solidFill>
                <a:latin typeface="DejaVu Sans"/>
                <a:ea typeface="DejaVu Sans"/>
                <a:cs typeface="DejaVu Sans"/>
              </a:rPr>
              <a:t>ios/AIShop/AIShopVision/Sources/</a:t>
            </a:r>
          </a:p>
        </p:txBody>
      </p:sp>
      <p:sp>
        <p:nvSpPr>
          <p:cNvPr id="10" name="u731">
            <a:extLst xmlns:a="http://schemas.openxmlformats.org/drawingml/2006/main">
              <a:ext uri="{FF2B5EF4-FFF2-40B4-BE49-F238E27FC236}">
                <a16:creationId xmlns:a16="http://schemas.microsoft.com/office/drawing/2014/main" id="{DC3037EA-090A-43F8-8517-4FB8A1401687}"/>
              </a:ext>
            </a:extLst>
          </p:cNvPr>
          <p:cNvSpPr>
            <a:spLocks xmlns:a="http://schemas.openxmlformats.org/drawingml/2006/main" noGrp="1"/>
          </p:cNvSpPr>
          <p:nvPr/>
        </p:nvSpPr>
        <p:spPr>
          <a:xfrm xmlns:a="http://schemas.openxmlformats.org/drawingml/2006/main">
            <a:off x="685800" y="4229100"/>
            <a:ext cx="8915400" cy="1647825"/>
          </a:xfrm>
          <a:prstGeom xmlns:a="http://schemas.openxmlformats.org/drawingml/2006/main" prst="rect">
            <a:avLst/>
          </a:prstGeom>
          <a:solidFill xmlns:a="http://schemas.openxmlformats.org/drawingml/2006/main">
            <a:srgbClr val="FFFFFF"/>
          </a:solidFill>
          <a:ln xmlns:a="http://schemas.openxmlformats.org/drawingml/2006/main" w="19050">
            <a:solidFill>
              <a:srgbClr val="785CA2"/>
            </a:solidFill>
            <a:prstDash val="solid"/>
          </a:ln>
        </p:spPr>
      </p:sp>
      <p:sp>
        <p:nvSpPr>
          <p:cNvPr id="11" name="u732">
            <a:extLst xmlns:a="http://schemas.openxmlformats.org/drawingml/2006/main">
              <a:ext uri="{FF2B5EF4-FFF2-40B4-BE49-F238E27FC236}">
                <a16:creationId xmlns:a16="http://schemas.microsoft.com/office/drawing/2014/main" id="{C1A94112-E3F7-4C94-898C-F368E5D7CB92}"/>
              </a:ext>
            </a:extLst>
          </p:cNvPr>
          <p:cNvSpPr>
            <a:spLocks xmlns:a="http://schemas.openxmlformats.org/drawingml/2006/main" noGrp="1"/>
          </p:cNvSpPr>
          <p:nvPr/>
        </p:nvSpPr>
        <p:spPr>
          <a:xfrm xmlns:a="http://schemas.openxmlformats.org/drawingml/2006/main">
            <a:off x="685800" y="3943350"/>
            <a:ext cx="4010025"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785CA2"/>
            </a:solidFill>
            <a:prstDash val="solid"/>
          </a:ln>
        </p:spPr>
      </p:sp>
      <p:sp>
        <p:nvSpPr>
          <p:cNvPr id="12" name="u733">
            <a:extLst xmlns:a="http://schemas.openxmlformats.org/drawingml/2006/main">
              <a:ext uri="{FF2B5EF4-FFF2-40B4-BE49-F238E27FC236}">
                <a16:creationId xmlns:a16="http://schemas.microsoft.com/office/drawing/2014/main" id="{3AB37C13-B82C-409C-AA2B-88A11DE94740}"/>
              </a:ext>
            </a:extLst>
          </p:cNvPr>
          <p:cNvSpPr>
            <a:spLocks xmlns:a="http://schemas.openxmlformats.org/drawingml/2006/main" noGrp="1"/>
          </p:cNvSpPr>
          <p:nvPr/>
        </p:nvSpPr>
        <p:spPr>
          <a:xfrm xmlns:a="http://schemas.openxmlformats.org/drawingml/2006/main">
            <a:off x="819150" y="3962400"/>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785CA2"/>
                </a:solidFill>
                <a:latin typeface="DejaVu Sans"/>
                <a:ea typeface="DejaVu Sans"/>
                <a:cs typeface="DejaVu Sans"/>
              </a:defRPr>
            </a:pPr>
            <a:r>
              <a:rPr sz="1875" b="1">
                <a:solidFill>
                  <a:srgbClr val="785CA2"/>
                </a:solidFill>
                <a:latin typeface="DejaVu Sans"/>
                <a:ea typeface="DejaVu Sans"/>
                <a:cs typeface="DejaVu Sans"/>
              </a:rPr>
              <a:t>AIShopVisionEvaluation/</a:t>
            </a:r>
          </a:p>
        </p:txBody>
      </p:sp>
      <p:sp>
        <p:nvSpPr>
          <p:cNvPr id="13" name="u734">
            <a:extLst xmlns:a="http://schemas.openxmlformats.org/drawingml/2006/main">
              <a:ext uri="{FF2B5EF4-FFF2-40B4-BE49-F238E27FC236}">
                <a16:creationId xmlns:a16="http://schemas.microsoft.com/office/drawing/2014/main" id="{B8E58BFC-F24A-42DC-AA3E-95AF40D964DE}"/>
              </a:ext>
            </a:extLst>
          </p:cNvPr>
          <p:cNvSpPr>
            <a:spLocks xmlns:a="http://schemas.openxmlformats.org/drawingml/2006/main" noGrp="1"/>
          </p:cNvSpPr>
          <p:nvPr/>
        </p:nvSpPr>
        <p:spPr>
          <a:xfrm xmlns:a="http://schemas.openxmlformats.org/drawingml/2006/main">
            <a:off x="933450" y="4524375"/>
            <a:ext cx="8410575"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4" name="u735">
            <a:extLst xmlns:a="http://schemas.openxmlformats.org/drawingml/2006/main">
              <a:ext uri="{FF2B5EF4-FFF2-40B4-BE49-F238E27FC236}">
                <a16:creationId xmlns:a16="http://schemas.microsoft.com/office/drawing/2014/main" id="{EA1BEF61-F7A2-44AF-827F-DC3D8ED81591}"/>
              </a:ext>
            </a:extLst>
          </p:cNvPr>
          <p:cNvSpPr>
            <a:spLocks xmlns:a="http://schemas.openxmlformats.org/drawingml/2006/main" noGrp="1"/>
          </p:cNvSpPr>
          <p:nvPr/>
        </p:nvSpPr>
        <p:spPr>
          <a:xfrm xmlns:a="http://schemas.openxmlformats.org/drawingml/2006/main">
            <a:off x="1066800" y="4600575"/>
            <a:ext cx="814387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5" name="u736">
            <a:extLst xmlns:a="http://schemas.openxmlformats.org/drawingml/2006/main">
              <a:ext uri="{FF2B5EF4-FFF2-40B4-BE49-F238E27FC236}">
                <a16:creationId xmlns:a16="http://schemas.microsoft.com/office/drawing/2014/main" id="{F341239F-885C-4EE4-B904-76EBCB418EED}"/>
              </a:ext>
            </a:extLst>
          </p:cNvPr>
          <p:cNvSpPr>
            <a:spLocks xmlns:a="http://schemas.openxmlformats.org/drawingml/2006/main" noGrp="1"/>
          </p:cNvSpPr>
          <p:nvPr/>
        </p:nvSpPr>
        <p:spPr>
          <a:xfrm xmlns:a="http://schemas.openxmlformats.org/drawingml/2006/main">
            <a:off x="1066800" y="4857750"/>
            <a:ext cx="814387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cdfe8323fdd74459"/>
              </a:rPr>
              <a:t>FixtureEvaluator.swift</a:t>
            </a:r>
          </a:p>
        </p:txBody>
      </p:sp>
      <p:sp>
        <p:nvSpPr>
          <p:cNvPr id="16" name="u737">
            <a:extLst xmlns:a="http://schemas.openxmlformats.org/drawingml/2006/main">
              <a:ext uri="{FF2B5EF4-FFF2-40B4-BE49-F238E27FC236}">
                <a16:creationId xmlns:a16="http://schemas.microsoft.com/office/drawing/2014/main" id="{2FEB21A0-6472-451A-93A6-2016A0AA3A64}"/>
              </a:ext>
            </a:extLst>
          </p:cNvPr>
          <p:cNvSpPr>
            <a:spLocks xmlns:a="http://schemas.openxmlformats.org/drawingml/2006/main" noGrp="1"/>
          </p:cNvSpPr>
          <p:nvPr/>
        </p:nvSpPr>
        <p:spPr>
          <a:xfrm xmlns:a="http://schemas.openxmlformats.org/drawingml/2006/main">
            <a:off x="1066800" y="5191125"/>
            <a:ext cx="814387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Validates logs, judges openings, and compares hosts</a:t>
            </a:r>
          </a:p>
        </p:txBody>
      </p:sp>
      <p:sp>
        <p:nvSpPr>
          <p:cNvPr id="17" name="u738">
            <a:extLst xmlns:a="http://schemas.openxmlformats.org/drawingml/2006/main">
              <a:ext uri="{FF2B5EF4-FFF2-40B4-BE49-F238E27FC236}">
                <a16:creationId xmlns:a16="http://schemas.microsoft.com/office/drawing/2014/main" id="{C8D7E4BE-B561-4462-9BD1-018C5907CB26}"/>
              </a:ext>
            </a:extLst>
          </p:cNvPr>
          <p:cNvSpPr>
            <a:spLocks xmlns:a="http://schemas.openxmlformats.org/drawingml/2006/main" noGrp="1"/>
          </p:cNvSpPr>
          <p:nvPr/>
        </p:nvSpPr>
        <p:spPr>
          <a:xfrm xmlns:a="http://schemas.openxmlformats.org/drawingml/2006/main">
            <a:off x="1066800" y="5438775"/>
            <a:ext cx="814387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evaluate(logURL:) / compare(...)</a:t>
            </a:r>
          </a:p>
        </p:txBody>
      </p:sp>
      <p:sp>
        <p:nvSpPr>
          <p:cNvPr id="18" name="u739">
            <a:extLst xmlns:a="http://schemas.openxmlformats.org/drawingml/2006/main">
              <a:ext uri="{FF2B5EF4-FFF2-40B4-BE49-F238E27FC236}">
                <a16:creationId xmlns:a16="http://schemas.microsoft.com/office/drawing/2014/main" id="{C74A3765-0113-491F-9C98-B7FD677DEEAF}"/>
              </a:ext>
            </a:extLst>
          </p:cNvPr>
          <p:cNvSpPr>
            <a:spLocks xmlns:a="http://schemas.openxmlformats.org/drawingml/2006/main" noGrp="1"/>
          </p:cNvSpPr>
          <p:nvPr/>
        </p:nvSpPr>
        <p:spPr>
          <a:xfrm xmlns:a="http://schemas.openxmlformats.org/drawingml/2006/main">
            <a:off x="685800" y="6667500"/>
            <a:ext cx="8915400" cy="1666875"/>
          </a:xfrm>
          <a:prstGeom xmlns:a="http://schemas.openxmlformats.org/drawingml/2006/main" prst="rect">
            <a:avLst/>
          </a:prstGeom>
          <a:solidFill xmlns:a="http://schemas.openxmlformats.org/drawingml/2006/main">
            <a:srgbClr val="FFFFFF"/>
          </a:solidFill>
          <a:ln xmlns:a="http://schemas.openxmlformats.org/drawingml/2006/main" w="19050">
            <a:solidFill>
              <a:srgbClr val="785CA2"/>
            </a:solidFill>
            <a:prstDash val="solid"/>
          </a:ln>
        </p:spPr>
      </p:sp>
      <p:sp>
        <p:nvSpPr>
          <p:cNvPr id="19" name="u740">
            <a:extLst xmlns:a="http://schemas.openxmlformats.org/drawingml/2006/main">
              <a:ext uri="{FF2B5EF4-FFF2-40B4-BE49-F238E27FC236}">
                <a16:creationId xmlns:a16="http://schemas.microsoft.com/office/drawing/2014/main" id="{2AAB2663-3480-4489-85E8-A11FC07831DF}"/>
              </a:ext>
            </a:extLst>
          </p:cNvPr>
          <p:cNvSpPr>
            <a:spLocks xmlns:a="http://schemas.openxmlformats.org/drawingml/2006/main" noGrp="1"/>
          </p:cNvSpPr>
          <p:nvPr/>
        </p:nvSpPr>
        <p:spPr>
          <a:xfrm xmlns:a="http://schemas.openxmlformats.org/drawingml/2006/main">
            <a:off x="685800" y="6381750"/>
            <a:ext cx="3686175"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785CA2"/>
            </a:solidFill>
            <a:prstDash val="solid"/>
          </a:ln>
        </p:spPr>
      </p:sp>
      <p:sp>
        <p:nvSpPr>
          <p:cNvPr id="20" name="u741">
            <a:extLst xmlns:a="http://schemas.openxmlformats.org/drawingml/2006/main">
              <a:ext uri="{FF2B5EF4-FFF2-40B4-BE49-F238E27FC236}">
                <a16:creationId xmlns:a16="http://schemas.microsoft.com/office/drawing/2014/main" id="{DBA570AE-E1F6-4990-AA5B-DCC69A962838}"/>
              </a:ext>
            </a:extLst>
          </p:cNvPr>
          <p:cNvSpPr>
            <a:spLocks xmlns:a="http://schemas.openxmlformats.org/drawingml/2006/main" noGrp="1"/>
          </p:cNvSpPr>
          <p:nvPr/>
        </p:nvSpPr>
        <p:spPr>
          <a:xfrm xmlns:a="http://schemas.openxmlformats.org/drawingml/2006/main">
            <a:off x="819150" y="6400800"/>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785CA2"/>
                </a:solidFill>
                <a:latin typeface="DejaVu Sans"/>
                <a:ea typeface="DejaVu Sans"/>
                <a:cs typeface="DejaVu Sans"/>
              </a:defRPr>
            </a:pPr>
            <a:r>
              <a:rPr sz="1875" b="1">
                <a:solidFill>
                  <a:srgbClr val="785CA2"/>
                </a:solidFill>
                <a:latin typeface="DejaVu Sans"/>
                <a:ea typeface="DejaVu Sans"/>
                <a:cs typeface="DejaVu Sans"/>
              </a:rPr>
              <a:t>AIShopVisionEvaluate/</a:t>
            </a:r>
          </a:p>
        </p:txBody>
      </p:sp>
      <p:sp>
        <p:nvSpPr>
          <p:cNvPr id="21" name="u742">
            <a:extLst xmlns:a="http://schemas.openxmlformats.org/drawingml/2006/main">
              <a:ext uri="{FF2B5EF4-FFF2-40B4-BE49-F238E27FC236}">
                <a16:creationId xmlns:a16="http://schemas.microsoft.com/office/drawing/2014/main" id="{5B1C14EA-499E-4D48-9CB2-34F631903D1A}"/>
              </a:ext>
            </a:extLst>
          </p:cNvPr>
          <p:cNvSpPr>
            <a:spLocks xmlns:a="http://schemas.openxmlformats.org/drawingml/2006/main" noGrp="1"/>
          </p:cNvSpPr>
          <p:nvPr/>
        </p:nvSpPr>
        <p:spPr>
          <a:xfrm xmlns:a="http://schemas.openxmlformats.org/drawingml/2006/main">
            <a:off x="933450" y="6981825"/>
            <a:ext cx="8410575"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22" name="u743">
            <a:extLst xmlns:a="http://schemas.openxmlformats.org/drawingml/2006/main">
              <a:ext uri="{FF2B5EF4-FFF2-40B4-BE49-F238E27FC236}">
                <a16:creationId xmlns:a16="http://schemas.microsoft.com/office/drawing/2014/main" id="{2070C976-D6A9-4240-8F51-62F4B7503964}"/>
              </a:ext>
            </a:extLst>
          </p:cNvPr>
          <p:cNvSpPr>
            <a:spLocks xmlns:a="http://schemas.openxmlformats.org/drawingml/2006/main" noGrp="1"/>
          </p:cNvSpPr>
          <p:nvPr/>
        </p:nvSpPr>
        <p:spPr>
          <a:xfrm xmlns:a="http://schemas.openxmlformats.org/drawingml/2006/main">
            <a:off x="1066800" y="7058025"/>
            <a:ext cx="814387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3" name="u744">
            <a:extLst xmlns:a="http://schemas.openxmlformats.org/drawingml/2006/main">
              <a:ext uri="{FF2B5EF4-FFF2-40B4-BE49-F238E27FC236}">
                <a16:creationId xmlns:a16="http://schemas.microsoft.com/office/drawing/2014/main" id="{1747371C-D076-44EF-AF67-C05200C87301}"/>
              </a:ext>
            </a:extLst>
          </p:cNvPr>
          <p:cNvSpPr>
            <a:spLocks xmlns:a="http://schemas.openxmlformats.org/drawingml/2006/main" noGrp="1"/>
          </p:cNvSpPr>
          <p:nvPr/>
        </p:nvSpPr>
        <p:spPr>
          <a:xfrm xmlns:a="http://schemas.openxmlformats.org/drawingml/2006/main">
            <a:off x="1066800" y="7315200"/>
            <a:ext cx="814387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7adc296dad3c45fa"/>
              </a:rPr>
              <a:t>main.swift</a:t>
            </a:r>
          </a:p>
        </p:txBody>
      </p:sp>
      <p:sp>
        <p:nvSpPr>
          <p:cNvPr id="24" name="u745">
            <a:extLst xmlns:a="http://schemas.openxmlformats.org/drawingml/2006/main">
              <a:ext uri="{FF2B5EF4-FFF2-40B4-BE49-F238E27FC236}">
                <a16:creationId xmlns:a16="http://schemas.microsoft.com/office/drawing/2014/main" id="{04AADC9C-42EE-49C3-91AF-352D0E817558}"/>
              </a:ext>
            </a:extLst>
          </p:cNvPr>
          <p:cNvSpPr>
            <a:spLocks xmlns:a="http://schemas.openxmlformats.org/drawingml/2006/main" noGrp="1"/>
          </p:cNvSpPr>
          <p:nvPr/>
        </p:nvSpPr>
        <p:spPr>
          <a:xfrm xmlns:a="http://schemas.openxmlformats.org/drawingml/2006/main">
            <a:off x="1066800" y="7648575"/>
            <a:ext cx="814387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Parses command arguments and reports exit status</a:t>
            </a:r>
          </a:p>
        </p:txBody>
      </p:sp>
      <p:sp>
        <p:nvSpPr>
          <p:cNvPr id="25" name="u746">
            <a:extLst xmlns:a="http://schemas.openxmlformats.org/drawingml/2006/main">
              <a:ext uri="{FF2B5EF4-FFF2-40B4-BE49-F238E27FC236}">
                <a16:creationId xmlns:a16="http://schemas.microsoft.com/office/drawing/2014/main" id="{926AE59C-CE5E-4014-B6A2-78C66DB41D3E}"/>
              </a:ext>
            </a:extLst>
          </p:cNvPr>
          <p:cNvSpPr>
            <a:spLocks xmlns:a="http://schemas.openxmlformats.org/drawingml/2006/main" noGrp="1"/>
          </p:cNvSpPr>
          <p:nvPr/>
        </p:nvSpPr>
        <p:spPr>
          <a:xfrm xmlns:a="http://schemas.openxmlformats.org/drawingml/2006/main">
            <a:off x="1066800" y="7896225"/>
            <a:ext cx="814387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top-level do block</a:t>
            </a:r>
          </a:p>
        </p:txBody>
      </p:sp>
      <p:sp>
        <p:nvSpPr>
          <p:cNvPr id="26" name="u747">
            <a:extLst xmlns:a="http://schemas.openxmlformats.org/drawingml/2006/main">
              <a:ext uri="{FF2B5EF4-FFF2-40B4-BE49-F238E27FC236}">
                <a16:creationId xmlns:a16="http://schemas.microsoft.com/office/drawing/2014/main" id="{0B4D3F07-ED15-47BD-8974-AA718543A10B}"/>
              </a:ext>
            </a:extLst>
          </p:cNvPr>
          <p:cNvSpPr>
            <a:spLocks xmlns:a="http://schemas.openxmlformats.org/drawingml/2006/main" noGrp="1"/>
          </p:cNvSpPr>
          <p:nvPr/>
        </p:nvSpPr>
        <p:spPr>
          <a:xfrm xmlns:a="http://schemas.openxmlformats.org/drawingml/2006/main">
            <a:off x="1047750" y="9020175"/>
            <a:ext cx="819150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785CA2"/>
            </a:solidFill>
            <a:prstDash val="solid"/>
          </a:ln>
        </p:spPr>
      </p:sp>
      <p:sp>
        <p:nvSpPr>
          <p:cNvPr id="27" name="u748">
            <a:extLst xmlns:a="http://schemas.openxmlformats.org/drawingml/2006/main">
              <a:ext uri="{FF2B5EF4-FFF2-40B4-BE49-F238E27FC236}">
                <a16:creationId xmlns:a16="http://schemas.microsoft.com/office/drawing/2014/main" id="{3DCB006D-B06E-4557-B15B-9A33DC2882C4}"/>
              </a:ext>
            </a:extLst>
          </p:cNvPr>
          <p:cNvSpPr>
            <a:spLocks xmlns:a="http://schemas.openxmlformats.org/drawingml/2006/main" noGrp="1"/>
          </p:cNvSpPr>
          <p:nvPr/>
        </p:nvSpPr>
        <p:spPr>
          <a:xfrm xmlns:a="http://schemas.openxmlformats.org/drawingml/2006/main">
            <a:off x="1219200" y="9096375"/>
            <a:ext cx="7848600" cy="714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Validate input hashes, profile, completion, and samples</a:t>
            </a:r>
          </a:p>
        </p:txBody>
      </p:sp>
      <p:sp>
        <p:nvSpPr>
          <p:cNvPr id="28" name="u749">
            <a:extLst xmlns:a="http://schemas.openxmlformats.org/drawingml/2006/main">
              <a:ext uri="{FF2B5EF4-FFF2-40B4-BE49-F238E27FC236}">
                <a16:creationId xmlns:a16="http://schemas.microsoft.com/office/drawing/2014/main" id="{47D35526-7285-47C5-AB90-C5ED67B7363E}"/>
              </a:ext>
            </a:extLst>
          </p:cNvPr>
          <p:cNvSpPr>
            <a:spLocks xmlns:a="http://schemas.openxmlformats.org/drawingml/2006/main" noGrp="1"/>
          </p:cNvSpPr>
          <p:nvPr/>
        </p:nvSpPr>
        <p:spPr>
          <a:xfrm xmlns:a="http://schemas.openxmlformats.org/drawingml/2006/main">
            <a:off x="5143500" y="98869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9" name="u750">
            <a:extLst xmlns:a="http://schemas.openxmlformats.org/drawingml/2006/main">
              <a:ext uri="{FF2B5EF4-FFF2-40B4-BE49-F238E27FC236}">
                <a16:creationId xmlns:a16="http://schemas.microsoft.com/office/drawing/2014/main" id="{43ED4E8F-3C1F-4282-8E3F-7FBCA77B328D}"/>
              </a:ext>
            </a:extLst>
          </p:cNvPr>
          <p:cNvSpPr>
            <a:spLocks xmlns:a="http://schemas.openxmlformats.org/drawingml/2006/main" noGrp="1"/>
          </p:cNvSpPr>
          <p:nvPr/>
        </p:nvSpPr>
        <p:spPr>
          <a:xfrm xmlns:a="http://schemas.openxmlformats.org/drawingml/2006/main">
            <a:off x="5143500" y="103822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3" name=""/>
          <p:cNvCxnSpPr>
            <a:stCxn xmlns:a="http://schemas.openxmlformats.org/drawingml/2006/main" id="28" idx="4"/>
            <a:endCxn xmlns:a="http://schemas.openxmlformats.org/drawingml/2006/main" id="29" idx="0"/>
          </p:cNvCxnSpPr>
          <p:nvPr/>
        </p:nvCxnSpPr>
        <p:spPr>
          <a:xfrm xmlns:a="http://schemas.openxmlformats.org/drawingml/2006/main">
            <a:off x="5143977" y="9887903"/>
            <a:ext cx="0" cy="494347"/>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31" name="u751">
            <a:extLst xmlns:a="http://schemas.openxmlformats.org/drawingml/2006/main">
              <a:ext uri="{FF2B5EF4-FFF2-40B4-BE49-F238E27FC236}">
                <a16:creationId xmlns:a16="http://schemas.microsoft.com/office/drawing/2014/main" id="{D06FB0CA-DE17-4DEC-9988-86CCF96678D6}"/>
              </a:ext>
            </a:extLst>
          </p:cNvPr>
          <p:cNvSpPr>
            <a:spLocks xmlns:a="http://schemas.openxmlformats.org/drawingml/2006/main" noGrp="1"/>
          </p:cNvSpPr>
          <p:nvPr/>
        </p:nvSpPr>
        <p:spPr>
          <a:xfrm xmlns:a="http://schemas.openxmlformats.org/drawingml/2006/main">
            <a:off x="1047750" y="10639425"/>
            <a:ext cx="8191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785CA2"/>
            </a:solidFill>
            <a:prstDash val="solid"/>
          </a:ln>
        </p:spPr>
      </p:sp>
      <p:sp>
        <p:nvSpPr>
          <p:cNvPr id="32" name="u752">
            <a:extLst xmlns:a="http://schemas.openxmlformats.org/drawingml/2006/main">
              <a:ext uri="{FF2B5EF4-FFF2-40B4-BE49-F238E27FC236}">
                <a16:creationId xmlns:a16="http://schemas.microsoft.com/office/drawing/2014/main" id="{BF7CF673-7E01-4160-97B7-F370C117A06B}"/>
              </a:ext>
            </a:extLst>
          </p:cNvPr>
          <p:cNvSpPr>
            <a:spLocks xmlns:a="http://schemas.openxmlformats.org/drawingml/2006/main" noGrp="1"/>
          </p:cNvSpPr>
          <p:nvPr/>
        </p:nvSpPr>
        <p:spPr>
          <a:xfrm xmlns:a="http://schemas.openxmlformats.org/drawingml/2006/main">
            <a:off x="1219200" y="10715625"/>
            <a:ext cx="7848600" cy="742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Evaluate openings, then compare matching host evidence</a:t>
            </a:r>
          </a:p>
        </p:txBody>
      </p:sp>
      <p:sp>
        <p:nvSpPr>
          <p:cNvPr id="33" name="u753">
            <a:extLst xmlns:a="http://schemas.openxmlformats.org/drawingml/2006/main">
              <a:ext uri="{FF2B5EF4-FFF2-40B4-BE49-F238E27FC236}">
                <a16:creationId xmlns:a16="http://schemas.microsoft.com/office/drawing/2014/main" id="{2343EAD9-2538-4C2E-A672-32503B9DEECC}"/>
              </a:ext>
            </a:extLst>
          </p:cNvPr>
          <p:cNvSpPr>
            <a:spLocks xmlns:a="http://schemas.openxmlformats.org/drawingml/2006/main" noGrp="1"/>
          </p:cNvSpPr>
          <p:nvPr/>
        </p:nvSpPr>
        <p:spPr>
          <a:xfrm xmlns:a="http://schemas.openxmlformats.org/drawingml/2006/main">
            <a:off x="666750" y="12020550"/>
            <a:ext cx="9048750" cy="609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785CA2"/>
                </a:solidFill>
                <a:latin typeface="DejaVu Sans"/>
                <a:ea typeface="DejaVu Sans"/>
                <a:cs typeface="DejaVu Sans"/>
              </a:defRPr>
            </a:pPr>
            <a:r>
              <a:rPr sz="1875" b="0">
                <a:solidFill>
                  <a:srgbClr val="785CA2"/>
                </a:solidFill>
                <a:latin typeface="DejaVu Sans"/>
                <a:ea typeface="DejaVu Sans"/>
                <a:cs typeface="DejaVu Sans"/>
              </a:rPr>
              <a:t>Compare: 0 = agreement    2 = changed decisions    1 = failure</a:t>
            </a:r>
          </a:p>
        </p:txBody>
      </p:sp>
    </p:spTree>
    <p:extLst>
      <p:ext uri="{BB962C8B-B14F-4D97-AF65-F5344CB8AC3E}">
        <p14:creationId xmlns:p14="http://schemas.microsoft.com/office/powerpoint/2010/main" val="2066445025"/>
      </p:ext>
    </p:extLst>
  </p:cSld>
</p:sld>
</file>

<file path=ppt/slides/slide2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4" name="u754">
            <a:extLst xmlns:a="http://schemas.openxmlformats.org/drawingml/2006/main">
              <a:ext uri="{FF2B5EF4-FFF2-40B4-BE49-F238E27FC236}">
                <a16:creationId xmlns:a16="http://schemas.microsoft.com/office/drawing/2014/main" id="{E1D351A2-CD88-43B8-825C-3CD20427B3B5}"/>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PACKAGE AND TEST ARTIFACTS</a:t>
            </a:r>
          </a:p>
        </p:txBody>
      </p:sp>
      <p:sp>
        <p:nvSpPr>
          <p:cNvPr id="2" name="u755">
            <a:extLst xmlns:a="http://schemas.openxmlformats.org/drawingml/2006/main">
              <a:ext uri="{FF2B5EF4-FFF2-40B4-BE49-F238E27FC236}">
                <a16:creationId xmlns:a16="http://schemas.microsoft.com/office/drawing/2014/main" id="{9ECCD31B-4991-437D-ADA7-4D427350AE5F}"/>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Tests for the analysis components</a:t>
            </a:r>
          </a:p>
        </p:txBody>
      </p:sp>
      <p:sp>
        <p:nvSpPr>
          <p:cNvPr id="3" name="u756">
            <a:extLst xmlns:a="http://schemas.openxmlformats.org/drawingml/2006/main">
              <a:ext uri="{FF2B5EF4-FFF2-40B4-BE49-F238E27FC236}">
                <a16:creationId xmlns:a16="http://schemas.microsoft.com/office/drawing/2014/main" id="{293B6321-66B3-44CC-815B-6BD907378B46}"/>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Each file is added relative to the sprint base.</a:t>
            </a:r>
          </a:p>
        </p:txBody>
      </p:sp>
      <p:sp>
        <p:nvSpPr>
          <p:cNvPr id="4" name="u757">
            <a:extLst xmlns:a="http://schemas.openxmlformats.org/drawingml/2006/main">
              <a:ext uri="{FF2B5EF4-FFF2-40B4-BE49-F238E27FC236}">
                <a16:creationId xmlns:a16="http://schemas.microsoft.com/office/drawing/2014/main" id="{4EB15C79-9B62-475F-9FA3-4EB29D75904C}"/>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758">
            <a:extLst xmlns:a="http://schemas.openxmlformats.org/drawingml/2006/main">
              <a:ext uri="{FF2B5EF4-FFF2-40B4-BE49-F238E27FC236}">
                <a16:creationId xmlns:a16="http://schemas.microsoft.com/office/drawing/2014/main" id="{E549C888-B8D5-420C-83AB-5D7C71CAEF4C}"/>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39"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759">
            <a:extLst xmlns:a="http://schemas.openxmlformats.org/drawingml/2006/main">
              <a:ext uri="{FF2B5EF4-FFF2-40B4-BE49-F238E27FC236}">
                <a16:creationId xmlns:a16="http://schemas.microsoft.com/office/drawing/2014/main" id="{2F94A985-1032-44AD-9081-FB8A5261F44C}"/>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760">
            <a:extLst xmlns:a="http://schemas.openxmlformats.org/drawingml/2006/main">
              <a:ext uri="{FF2B5EF4-FFF2-40B4-BE49-F238E27FC236}">
                <a16:creationId xmlns:a16="http://schemas.microsoft.com/office/drawing/2014/main" id="{9EAC2FB4-9D93-4EC5-8B13-1927577A4691}"/>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27</a:t>
            </a:r>
          </a:p>
        </p:txBody>
      </p:sp>
      <p:sp>
        <p:nvSpPr>
          <p:cNvPr id="9" name="u761">
            <a:extLst xmlns:a="http://schemas.openxmlformats.org/drawingml/2006/main">
              <a:ext uri="{FF2B5EF4-FFF2-40B4-BE49-F238E27FC236}">
                <a16:creationId xmlns:a16="http://schemas.microsoft.com/office/drawing/2014/main" id="{1CBE0193-4BD2-4FAB-8183-198C7361C439}"/>
              </a:ext>
            </a:extLst>
          </p:cNvPr>
          <p:cNvSpPr>
            <a:spLocks xmlns:a="http://schemas.openxmlformats.org/drawingml/2006/main" noGrp="1"/>
          </p:cNvSpPr>
          <p:nvPr/>
        </p:nvSpPr>
        <p:spPr>
          <a:xfrm xmlns:a="http://schemas.openxmlformats.org/drawingml/2006/main">
            <a:off x="638175" y="3276600"/>
            <a:ext cx="9048750" cy="466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ios/AIShop/AIShopVision/Tests/AIShopVisionTests/</a:t>
            </a:r>
          </a:p>
        </p:txBody>
      </p:sp>
      <p:sp>
        <p:nvSpPr>
          <p:cNvPr id="10" name="u762">
            <a:extLst xmlns:a="http://schemas.openxmlformats.org/drawingml/2006/main">
              <a:ext uri="{FF2B5EF4-FFF2-40B4-BE49-F238E27FC236}">
                <a16:creationId xmlns:a16="http://schemas.microsoft.com/office/drawing/2014/main" id="{B5866612-DD87-4682-97B6-C16CBD2B344E}"/>
              </a:ext>
            </a:extLst>
          </p:cNvPr>
          <p:cNvSpPr>
            <a:spLocks xmlns:a="http://schemas.openxmlformats.org/drawingml/2006/main" noGrp="1"/>
          </p:cNvSpPr>
          <p:nvPr/>
        </p:nvSpPr>
        <p:spPr>
          <a:xfrm xmlns:a="http://schemas.openxmlformats.org/drawingml/2006/main">
            <a:off x="723900" y="3971925"/>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1" name="u763">
            <a:extLst xmlns:a="http://schemas.openxmlformats.org/drawingml/2006/main">
              <a:ext uri="{FF2B5EF4-FFF2-40B4-BE49-F238E27FC236}">
                <a16:creationId xmlns:a16="http://schemas.microsoft.com/office/drawing/2014/main" id="{3E4B3FC6-BB78-42D4-B286-DDE88966771F}"/>
              </a:ext>
            </a:extLst>
          </p:cNvPr>
          <p:cNvSpPr>
            <a:spLocks xmlns:a="http://schemas.openxmlformats.org/drawingml/2006/main" noGrp="1"/>
          </p:cNvSpPr>
          <p:nvPr/>
        </p:nvSpPr>
        <p:spPr>
          <a:xfrm xmlns:a="http://schemas.openxmlformats.org/drawingml/2006/main">
            <a:off x="857250" y="4048125"/>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2" name="u764">
            <a:extLst xmlns:a="http://schemas.openxmlformats.org/drawingml/2006/main">
              <a:ext uri="{FF2B5EF4-FFF2-40B4-BE49-F238E27FC236}">
                <a16:creationId xmlns:a16="http://schemas.microsoft.com/office/drawing/2014/main" id="{66A672A0-B801-4386-BE85-5DEA9BAD451B}"/>
              </a:ext>
            </a:extLst>
          </p:cNvPr>
          <p:cNvSpPr>
            <a:spLocks xmlns:a="http://schemas.openxmlformats.org/drawingml/2006/main" noGrp="1"/>
          </p:cNvSpPr>
          <p:nvPr/>
        </p:nvSpPr>
        <p:spPr>
          <a:xfrm xmlns:a="http://schemas.openxmlformats.org/drawingml/2006/main">
            <a:off x="857250" y="4305300"/>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342b64ed0d25444a"/>
              </a:rPr>
              <a:t>VisionFeatureAdapterTests.swift</a:t>
            </a:r>
          </a:p>
        </p:txBody>
      </p:sp>
      <p:sp>
        <p:nvSpPr>
          <p:cNvPr id="13" name="u765">
            <a:extLst xmlns:a="http://schemas.openxmlformats.org/drawingml/2006/main">
              <a:ext uri="{FF2B5EF4-FFF2-40B4-BE49-F238E27FC236}">
                <a16:creationId xmlns:a16="http://schemas.microsoft.com/office/drawing/2014/main" id="{51EE46C6-2C00-4761-8C53-17F126597053}"/>
              </a:ext>
            </a:extLst>
          </p:cNvPr>
          <p:cNvSpPr>
            <a:spLocks xmlns:a="http://schemas.openxmlformats.org/drawingml/2006/main" noGrp="1"/>
          </p:cNvSpPr>
          <p:nvPr/>
        </p:nvSpPr>
        <p:spPr>
          <a:xfrm xmlns:a="http://schemas.openxmlformats.org/drawingml/2006/main">
            <a:off x="857250" y="4638675"/>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Real extraction, EXIF handling, invalid image</a:t>
            </a:r>
          </a:p>
        </p:txBody>
      </p:sp>
      <p:sp>
        <p:nvSpPr>
          <p:cNvPr id="14" name="u766">
            <a:extLst xmlns:a="http://schemas.openxmlformats.org/drawingml/2006/main">
              <a:ext uri="{FF2B5EF4-FFF2-40B4-BE49-F238E27FC236}">
                <a16:creationId xmlns:a16="http://schemas.microsoft.com/office/drawing/2014/main" id="{3432B926-254A-49C4-AE16-2C91DFD46125}"/>
              </a:ext>
            </a:extLst>
          </p:cNvPr>
          <p:cNvSpPr>
            <a:spLocks xmlns:a="http://schemas.openxmlformats.org/drawingml/2006/main" noGrp="1"/>
          </p:cNvSpPr>
          <p:nvPr/>
        </p:nvSpPr>
        <p:spPr>
          <a:xfrm xmlns:a="http://schemas.openxmlformats.org/drawingml/2006/main">
            <a:off x="723900" y="5286375"/>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5" name="u767">
            <a:extLst xmlns:a="http://schemas.openxmlformats.org/drawingml/2006/main">
              <a:ext uri="{FF2B5EF4-FFF2-40B4-BE49-F238E27FC236}">
                <a16:creationId xmlns:a16="http://schemas.microsoft.com/office/drawing/2014/main" id="{F711208E-F8D2-4420-8C19-FAE4DE96DA36}"/>
              </a:ext>
            </a:extLst>
          </p:cNvPr>
          <p:cNvSpPr>
            <a:spLocks xmlns:a="http://schemas.openxmlformats.org/drawingml/2006/main" noGrp="1"/>
          </p:cNvSpPr>
          <p:nvPr/>
        </p:nvSpPr>
        <p:spPr>
          <a:xfrm xmlns:a="http://schemas.openxmlformats.org/drawingml/2006/main">
            <a:off x="857250" y="5362575"/>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6" name="u768">
            <a:extLst xmlns:a="http://schemas.openxmlformats.org/drawingml/2006/main">
              <a:ext uri="{FF2B5EF4-FFF2-40B4-BE49-F238E27FC236}">
                <a16:creationId xmlns:a16="http://schemas.microsoft.com/office/drawing/2014/main" id="{D02D976F-D20A-4CE4-95D3-B9D707BF8583}"/>
              </a:ext>
            </a:extLst>
          </p:cNvPr>
          <p:cNvSpPr>
            <a:spLocks xmlns:a="http://schemas.openxmlformats.org/drawingml/2006/main" noGrp="1"/>
          </p:cNvSpPr>
          <p:nvPr/>
        </p:nvSpPr>
        <p:spPr>
          <a:xfrm xmlns:a="http://schemas.openxmlformats.org/drawingml/2006/main">
            <a:off x="857250" y="5619750"/>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58e44426f1284fa0"/>
              </a:rPr>
              <a:t>LocalTargetCatalogTests.swift</a:t>
            </a:r>
          </a:p>
        </p:txBody>
      </p:sp>
      <p:sp>
        <p:nvSpPr>
          <p:cNvPr id="17" name="u769">
            <a:extLst xmlns:a="http://schemas.openxmlformats.org/drawingml/2006/main">
              <a:ext uri="{FF2B5EF4-FFF2-40B4-BE49-F238E27FC236}">
                <a16:creationId xmlns:a16="http://schemas.microsoft.com/office/drawing/2014/main" id="{52977205-BA14-47AF-AF86-0929604AE924}"/>
              </a:ext>
            </a:extLst>
          </p:cNvPr>
          <p:cNvSpPr>
            <a:spLocks xmlns:a="http://schemas.openxmlformats.org/drawingml/2006/main" noGrp="1"/>
          </p:cNvSpPr>
          <p:nvPr/>
        </p:nvSpPr>
        <p:spPr>
          <a:xfrm xmlns:a="http://schemas.openxmlformats.org/drawingml/2006/main">
            <a:off x="857250" y="5953125"/>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Stable target identity and cached extraction</a:t>
            </a:r>
          </a:p>
        </p:txBody>
      </p:sp>
      <p:sp>
        <p:nvSpPr>
          <p:cNvPr id="18" name="u770">
            <a:extLst xmlns:a="http://schemas.openxmlformats.org/drawingml/2006/main">
              <a:ext uri="{FF2B5EF4-FFF2-40B4-BE49-F238E27FC236}">
                <a16:creationId xmlns:a16="http://schemas.microsoft.com/office/drawing/2014/main" id="{B3C2C445-96AF-443F-A9C3-2236CA162FD6}"/>
              </a:ext>
            </a:extLst>
          </p:cNvPr>
          <p:cNvSpPr>
            <a:spLocks xmlns:a="http://schemas.openxmlformats.org/drawingml/2006/main" noGrp="1"/>
          </p:cNvSpPr>
          <p:nvPr/>
        </p:nvSpPr>
        <p:spPr>
          <a:xfrm xmlns:a="http://schemas.openxmlformats.org/drawingml/2006/main">
            <a:off x="723900" y="6600825"/>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9" name="u771">
            <a:extLst xmlns:a="http://schemas.openxmlformats.org/drawingml/2006/main">
              <a:ext uri="{FF2B5EF4-FFF2-40B4-BE49-F238E27FC236}">
                <a16:creationId xmlns:a16="http://schemas.microsoft.com/office/drawing/2014/main" id="{08041CD1-0C1F-4F61-9DAF-E3B11FCC7FC4}"/>
              </a:ext>
            </a:extLst>
          </p:cNvPr>
          <p:cNvSpPr>
            <a:spLocks xmlns:a="http://schemas.openxmlformats.org/drawingml/2006/main" noGrp="1"/>
          </p:cNvSpPr>
          <p:nvPr/>
        </p:nvSpPr>
        <p:spPr>
          <a:xfrm xmlns:a="http://schemas.openxmlformats.org/drawingml/2006/main">
            <a:off x="857250" y="6677025"/>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0" name="u772">
            <a:extLst xmlns:a="http://schemas.openxmlformats.org/drawingml/2006/main">
              <a:ext uri="{FF2B5EF4-FFF2-40B4-BE49-F238E27FC236}">
                <a16:creationId xmlns:a16="http://schemas.microsoft.com/office/drawing/2014/main" id="{3AB96794-D359-46CB-8D15-1C637BA66E74}"/>
              </a:ext>
            </a:extLst>
          </p:cNvPr>
          <p:cNvSpPr>
            <a:spLocks xmlns:a="http://schemas.openxmlformats.org/drawingml/2006/main" noGrp="1"/>
          </p:cNvSpPr>
          <p:nvPr/>
        </p:nvSpPr>
        <p:spPr>
          <a:xfrm xmlns:a="http://schemas.openxmlformats.org/drawingml/2006/main">
            <a:off x="857250" y="6934200"/>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4ad8fa87233141ff"/>
              </a:rPr>
              <a:t>VideoFixtureFrameStreamTests.swift</a:t>
            </a:r>
          </a:p>
        </p:txBody>
      </p:sp>
      <p:sp>
        <p:nvSpPr>
          <p:cNvPr id="21" name="u773">
            <a:extLst xmlns:a="http://schemas.openxmlformats.org/drawingml/2006/main">
              <a:ext uri="{FF2B5EF4-FFF2-40B4-BE49-F238E27FC236}">
                <a16:creationId xmlns:a16="http://schemas.microsoft.com/office/drawing/2014/main" id="{95AD8E0B-4AC8-4E27-BC48-3BE3FB23EFBA}"/>
              </a:ext>
            </a:extLst>
          </p:cNvPr>
          <p:cNvSpPr>
            <a:spLocks xmlns:a="http://schemas.openxmlformats.org/drawingml/2006/main" noGrp="1"/>
          </p:cNvSpPr>
          <p:nvPr/>
        </p:nvSpPr>
        <p:spPr>
          <a:xfrm xmlns:a="http://schemas.openxmlformats.org/drawingml/2006/main">
            <a:off x="857250" y="7267575"/>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Deterministic replay, slow consumer, and stop</a:t>
            </a:r>
          </a:p>
        </p:txBody>
      </p:sp>
      <p:sp>
        <p:nvSpPr>
          <p:cNvPr id="22" name="u774">
            <a:extLst xmlns:a="http://schemas.openxmlformats.org/drawingml/2006/main">
              <a:ext uri="{FF2B5EF4-FFF2-40B4-BE49-F238E27FC236}">
                <a16:creationId xmlns:a16="http://schemas.microsoft.com/office/drawing/2014/main" id="{D724FB0B-7050-4119-BBB1-BC27D3C0A31E}"/>
              </a:ext>
            </a:extLst>
          </p:cNvPr>
          <p:cNvSpPr>
            <a:spLocks xmlns:a="http://schemas.openxmlformats.org/drawingml/2006/main" noGrp="1"/>
          </p:cNvSpPr>
          <p:nvPr/>
        </p:nvSpPr>
        <p:spPr>
          <a:xfrm xmlns:a="http://schemas.openxmlformats.org/drawingml/2006/main">
            <a:off x="723900" y="7915275"/>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23" name="u775">
            <a:extLst xmlns:a="http://schemas.openxmlformats.org/drawingml/2006/main">
              <a:ext uri="{FF2B5EF4-FFF2-40B4-BE49-F238E27FC236}">
                <a16:creationId xmlns:a16="http://schemas.microsoft.com/office/drawing/2014/main" id="{0D58FB1D-0A9C-41F9-A9C0-5127B0FF8F8C}"/>
              </a:ext>
            </a:extLst>
          </p:cNvPr>
          <p:cNvSpPr>
            <a:spLocks xmlns:a="http://schemas.openxmlformats.org/drawingml/2006/main" noGrp="1"/>
          </p:cNvSpPr>
          <p:nvPr/>
        </p:nvSpPr>
        <p:spPr>
          <a:xfrm xmlns:a="http://schemas.openxmlformats.org/drawingml/2006/main">
            <a:off x="857250" y="7991475"/>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4" name="u776">
            <a:extLst xmlns:a="http://schemas.openxmlformats.org/drawingml/2006/main">
              <a:ext uri="{FF2B5EF4-FFF2-40B4-BE49-F238E27FC236}">
                <a16:creationId xmlns:a16="http://schemas.microsoft.com/office/drawing/2014/main" id="{5CCDC159-83AF-48D3-B153-34D9396FCE9B}"/>
              </a:ext>
            </a:extLst>
          </p:cNvPr>
          <p:cNvSpPr>
            <a:spLocks xmlns:a="http://schemas.openxmlformats.org/drawingml/2006/main" noGrp="1"/>
          </p:cNvSpPr>
          <p:nvPr/>
        </p:nvSpPr>
        <p:spPr>
          <a:xfrm xmlns:a="http://schemas.openxmlformats.org/drawingml/2006/main">
            <a:off x="857250" y="8248650"/>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6ba2d58f633e4461"/>
              </a:rPr>
              <a:t>CandidateScorerTests.swift</a:t>
            </a:r>
          </a:p>
        </p:txBody>
      </p:sp>
      <p:sp>
        <p:nvSpPr>
          <p:cNvPr id="25" name="u777">
            <a:extLst xmlns:a="http://schemas.openxmlformats.org/drawingml/2006/main">
              <a:ext uri="{FF2B5EF4-FFF2-40B4-BE49-F238E27FC236}">
                <a16:creationId xmlns:a16="http://schemas.microsoft.com/office/drawing/2014/main" id="{2BFF47D7-4CE6-4A40-9695-F133994884FA}"/>
              </a:ext>
            </a:extLst>
          </p:cNvPr>
          <p:cNvSpPr>
            <a:spLocks xmlns:a="http://schemas.openxmlformats.org/drawingml/2006/main" noGrp="1"/>
          </p:cNvSpPr>
          <p:nvPr/>
        </p:nvSpPr>
        <p:spPr>
          <a:xfrm xmlns:a="http://schemas.openxmlformats.org/drawingml/2006/main">
            <a:off x="857250" y="8582025"/>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Finite real scores and raw calibration evidence</a:t>
            </a:r>
          </a:p>
        </p:txBody>
      </p:sp>
      <p:sp>
        <p:nvSpPr>
          <p:cNvPr id="26" name="u778">
            <a:extLst xmlns:a="http://schemas.openxmlformats.org/drawingml/2006/main">
              <a:ext uri="{FF2B5EF4-FFF2-40B4-BE49-F238E27FC236}">
                <a16:creationId xmlns:a16="http://schemas.microsoft.com/office/drawing/2014/main" id="{9D890109-DF28-4682-A192-B2E8359A3970}"/>
              </a:ext>
            </a:extLst>
          </p:cNvPr>
          <p:cNvSpPr>
            <a:spLocks xmlns:a="http://schemas.openxmlformats.org/drawingml/2006/main" noGrp="1"/>
          </p:cNvSpPr>
          <p:nvPr/>
        </p:nvSpPr>
        <p:spPr>
          <a:xfrm xmlns:a="http://schemas.openxmlformats.org/drawingml/2006/main">
            <a:off x="723900" y="9229725"/>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27" name="u779">
            <a:extLst xmlns:a="http://schemas.openxmlformats.org/drawingml/2006/main">
              <a:ext uri="{FF2B5EF4-FFF2-40B4-BE49-F238E27FC236}">
                <a16:creationId xmlns:a16="http://schemas.microsoft.com/office/drawing/2014/main" id="{EC48D971-B268-429D-BFC8-97EC927902B4}"/>
              </a:ext>
            </a:extLst>
          </p:cNvPr>
          <p:cNvSpPr>
            <a:spLocks xmlns:a="http://schemas.openxmlformats.org/drawingml/2006/main" noGrp="1"/>
          </p:cNvSpPr>
          <p:nvPr/>
        </p:nvSpPr>
        <p:spPr>
          <a:xfrm xmlns:a="http://schemas.openxmlformats.org/drawingml/2006/main">
            <a:off x="857250" y="9305925"/>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8" name="u780">
            <a:extLst xmlns:a="http://schemas.openxmlformats.org/drawingml/2006/main">
              <a:ext uri="{FF2B5EF4-FFF2-40B4-BE49-F238E27FC236}">
                <a16:creationId xmlns:a16="http://schemas.microsoft.com/office/drawing/2014/main" id="{1C55435B-C7D3-4900-96D5-07935E904924}"/>
              </a:ext>
            </a:extLst>
          </p:cNvPr>
          <p:cNvSpPr>
            <a:spLocks xmlns:a="http://schemas.openxmlformats.org/drawingml/2006/main" noGrp="1"/>
          </p:cNvSpPr>
          <p:nvPr/>
        </p:nvSpPr>
        <p:spPr>
          <a:xfrm xmlns:a="http://schemas.openxmlformats.org/drawingml/2006/main">
            <a:off x="857250" y="9563100"/>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a1f9e0643af5470f"/>
              </a:rPr>
              <a:t>CandidateEpisodeAggregatorTests.swift</a:t>
            </a:r>
          </a:p>
        </p:txBody>
      </p:sp>
      <p:sp>
        <p:nvSpPr>
          <p:cNvPr id="29" name="u781">
            <a:extLst xmlns:a="http://schemas.openxmlformats.org/drawingml/2006/main">
              <a:ext uri="{FF2B5EF4-FFF2-40B4-BE49-F238E27FC236}">
                <a16:creationId xmlns:a16="http://schemas.microsoft.com/office/drawing/2014/main" id="{6176546C-217A-43BE-9774-8DB1C60031FA}"/>
              </a:ext>
            </a:extLst>
          </p:cNvPr>
          <p:cNvSpPr>
            <a:spLocks xmlns:a="http://schemas.openxmlformats.org/drawingml/2006/main" noGrp="1"/>
          </p:cNvSpPr>
          <p:nvPr/>
        </p:nvSpPr>
        <p:spPr>
          <a:xfrm xmlns:a="http://schemas.openxmlformats.org/drawingml/2006/main">
            <a:off x="857250" y="9896475"/>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Opening, missed slots, threshold, ties, and gaps</a:t>
            </a:r>
          </a:p>
        </p:txBody>
      </p:sp>
      <p:sp>
        <p:nvSpPr>
          <p:cNvPr id="30" name="u782">
            <a:extLst xmlns:a="http://schemas.openxmlformats.org/drawingml/2006/main">
              <a:ext uri="{FF2B5EF4-FFF2-40B4-BE49-F238E27FC236}">
                <a16:creationId xmlns:a16="http://schemas.microsoft.com/office/drawing/2014/main" id="{AF89CA36-9E82-4368-83D2-086AB81BE0EA}"/>
              </a:ext>
            </a:extLst>
          </p:cNvPr>
          <p:cNvSpPr>
            <a:spLocks xmlns:a="http://schemas.openxmlformats.org/drawingml/2006/main" noGrp="1"/>
          </p:cNvSpPr>
          <p:nvPr/>
        </p:nvSpPr>
        <p:spPr>
          <a:xfrm xmlns:a="http://schemas.openxmlformats.org/drawingml/2006/main">
            <a:off x="723900" y="10544175"/>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31" name="u783">
            <a:extLst xmlns:a="http://schemas.openxmlformats.org/drawingml/2006/main">
              <a:ext uri="{FF2B5EF4-FFF2-40B4-BE49-F238E27FC236}">
                <a16:creationId xmlns:a16="http://schemas.microsoft.com/office/drawing/2014/main" id="{96A5F385-E412-4103-B969-9A8A513622AD}"/>
              </a:ext>
            </a:extLst>
          </p:cNvPr>
          <p:cNvSpPr>
            <a:spLocks xmlns:a="http://schemas.openxmlformats.org/drawingml/2006/main" noGrp="1"/>
          </p:cNvSpPr>
          <p:nvPr/>
        </p:nvSpPr>
        <p:spPr>
          <a:xfrm xmlns:a="http://schemas.openxmlformats.org/drawingml/2006/main">
            <a:off x="857250" y="10620375"/>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32" name="u784">
            <a:extLst xmlns:a="http://schemas.openxmlformats.org/drawingml/2006/main">
              <a:ext uri="{FF2B5EF4-FFF2-40B4-BE49-F238E27FC236}">
                <a16:creationId xmlns:a16="http://schemas.microsoft.com/office/drawing/2014/main" id="{41C078BE-15C9-4BAF-A80B-36846BE6AECC}"/>
              </a:ext>
            </a:extLst>
          </p:cNvPr>
          <p:cNvSpPr>
            <a:spLocks xmlns:a="http://schemas.openxmlformats.org/drawingml/2006/main" noGrp="1"/>
          </p:cNvSpPr>
          <p:nvPr/>
        </p:nvSpPr>
        <p:spPr>
          <a:xfrm xmlns:a="http://schemas.openxmlformats.org/drawingml/2006/main">
            <a:off x="857250" y="10877550"/>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9e42a95e8c904b48"/>
              </a:rPr>
              <a:t>CandidateAnalysisPipelineTests.swift</a:t>
            </a:r>
          </a:p>
        </p:txBody>
      </p:sp>
      <p:sp>
        <p:nvSpPr>
          <p:cNvPr id="33" name="u785">
            <a:extLst xmlns:a="http://schemas.openxmlformats.org/drawingml/2006/main">
              <a:ext uri="{FF2B5EF4-FFF2-40B4-BE49-F238E27FC236}">
                <a16:creationId xmlns:a16="http://schemas.microsoft.com/office/drawing/2014/main" id="{227785A9-D167-4CC6-A7C6-8B55C23A2A6A}"/>
              </a:ext>
            </a:extLst>
          </p:cNvPr>
          <p:cNvSpPr>
            <a:spLocks xmlns:a="http://schemas.openxmlformats.org/drawingml/2006/main" noGrp="1"/>
          </p:cNvSpPr>
          <p:nvPr/>
        </p:nvSpPr>
        <p:spPr>
          <a:xfrm xmlns:a="http://schemas.openxmlformats.org/drawingml/2006/main">
            <a:off x="857250" y="11210925"/>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Live-before-EOF updates, replay, stop, and failure</a:t>
            </a:r>
          </a:p>
        </p:txBody>
      </p:sp>
    </p:spTree>
    <p:extLst>
      <p:ext uri="{BB962C8B-B14F-4D97-AF65-F5344CB8AC3E}">
        <p14:creationId xmlns:p14="http://schemas.microsoft.com/office/powerpoint/2010/main" val="1720361521"/>
      </p:ext>
    </p:extLst>
  </p:cSld>
</p:sld>
</file>

<file path=ppt/slides/slide2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8" name="u786">
            <a:extLst xmlns:a="http://schemas.openxmlformats.org/drawingml/2006/main">
              <a:ext uri="{FF2B5EF4-FFF2-40B4-BE49-F238E27FC236}">
                <a16:creationId xmlns:a16="http://schemas.microsoft.com/office/drawing/2014/main" id="{A13D488A-594B-4BF0-AC57-E06DEE22C1FF}"/>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TEST ARTIFACTS</a:t>
            </a:r>
          </a:p>
        </p:txBody>
      </p:sp>
      <p:sp>
        <p:nvSpPr>
          <p:cNvPr id="2" name="u787">
            <a:extLst xmlns:a="http://schemas.openxmlformats.org/drawingml/2006/main">
              <a:ext uri="{FF2B5EF4-FFF2-40B4-BE49-F238E27FC236}">
                <a16:creationId xmlns:a16="http://schemas.microsoft.com/office/drawing/2014/main" id="{7C3E8F47-BF19-4C39-923F-6429BE8E9208}"/>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Tests for evidence and the app</a:t>
            </a:r>
          </a:p>
        </p:txBody>
      </p:sp>
      <p:sp>
        <p:nvSpPr>
          <p:cNvPr id="3" name="u788">
            <a:extLst xmlns:a="http://schemas.openxmlformats.org/drawingml/2006/main">
              <a:ext uri="{FF2B5EF4-FFF2-40B4-BE49-F238E27FC236}">
                <a16:creationId xmlns:a16="http://schemas.microsoft.com/office/drawing/2014/main" id="{527BDC49-D3D7-4B00-A1C1-7FEAFCD30D9A}"/>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Integration checks connect component contracts to saved evidence.</a:t>
            </a:r>
          </a:p>
        </p:txBody>
      </p:sp>
      <p:sp>
        <p:nvSpPr>
          <p:cNvPr id="4" name="u789">
            <a:extLst xmlns:a="http://schemas.openxmlformats.org/drawingml/2006/main">
              <a:ext uri="{FF2B5EF4-FFF2-40B4-BE49-F238E27FC236}">
                <a16:creationId xmlns:a16="http://schemas.microsoft.com/office/drawing/2014/main" id="{EA0386D2-D917-42C3-9FC2-F004217E887E}"/>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790">
            <a:extLst xmlns:a="http://schemas.openxmlformats.org/drawingml/2006/main">
              <a:ext uri="{FF2B5EF4-FFF2-40B4-BE49-F238E27FC236}">
                <a16:creationId xmlns:a16="http://schemas.microsoft.com/office/drawing/2014/main" id="{14803A81-ADA5-425C-AC97-9A5AB58104FF}"/>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3"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791">
            <a:extLst xmlns:a="http://schemas.openxmlformats.org/drawingml/2006/main">
              <a:ext uri="{FF2B5EF4-FFF2-40B4-BE49-F238E27FC236}">
                <a16:creationId xmlns:a16="http://schemas.microsoft.com/office/drawing/2014/main" id="{A050E47B-305F-4C1C-B099-D99D2782B959}"/>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792">
            <a:extLst xmlns:a="http://schemas.openxmlformats.org/drawingml/2006/main">
              <a:ext uri="{FF2B5EF4-FFF2-40B4-BE49-F238E27FC236}">
                <a16:creationId xmlns:a16="http://schemas.microsoft.com/office/drawing/2014/main" id="{A3E6CF55-9A53-46B8-9DBC-2EF0D7D32525}"/>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28</a:t>
            </a:r>
          </a:p>
        </p:txBody>
      </p:sp>
      <p:sp>
        <p:nvSpPr>
          <p:cNvPr id="9" name="u793">
            <a:extLst xmlns:a="http://schemas.openxmlformats.org/drawingml/2006/main">
              <a:ext uri="{FF2B5EF4-FFF2-40B4-BE49-F238E27FC236}">
                <a16:creationId xmlns:a16="http://schemas.microsoft.com/office/drawing/2014/main" id="{3DF6104E-5459-4E59-BAA9-6A77819A5F10}"/>
              </a:ext>
            </a:extLst>
          </p:cNvPr>
          <p:cNvSpPr>
            <a:spLocks xmlns:a="http://schemas.openxmlformats.org/drawingml/2006/main" noGrp="1"/>
          </p:cNvSpPr>
          <p:nvPr/>
        </p:nvSpPr>
        <p:spPr>
          <a:xfrm xmlns:a="http://schemas.openxmlformats.org/drawingml/2006/main">
            <a:off x="628650" y="3276600"/>
            <a:ext cx="904875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087F8C"/>
                </a:solidFill>
                <a:latin typeface="DejaVu Sans"/>
                <a:ea typeface="DejaVu Sans"/>
                <a:cs typeface="DejaVu Sans"/>
              </a:defRPr>
            </a:pPr>
            <a:r>
              <a:rPr sz="1800" b="1">
                <a:solidFill>
                  <a:srgbClr val="087F8C"/>
                </a:solidFill>
                <a:latin typeface="DejaVu Sans"/>
                <a:ea typeface="DejaVu Sans"/>
                <a:cs typeface="DejaVu Sans"/>
              </a:rPr>
              <a:t>AIShopVision/Tests/AIShopVisionTests/</a:t>
            </a:r>
          </a:p>
        </p:txBody>
      </p:sp>
      <p:sp>
        <p:nvSpPr>
          <p:cNvPr id="10" name="u794">
            <a:extLst xmlns:a="http://schemas.openxmlformats.org/drawingml/2006/main">
              <a:ext uri="{FF2B5EF4-FFF2-40B4-BE49-F238E27FC236}">
                <a16:creationId xmlns:a16="http://schemas.microsoft.com/office/drawing/2014/main" id="{07D7A236-0BD5-4DF3-93F7-7BCD713998BC}"/>
              </a:ext>
            </a:extLst>
          </p:cNvPr>
          <p:cNvSpPr>
            <a:spLocks xmlns:a="http://schemas.openxmlformats.org/drawingml/2006/main" noGrp="1"/>
          </p:cNvSpPr>
          <p:nvPr/>
        </p:nvSpPr>
        <p:spPr>
          <a:xfrm xmlns:a="http://schemas.openxmlformats.org/drawingml/2006/main">
            <a:off x="723900" y="3867150"/>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1" name="u795">
            <a:extLst xmlns:a="http://schemas.openxmlformats.org/drawingml/2006/main">
              <a:ext uri="{FF2B5EF4-FFF2-40B4-BE49-F238E27FC236}">
                <a16:creationId xmlns:a16="http://schemas.microsoft.com/office/drawing/2014/main" id="{38C1AB96-643C-4B7B-86EA-DCB84302094E}"/>
              </a:ext>
            </a:extLst>
          </p:cNvPr>
          <p:cNvSpPr>
            <a:spLocks xmlns:a="http://schemas.openxmlformats.org/drawingml/2006/main" noGrp="1"/>
          </p:cNvSpPr>
          <p:nvPr/>
        </p:nvSpPr>
        <p:spPr>
          <a:xfrm xmlns:a="http://schemas.openxmlformats.org/drawingml/2006/main">
            <a:off x="857250" y="3943350"/>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2" name="u796">
            <a:extLst xmlns:a="http://schemas.openxmlformats.org/drawingml/2006/main">
              <a:ext uri="{FF2B5EF4-FFF2-40B4-BE49-F238E27FC236}">
                <a16:creationId xmlns:a16="http://schemas.microsoft.com/office/drawing/2014/main" id="{EE4D83BE-7E58-4EB0-A34A-F79F57D0893B}"/>
              </a:ext>
            </a:extLst>
          </p:cNvPr>
          <p:cNvSpPr>
            <a:spLocks xmlns:a="http://schemas.openxmlformats.org/drawingml/2006/main" noGrp="1"/>
          </p:cNvSpPr>
          <p:nvPr/>
        </p:nvSpPr>
        <p:spPr>
          <a:xfrm xmlns:a="http://schemas.openxmlformats.org/drawingml/2006/main">
            <a:off x="857250" y="4200525"/>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13b6de96184e4ad3"/>
              </a:rPr>
              <a:t>SessionLogTests.swift</a:t>
            </a:r>
          </a:p>
        </p:txBody>
      </p:sp>
      <p:sp>
        <p:nvSpPr>
          <p:cNvPr id="13" name="u797">
            <a:extLst xmlns:a="http://schemas.openxmlformats.org/drawingml/2006/main">
              <a:ext uri="{FF2B5EF4-FFF2-40B4-BE49-F238E27FC236}">
                <a16:creationId xmlns:a16="http://schemas.microsoft.com/office/drawing/2014/main" id="{99F5396A-F6DA-49B4-AF71-64B17DF9F5FC}"/>
              </a:ext>
            </a:extLst>
          </p:cNvPr>
          <p:cNvSpPr>
            <a:spLocks xmlns:a="http://schemas.openxmlformats.org/drawingml/2006/main" noGrp="1"/>
          </p:cNvSpPr>
          <p:nvPr/>
        </p:nvSpPr>
        <p:spPr>
          <a:xfrm xmlns:a="http://schemas.openxmlformats.org/drawingml/2006/main">
            <a:off x="857250" y="4533900"/>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Order, corruption, incomplete evidence, and write errors</a:t>
            </a:r>
          </a:p>
        </p:txBody>
      </p:sp>
      <p:sp>
        <p:nvSpPr>
          <p:cNvPr id="14" name="u798">
            <a:extLst xmlns:a="http://schemas.openxmlformats.org/drawingml/2006/main">
              <a:ext uri="{FF2B5EF4-FFF2-40B4-BE49-F238E27FC236}">
                <a16:creationId xmlns:a16="http://schemas.microsoft.com/office/drawing/2014/main" id="{93CB9A79-1704-4D2A-8F36-E97DA19C31A5}"/>
              </a:ext>
            </a:extLst>
          </p:cNvPr>
          <p:cNvSpPr>
            <a:spLocks xmlns:a="http://schemas.openxmlformats.org/drawingml/2006/main" noGrp="1"/>
          </p:cNvSpPr>
          <p:nvPr/>
        </p:nvSpPr>
        <p:spPr>
          <a:xfrm xmlns:a="http://schemas.openxmlformats.org/drawingml/2006/main">
            <a:off x="723900" y="4933950"/>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5" name="u799">
            <a:extLst xmlns:a="http://schemas.openxmlformats.org/drawingml/2006/main">
              <a:ext uri="{FF2B5EF4-FFF2-40B4-BE49-F238E27FC236}">
                <a16:creationId xmlns:a16="http://schemas.microsoft.com/office/drawing/2014/main" id="{55C8CAE1-0386-4686-B9B7-1E107415FAE4}"/>
              </a:ext>
            </a:extLst>
          </p:cNvPr>
          <p:cNvSpPr>
            <a:spLocks xmlns:a="http://schemas.openxmlformats.org/drawingml/2006/main" noGrp="1"/>
          </p:cNvSpPr>
          <p:nvPr/>
        </p:nvSpPr>
        <p:spPr>
          <a:xfrm xmlns:a="http://schemas.openxmlformats.org/drawingml/2006/main">
            <a:off x="857250" y="5010150"/>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6" name="u800">
            <a:extLst xmlns:a="http://schemas.openxmlformats.org/drawingml/2006/main">
              <a:ext uri="{FF2B5EF4-FFF2-40B4-BE49-F238E27FC236}">
                <a16:creationId xmlns:a16="http://schemas.microsoft.com/office/drawing/2014/main" id="{74BA4FE5-0615-49E1-A582-7FF545FA5CB1}"/>
              </a:ext>
            </a:extLst>
          </p:cNvPr>
          <p:cNvSpPr>
            <a:spLocks xmlns:a="http://schemas.openxmlformats.org/drawingml/2006/main" noGrp="1"/>
          </p:cNvSpPr>
          <p:nvPr/>
        </p:nvSpPr>
        <p:spPr>
          <a:xfrm xmlns:a="http://schemas.openxmlformats.org/drawingml/2006/main">
            <a:off x="857250" y="5267325"/>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8f3422e5e3394681"/>
              </a:rPr>
              <a:t>SessionReportBuilderTests.swift</a:t>
            </a:r>
          </a:p>
        </p:txBody>
      </p:sp>
      <p:sp>
        <p:nvSpPr>
          <p:cNvPr id="17" name="u801">
            <a:extLst xmlns:a="http://schemas.openxmlformats.org/drawingml/2006/main">
              <a:ext uri="{FF2B5EF4-FFF2-40B4-BE49-F238E27FC236}">
                <a16:creationId xmlns:a16="http://schemas.microsoft.com/office/drawing/2014/main" id="{A033E8FC-7A2D-4D29-808F-8E320B9EC83A}"/>
              </a:ext>
            </a:extLst>
          </p:cNvPr>
          <p:cNvSpPr>
            <a:spLocks xmlns:a="http://schemas.openxmlformats.org/drawingml/2006/main" noGrp="1"/>
          </p:cNvSpPr>
          <p:nvPr/>
        </p:nvSpPr>
        <p:spPr>
          <a:xfrm xmlns:a="http://schemas.openxmlformats.org/drawingml/2006/main">
            <a:off x="857250" y="5600700"/>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Live report equals replay; images remain separate</a:t>
            </a:r>
          </a:p>
        </p:txBody>
      </p:sp>
      <p:sp>
        <p:nvSpPr>
          <p:cNvPr id="18" name="u802">
            <a:extLst xmlns:a="http://schemas.openxmlformats.org/drawingml/2006/main">
              <a:ext uri="{FF2B5EF4-FFF2-40B4-BE49-F238E27FC236}">
                <a16:creationId xmlns:a16="http://schemas.microsoft.com/office/drawing/2014/main" id="{22D25C7C-4643-486E-BF70-782A6E72124A}"/>
              </a:ext>
            </a:extLst>
          </p:cNvPr>
          <p:cNvSpPr>
            <a:spLocks xmlns:a="http://schemas.openxmlformats.org/drawingml/2006/main" noGrp="1"/>
          </p:cNvSpPr>
          <p:nvPr/>
        </p:nvSpPr>
        <p:spPr>
          <a:xfrm xmlns:a="http://schemas.openxmlformats.org/drawingml/2006/main">
            <a:off x="723900" y="6000750"/>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9" name="u803">
            <a:extLst xmlns:a="http://schemas.openxmlformats.org/drawingml/2006/main">
              <a:ext uri="{FF2B5EF4-FFF2-40B4-BE49-F238E27FC236}">
                <a16:creationId xmlns:a16="http://schemas.microsoft.com/office/drawing/2014/main" id="{AB126FB5-93B3-45CC-B0AF-D044C5FFE7C8}"/>
              </a:ext>
            </a:extLst>
          </p:cNvPr>
          <p:cNvSpPr>
            <a:spLocks xmlns:a="http://schemas.openxmlformats.org/drawingml/2006/main" noGrp="1"/>
          </p:cNvSpPr>
          <p:nvPr/>
        </p:nvSpPr>
        <p:spPr>
          <a:xfrm xmlns:a="http://schemas.openxmlformats.org/drawingml/2006/main">
            <a:off x="857250" y="6076950"/>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0" name="u804">
            <a:extLst xmlns:a="http://schemas.openxmlformats.org/drawingml/2006/main">
              <a:ext uri="{FF2B5EF4-FFF2-40B4-BE49-F238E27FC236}">
                <a16:creationId xmlns:a16="http://schemas.microsoft.com/office/drawing/2014/main" id="{256A0157-F66B-48F9-8122-4F90C8879A08}"/>
              </a:ext>
            </a:extLst>
          </p:cNvPr>
          <p:cNvSpPr>
            <a:spLocks xmlns:a="http://schemas.openxmlformats.org/drawingml/2006/main" noGrp="1"/>
          </p:cNvSpPr>
          <p:nvPr/>
        </p:nvSpPr>
        <p:spPr>
          <a:xfrm xmlns:a="http://schemas.openxmlformats.org/drawingml/2006/main">
            <a:off x="857250" y="6334125"/>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d26bf52f959f4211"/>
              </a:rPr>
              <a:t>FixtureEvaluatorTests.swift</a:t>
            </a:r>
          </a:p>
        </p:txBody>
      </p:sp>
      <p:sp>
        <p:nvSpPr>
          <p:cNvPr id="21" name="u805">
            <a:extLst xmlns:a="http://schemas.openxmlformats.org/drawingml/2006/main">
              <a:ext uri="{FF2B5EF4-FFF2-40B4-BE49-F238E27FC236}">
                <a16:creationId xmlns:a16="http://schemas.microsoft.com/office/drawing/2014/main" id="{A81226B2-E3B8-4F28-BA1F-FEA615624977}"/>
              </a:ext>
            </a:extLst>
          </p:cNvPr>
          <p:cNvSpPr>
            <a:spLocks xmlns:a="http://schemas.openxmlformats.org/drawingml/2006/main" noGrp="1"/>
          </p:cNvSpPr>
          <p:nvPr/>
        </p:nvSpPr>
        <p:spPr>
          <a:xfrm xmlns:a="http://schemas.openxmlformats.org/drawingml/2006/main">
            <a:off x="857250" y="6667500"/>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Annotation boundaries and rejected evidence</a:t>
            </a:r>
          </a:p>
        </p:txBody>
      </p:sp>
      <p:sp>
        <p:nvSpPr>
          <p:cNvPr id="22" name="u806">
            <a:extLst xmlns:a="http://schemas.openxmlformats.org/drawingml/2006/main">
              <a:ext uri="{FF2B5EF4-FFF2-40B4-BE49-F238E27FC236}">
                <a16:creationId xmlns:a16="http://schemas.microsoft.com/office/drawing/2014/main" id="{8A0ACDE6-3977-4BE3-9AE7-58C128B5CC1F}"/>
              </a:ext>
            </a:extLst>
          </p:cNvPr>
          <p:cNvSpPr>
            <a:spLocks xmlns:a="http://schemas.openxmlformats.org/drawingml/2006/main" noGrp="1"/>
          </p:cNvSpPr>
          <p:nvPr/>
        </p:nvSpPr>
        <p:spPr>
          <a:xfrm xmlns:a="http://schemas.openxmlformats.org/drawingml/2006/main">
            <a:off x="723900" y="7067550"/>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23" name="u807">
            <a:extLst xmlns:a="http://schemas.openxmlformats.org/drawingml/2006/main">
              <a:ext uri="{FF2B5EF4-FFF2-40B4-BE49-F238E27FC236}">
                <a16:creationId xmlns:a16="http://schemas.microsoft.com/office/drawing/2014/main" id="{8F94D25D-641C-40E1-99F3-FAA07FD67D86}"/>
              </a:ext>
            </a:extLst>
          </p:cNvPr>
          <p:cNvSpPr>
            <a:spLocks xmlns:a="http://schemas.openxmlformats.org/drawingml/2006/main" noGrp="1"/>
          </p:cNvSpPr>
          <p:nvPr/>
        </p:nvSpPr>
        <p:spPr>
          <a:xfrm xmlns:a="http://schemas.openxmlformats.org/drawingml/2006/main">
            <a:off x="857250" y="7143750"/>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4" name="u808">
            <a:extLst xmlns:a="http://schemas.openxmlformats.org/drawingml/2006/main">
              <a:ext uri="{FF2B5EF4-FFF2-40B4-BE49-F238E27FC236}">
                <a16:creationId xmlns:a16="http://schemas.microsoft.com/office/drawing/2014/main" id="{3B33B3B1-8F20-40A5-A692-4BDA5D1DC4BA}"/>
              </a:ext>
            </a:extLst>
          </p:cNvPr>
          <p:cNvSpPr>
            <a:spLocks xmlns:a="http://schemas.openxmlformats.org/drawingml/2006/main" noGrp="1"/>
          </p:cNvSpPr>
          <p:nvPr/>
        </p:nvSpPr>
        <p:spPr>
          <a:xfrm xmlns:a="http://schemas.openxmlformats.org/drawingml/2006/main">
            <a:off x="857250" y="7400925"/>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b833d4b79a714b74"/>
              </a:rPr>
              <a:t>PipelineIntegrationSuite.swift</a:t>
            </a:r>
          </a:p>
        </p:txBody>
      </p:sp>
      <p:sp>
        <p:nvSpPr>
          <p:cNvPr id="25" name="u809">
            <a:extLst xmlns:a="http://schemas.openxmlformats.org/drawingml/2006/main">
              <a:ext uri="{FF2B5EF4-FFF2-40B4-BE49-F238E27FC236}">
                <a16:creationId xmlns:a16="http://schemas.microsoft.com/office/drawing/2014/main" id="{72C994CF-5DD3-4E32-8A1B-E2BC74B7560C}"/>
              </a:ext>
            </a:extLst>
          </p:cNvPr>
          <p:cNvSpPr>
            <a:spLocks xmlns:a="http://schemas.openxmlformats.org/drawingml/2006/main" noGrp="1"/>
          </p:cNvSpPr>
          <p:nvPr/>
        </p:nvSpPr>
        <p:spPr>
          <a:xfrm xmlns:a="http://schemas.openxmlformats.org/drawingml/2006/main">
            <a:off x="857250" y="7734300"/>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Both fixtures, repeats, cancellation, and comparison</a:t>
            </a:r>
          </a:p>
        </p:txBody>
      </p:sp>
      <p:sp>
        <p:nvSpPr>
          <p:cNvPr id="26" name="u810">
            <a:extLst xmlns:a="http://schemas.openxmlformats.org/drawingml/2006/main">
              <a:ext uri="{FF2B5EF4-FFF2-40B4-BE49-F238E27FC236}">
                <a16:creationId xmlns:a16="http://schemas.microsoft.com/office/drawing/2014/main" id="{3BE72620-AD5B-40A4-8CA1-E3F8219159D2}"/>
              </a:ext>
            </a:extLst>
          </p:cNvPr>
          <p:cNvSpPr>
            <a:spLocks xmlns:a="http://schemas.openxmlformats.org/drawingml/2006/main" noGrp="1"/>
          </p:cNvSpPr>
          <p:nvPr/>
        </p:nvSpPr>
        <p:spPr>
          <a:xfrm xmlns:a="http://schemas.openxmlformats.org/drawingml/2006/main">
            <a:off x="723900" y="8134350"/>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27" name="u811">
            <a:extLst xmlns:a="http://schemas.openxmlformats.org/drawingml/2006/main">
              <a:ext uri="{FF2B5EF4-FFF2-40B4-BE49-F238E27FC236}">
                <a16:creationId xmlns:a16="http://schemas.microsoft.com/office/drawing/2014/main" id="{CBFB9EC8-4C21-4690-8740-DA4AD6B39F94}"/>
              </a:ext>
            </a:extLst>
          </p:cNvPr>
          <p:cNvSpPr>
            <a:spLocks xmlns:a="http://schemas.openxmlformats.org/drawingml/2006/main" noGrp="1"/>
          </p:cNvSpPr>
          <p:nvPr/>
        </p:nvSpPr>
        <p:spPr>
          <a:xfrm xmlns:a="http://schemas.openxmlformats.org/drawingml/2006/main">
            <a:off x="857250" y="8210550"/>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8" name="u812">
            <a:extLst xmlns:a="http://schemas.openxmlformats.org/drawingml/2006/main">
              <a:ext uri="{FF2B5EF4-FFF2-40B4-BE49-F238E27FC236}">
                <a16:creationId xmlns:a16="http://schemas.microsoft.com/office/drawing/2014/main" id="{755C85AF-E62C-42DC-A0C3-7C31AD42D64A}"/>
              </a:ext>
            </a:extLst>
          </p:cNvPr>
          <p:cNvSpPr>
            <a:spLocks xmlns:a="http://schemas.openxmlformats.org/drawingml/2006/main" noGrp="1"/>
          </p:cNvSpPr>
          <p:nvPr/>
        </p:nvSpPr>
        <p:spPr>
          <a:xfrm xmlns:a="http://schemas.openxmlformats.org/drawingml/2006/main">
            <a:off x="857250" y="8467725"/>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27147b5858a242d1"/>
              </a:rPr>
              <a:t>FixtureResources.swift</a:t>
            </a:r>
          </a:p>
        </p:txBody>
      </p:sp>
      <p:sp>
        <p:nvSpPr>
          <p:cNvPr id="29" name="u813">
            <a:extLst xmlns:a="http://schemas.openxmlformats.org/drawingml/2006/main">
              <a:ext uri="{FF2B5EF4-FFF2-40B4-BE49-F238E27FC236}">
                <a16:creationId xmlns:a16="http://schemas.microsoft.com/office/drawing/2014/main" id="{FB67DB06-DF0F-4A65-B173-790ED9A51773}"/>
              </a:ext>
            </a:extLst>
          </p:cNvPr>
          <p:cNvSpPr>
            <a:spLocks xmlns:a="http://schemas.openxmlformats.org/drawingml/2006/main" noGrp="1"/>
          </p:cNvSpPr>
          <p:nvPr/>
        </p:nvSpPr>
        <p:spPr>
          <a:xfrm xmlns:a="http://schemas.openxmlformats.org/drawingml/2006/main">
            <a:off x="857250" y="8801100"/>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Named lookup of package test resources</a:t>
            </a:r>
          </a:p>
        </p:txBody>
      </p:sp>
      <p:sp>
        <p:nvSpPr>
          <p:cNvPr id="30" name="u814">
            <a:extLst xmlns:a="http://schemas.openxmlformats.org/drawingml/2006/main">
              <a:ext uri="{FF2B5EF4-FFF2-40B4-BE49-F238E27FC236}">
                <a16:creationId xmlns:a16="http://schemas.microsoft.com/office/drawing/2014/main" id="{1AC9E37F-21A1-4EBD-BD7A-CF6EAFDB6E33}"/>
              </a:ext>
            </a:extLst>
          </p:cNvPr>
          <p:cNvSpPr>
            <a:spLocks xmlns:a="http://schemas.openxmlformats.org/drawingml/2006/main" noGrp="1"/>
          </p:cNvSpPr>
          <p:nvPr/>
        </p:nvSpPr>
        <p:spPr>
          <a:xfrm xmlns:a="http://schemas.openxmlformats.org/drawingml/2006/main">
            <a:off x="723900" y="9201150"/>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31" name="u815">
            <a:extLst xmlns:a="http://schemas.openxmlformats.org/drawingml/2006/main">
              <a:ext uri="{FF2B5EF4-FFF2-40B4-BE49-F238E27FC236}">
                <a16:creationId xmlns:a16="http://schemas.microsoft.com/office/drawing/2014/main" id="{BA292263-3FB9-4962-BA19-7740F7044835}"/>
              </a:ext>
            </a:extLst>
          </p:cNvPr>
          <p:cNvSpPr>
            <a:spLocks xmlns:a="http://schemas.openxmlformats.org/drawingml/2006/main" noGrp="1"/>
          </p:cNvSpPr>
          <p:nvPr/>
        </p:nvSpPr>
        <p:spPr>
          <a:xfrm xmlns:a="http://schemas.openxmlformats.org/drawingml/2006/main">
            <a:off x="857250" y="9277350"/>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32" name="u816">
            <a:extLst xmlns:a="http://schemas.openxmlformats.org/drawingml/2006/main">
              <a:ext uri="{FF2B5EF4-FFF2-40B4-BE49-F238E27FC236}">
                <a16:creationId xmlns:a16="http://schemas.microsoft.com/office/drawing/2014/main" id="{ACE12C18-0A0C-42BB-8C40-03DCFD9E27BD}"/>
              </a:ext>
            </a:extLst>
          </p:cNvPr>
          <p:cNvSpPr>
            <a:spLocks xmlns:a="http://schemas.openxmlformats.org/drawingml/2006/main" noGrp="1"/>
          </p:cNvSpPr>
          <p:nvPr/>
        </p:nvSpPr>
        <p:spPr>
          <a:xfrm xmlns:a="http://schemas.openxmlformats.org/drawingml/2006/main">
            <a:off x="857250" y="9534525"/>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a8d80529901341b6"/>
              </a:rPr>
              <a:t>FixtureResourcesTests.swift</a:t>
            </a:r>
          </a:p>
        </p:txBody>
      </p:sp>
      <p:sp>
        <p:nvSpPr>
          <p:cNvPr id="33" name="u817">
            <a:extLst xmlns:a="http://schemas.openxmlformats.org/drawingml/2006/main">
              <a:ext uri="{FF2B5EF4-FFF2-40B4-BE49-F238E27FC236}">
                <a16:creationId xmlns:a16="http://schemas.microsoft.com/office/drawing/2014/main" id="{EAADBCD6-E71C-4703-B591-EE486E948AE7}"/>
              </a:ext>
            </a:extLst>
          </p:cNvPr>
          <p:cNvSpPr>
            <a:spLocks xmlns:a="http://schemas.openxmlformats.org/drawingml/2006/main" noGrp="1"/>
          </p:cNvSpPr>
          <p:nvPr/>
        </p:nvSpPr>
        <p:spPr>
          <a:xfrm xmlns:a="http://schemas.openxmlformats.org/drawingml/2006/main">
            <a:off x="857250" y="9867900"/>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Reference hash, decoding, and resource packaging</a:t>
            </a:r>
          </a:p>
        </p:txBody>
      </p:sp>
      <p:sp>
        <p:nvSpPr>
          <p:cNvPr id="34" name="u818">
            <a:extLst xmlns:a="http://schemas.openxmlformats.org/drawingml/2006/main">
              <a:ext uri="{FF2B5EF4-FFF2-40B4-BE49-F238E27FC236}">
                <a16:creationId xmlns:a16="http://schemas.microsoft.com/office/drawing/2014/main" id="{6B3CEDE1-B847-470B-B3CA-E677A3B4A0E2}"/>
              </a:ext>
            </a:extLst>
          </p:cNvPr>
          <p:cNvSpPr>
            <a:spLocks xmlns:a="http://schemas.openxmlformats.org/drawingml/2006/main" noGrp="1"/>
          </p:cNvSpPr>
          <p:nvPr/>
        </p:nvSpPr>
        <p:spPr>
          <a:xfrm xmlns:a="http://schemas.openxmlformats.org/drawingml/2006/main">
            <a:off x="628650" y="10477500"/>
            <a:ext cx="904875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346EB3"/>
                </a:solidFill>
                <a:latin typeface="DejaVu Sans"/>
                <a:ea typeface="DejaVu Sans"/>
                <a:cs typeface="DejaVu Sans"/>
              </a:defRPr>
            </a:pPr>
            <a:r>
              <a:rPr sz="1800" b="1">
                <a:solidFill>
                  <a:srgbClr val="346EB3"/>
                </a:solidFill>
                <a:latin typeface="DejaVu Sans"/>
                <a:ea typeface="DejaVu Sans"/>
                <a:cs typeface="DejaVu Sans"/>
              </a:rPr>
              <a:t>ios/AIShop/AIShopTests/</a:t>
            </a:r>
          </a:p>
        </p:txBody>
      </p:sp>
      <p:sp>
        <p:nvSpPr>
          <p:cNvPr id="35" name="u819">
            <a:extLst xmlns:a="http://schemas.openxmlformats.org/drawingml/2006/main">
              <a:ext uri="{FF2B5EF4-FFF2-40B4-BE49-F238E27FC236}">
                <a16:creationId xmlns:a16="http://schemas.microsoft.com/office/drawing/2014/main" id="{F178EAE7-D50D-4ED4-B5BD-056F32C6CBBE}"/>
              </a:ext>
            </a:extLst>
          </p:cNvPr>
          <p:cNvSpPr>
            <a:spLocks xmlns:a="http://schemas.openxmlformats.org/drawingml/2006/main" noGrp="1"/>
          </p:cNvSpPr>
          <p:nvPr/>
        </p:nvSpPr>
        <p:spPr>
          <a:xfrm xmlns:a="http://schemas.openxmlformats.org/drawingml/2006/main">
            <a:off x="762000" y="10953750"/>
            <a:ext cx="88201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fbc0f28626294385"/>
              </a:rPr>
              <a:t>ApplicationBootstrapTests.swift  ·  startup isolation</a:t>
            </a:r>
          </a:p>
        </p:txBody>
      </p:sp>
      <p:sp>
        <p:nvSpPr>
          <p:cNvPr id="36" name="u820">
            <a:extLst xmlns:a="http://schemas.openxmlformats.org/drawingml/2006/main">
              <a:ext uri="{FF2B5EF4-FFF2-40B4-BE49-F238E27FC236}">
                <a16:creationId xmlns:a16="http://schemas.microsoft.com/office/drawing/2014/main" id="{58E9F54A-682F-408F-9F58-73742C672702}"/>
              </a:ext>
            </a:extLst>
          </p:cNvPr>
          <p:cNvSpPr>
            <a:spLocks xmlns:a="http://schemas.openxmlformats.org/drawingml/2006/main" noGrp="1"/>
          </p:cNvSpPr>
          <p:nvPr/>
        </p:nvSpPr>
        <p:spPr>
          <a:xfrm xmlns:a="http://schemas.openxmlformats.org/drawingml/2006/main">
            <a:off x="762000" y="11525250"/>
            <a:ext cx="88201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183dcccae55249aa"/>
              </a:rPr>
              <a:t>VisionHarnessModelTests.swift  ·  fixture setup</a:t>
            </a:r>
          </a:p>
        </p:txBody>
      </p:sp>
      <p:sp>
        <p:nvSpPr>
          <p:cNvPr id="37" name="u821">
            <a:extLst xmlns:a="http://schemas.openxmlformats.org/drawingml/2006/main">
              <a:ext uri="{FF2B5EF4-FFF2-40B4-BE49-F238E27FC236}">
                <a16:creationId xmlns:a16="http://schemas.microsoft.com/office/drawing/2014/main" id="{DB8E1189-A457-4E93-9FB3-B04374F54E6A}"/>
              </a:ext>
            </a:extLst>
          </p:cNvPr>
          <p:cNvSpPr>
            <a:spLocks xmlns:a="http://schemas.openxmlformats.org/drawingml/2006/main" noGrp="1"/>
          </p:cNvSpPr>
          <p:nvPr/>
        </p:nvSpPr>
        <p:spPr>
          <a:xfrm xmlns:a="http://schemas.openxmlformats.org/drawingml/2006/main">
            <a:off x="762000" y="12096750"/>
            <a:ext cx="8896350" cy="466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86974"/>
                </a:solidFill>
                <a:latin typeface="DejaVu Sans"/>
                <a:ea typeface="DejaVu Sans"/>
                <a:cs typeface="DejaVu Sans"/>
              </a:defRPr>
            </a:pPr>
            <a:r>
              <a:rPr sz="1800" b="0">
                <a:solidFill>
                  <a:srgbClr val="586974"/>
                </a:solidFill>
                <a:latin typeface="DejaVu Sans"/>
                <a:ea typeface="DejaVu Sans"/>
                <a:cs typeface="DejaVu Sans"/>
              </a:rPr>
              <a:t>Both app test files added. Use the diagnostic Xcode scheme.</a:t>
            </a:r>
          </a:p>
        </p:txBody>
      </p:sp>
    </p:spTree>
    <p:extLst>
      <p:ext uri="{BB962C8B-B14F-4D97-AF65-F5344CB8AC3E}">
        <p14:creationId xmlns:p14="http://schemas.microsoft.com/office/powerpoint/2010/main" val="1012722499"/>
      </p:ext>
    </p:extLst>
  </p:cSld>
</p:sld>
</file>

<file path=ppt/slides/slide2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6" name="u822">
            <a:extLst xmlns:a="http://schemas.openxmlformats.org/drawingml/2006/main">
              <a:ext uri="{FF2B5EF4-FFF2-40B4-BE49-F238E27FC236}">
                <a16:creationId xmlns:a16="http://schemas.microsoft.com/office/drawing/2014/main" id="{1740FD18-5A73-4B28-8DF3-5E7D7ED390F6}"/>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ARTIFACTS</a:t>
            </a:r>
          </a:p>
        </p:txBody>
      </p:sp>
      <p:sp>
        <p:nvSpPr>
          <p:cNvPr id="2" name="u823">
            <a:extLst xmlns:a="http://schemas.openxmlformats.org/drawingml/2006/main">
              <a:ext uri="{FF2B5EF4-FFF2-40B4-BE49-F238E27FC236}">
                <a16:creationId xmlns:a16="http://schemas.microsoft.com/office/drawing/2014/main" id="{D42F83D7-DCC5-463F-B19C-D31EF1D2774F}"/>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Build and verification tools</a:t>
            </a:r>
          </a:p>
        </p:txBody>
      </p:sp>
      <p:sp>
        <p:nvSpPr>
          <p:cNvPr id="3" name="u824">
            <a:extLst xmlns:a="http://schemas.openxmlformats.org/drawingml/2006/main">
              <a:ext uri="{FF2B5EF4-FFF2-40B4-BE49-F238E27FC236}">
                <a16:creationId xmlns:a16="http://schemas.microsoft.com/office/drawing/2014/main" id="{8C73C8C4-B1B8-4E98-BEA7-89F0EC20BBCE}"/>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Scripts and project configuration are also part of the review.</a:t>
            </a:r>
          </a:p>
        </p:txBody>
      </p:sp>
      <p:sp>
        <p:nvSpPr>
          <p:cNvPr id="4" name="u825">
            <a:extLst xmlns:a="http://schemas.openxmlformats.org/drawingml/2006/main">
              <a:ext uri="{FF2B5EF4-FFF2-40B4-BE49-F238E27FC236}">
                <a16:creationId xmlns:a16="http://schemas.microsoft.com/office/drawing/2014/main" id="{D80E52FE-DF22-4016-B49B-3C7EDFC98487}"/>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826">
            <a:extLst xmlns:a="http://schemas.openxmlformats.org/drawingml/2006/main">
              <a:ext uri="{FF2B5EF4-FFF2-40B4-BE49-F238E27FC236}">
                <a16:creationId xmlns:a16="http://schemas.microsoft.com/office/drawing/2014/main" id="{9D7B5C7C-FA60-4A20-9800-022DA79F7D6E}"/>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1"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827">
            <a:extLst xmlns:a="http://schemas.openxmlformats.org/drawingml/2006/main">
              <a:ext uri="{FF2B5EF4-FFF2-40B4-BE49-F238E27FC236}">
                <a16:creationId xmlns:a16="http://schemas.microsoft.com/office/drawing/2014/main" id="{B1D4FC81-F9A0-4FFA-A3D4-33B69322B378}"/>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828">
            <a:extLst xmlns:a="http://schemas.openxmlformats.org/drawingml/2006/main">
              <a:ext uri="{FF2B5EF4-FFF2-40B4-BE49-F238E27FC236}">
                <a16:creationId xmlns:a16="http://schemas.microsoft.com/office/drawing/2014/main" id="{D8F1DE3F-937B-4553-BE08-5F0224A919A4}"/>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29</a:t>
            </a:r>
          </a:p>
        </p:txBody>
      </p:sp>
      <p:sp>
        <p:nvSpPr>
          <p:cNvPr id="9" name="u829">
            <a:extLst xmlns:a="http://schemas.openxmlformats.org/drawingml/2006/main">
              <a:ext uri="{FF2B5EF4-FFF2-40B4-BE49-F238E27FC236}">
                <a16:creationId xmlns:a16="http://schemas.microsoft.com/office/drawing/2014/main" id="{D0E81A2E-22EE-426B-A054-6139FB3F641F}"/>
              </a:ext>
            </a:extLst>
          </p:cNvPr>
          <p:cNvSpPr>
            <a:spLocks xmlns:a="http://schemas.openxmlformats.org/drawingml/2006/main" noGrp="1"/>
          </p:cNvSpPr>
          <p:nvPr/>
        </p:nvSpPr>
        <p:spPr>
          <a:xfrm xmlns:a="http://schemas.openxmlformats.org/drawingml/2006/main">
            <a:off x="666750" y="3257550"/>
            <a:ext cx="904875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087F8C"/>
                </a:solidFill>
                <a:latin typeface="DejaVu Sans"/>
                <a:ea typeface="DejaVu Sans"/>
                <a:cs typeface="DejaVu Sans"/>
              </a:defRPr>
            </a:pPr>
            <a:r>
              <a:rPr sz="2025" b="1">
                <a:solidFill>
                  <a:srgbClr val="087F8C"/>
                </a:solidFill>
                <a:latin typeface="DejaVu Sans"/>
                <a:ea typeface="DejaVu Sans"/>
                <a:cs typeface="DejaVu Sans"/>
              </a:rPr>
              <a:t>e2e/ios/</a:t>
            </a:r>
          </a:p>
        </p:txBody>
      </p:sp>
      <p:sp>
        <p:nvSpPr>
          <p:cNvPr id="10" name="u830">
            <a:extLst xmlns:a="http://schemas.openxmlformats.org/drawingml/2006/main">
              <a:ext uri="{FF2B5EF4-FFF2-40B4-BE49-F238E27FC236}">
                <a16:creationId xmlns:a16="http://schemas.microsoft.com/office/drawing/2014/main" id="{A8A426DE-1D38-4391-8297-B90B3A788D81}"/>
              </a:ext>
            </a:extLst>
          </p:cNvPr>
          <p:cNvSpPr>
            <a:spLocks xmlns:a="http://schemas.openxmlformats.org/drawingml/2006/main" noGrp="1"/>
          </p:cNvSpPr>
          <p:nvPr/>
        </p:nvSpPr>
        <p:spPr>
          <a:xfrm xmlns:a="http://schemas.openxmlformats.org/drawingml/2006/main">
            <a:off x="723900" y="3886200"/>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1" name="u831">
            <a:extLst xmlns:a="http://schemas.openxmlformats.org/drawingml/2006/main">
              <a:ext uri="{FF2B5EF4-FFF2-40B4-BE49-F238E27FC236}">
                <a16:creationId xmlns:a16="http://schemas.microsoft.com/office/drawing/2014/main" id="{2FD8825D-D6FA-46F9-9915-9BC79CF86522}"/>
              </a:ext>
            </a:extLst>
          </p:cNvPr>
          <p:cNvSpPr>
            <a:spLocks xmlns:a="http://schemas.openxmlformats.org/drawingml/2006/main" noGrp="1"/>
          </p:cNvSpPr>
          <p:nvPr/>
        </p:nvSpPr>
        <p:spPr>
          <a:xfrm xmlns:a="http://schemas.openxmlformats.org/drawingml/2006/main">
            <a:off x="857250" y="3962400"/>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2" name="u832">
            <a:extLst xmlns:a="http://schemas.openxmlformats.org/drawingml/2006/main">
              <a:ext uri="{FF2B5EF4-FFF2-40B4-BE49-F238E27FC236}">
                <a16:creationId xmlns:a16="http://schemas.microsoft.com/office/drawing/2014/main" id="{CC6C3CCB-1CBD-498A-A0E6-BF24F0A2FD97}"/>
              </a:ext>
            </a:extLst>
          </p:cNvPr>
          <p:cNvSpPr>
            <a:spLocks xmlns:a="http://schemas.openxmlformats.org/drawingml/2006/main" noGrp="1"/>
          </p:cNvSpPr>
          <p:nvPr/>
        </p:nvSpPr>
        <p:spPr>
          <a:xfrm xmlns:a="http://schemas.openxmlformats.org/drawingml/2006/main">
            <a:off x="857250" y="4219575"/>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826e6de0c5044dc8"/>
              </a:rPr>
              <a:t>run.zsh</a:t>
            </a:r>
          </a:p>
        </p:txBody>
      </p:sp>
      <p:sp>
        <p:nvSpPr>
          <p:cNvPr id="13" name="u833">
            <a:extLst xmlns:a="http://schemas.openxmlformats.org/drawingml/2006/main">
              <a:ext uri="{FF2B5EF4-FFF2-40B4-BE49-F238E27FC236}">
                <a16:creationId xmlns:a16="http://schemas.microsoft.com/office/drawing/2014/main" id="{3B800350-416D-436B-A4DC-8AA3DDE50253}"/>
              </a:ext>
            </a:extLst>
          </p:cNvPr>
          <p:cNvSpPr>
            <a:spLocks xmlns:a="http://schemas.openxmlformats.org/drawingml/2006/main" noGrp="1"/>
          </p:cNvSpPr>
          <p:nvPr/>
        </p:nvSpPr>
        <p:spPr>
          <a:xfrm xmlns:a="http://schemas.openxmlformats.org/drawingml/2006/main">
            <a:off x="857250" y="4552950"/>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Runs Swift tests and keeps the evidence directory</a:t>
            </a:r>
          </a:p>
        </p:txBody>
      </p:sp>
      <p:sp>
        <p:nvSpPr>
          <p:cNvPr id="14" name="u834">
            <a:extLst xmlns:a="http://schemas.openxmlformats.org/drawingml/2006/main">
              <a:ext uri="{FF2B5EF4-FFF2-40B4-BE49-F238E27FC236}">
                <a16:creationId xmlns:a16="http://schemas.microsoft.com/office/drawing/2014/main" id="{8CA58BED-59CD-4049-AE6F-B6CFA6615E76}"/>
              </a:ext>
            </a:extLst>
          </p:cNvPr>
          <p:cNvSpPr>
            <a:spLocks xmlns:a="http://schemas.openxmlformats.org/drawingml/2006/main" noGrp="1"/>
          </p:cNvSpPr>
          <p:nvPr/>
        </p:nvSpPr>
        <p:spPr>
          <a:xfrm xmlns:a="http://schemas.openxmlformats.org/drawingml/2006/main">
            <a:off x="723900" y="5029200"/>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5" name="u835">
            <a:extLst xmlns:a="http://schemas.openxmlformats.org/drawingml/2006/main">
              <a:ext uri="{FF2B5EF4-FFF2-40B4-BE49-F238E27FC236}">
                <a16:creationId xmlns:a16="http://schemas.microsoft.com/office/drawing/2014/main" id="{96C14B05-D3DA-4B05-831D-E9A3C36B548C}"/>
              </a:ext>
            </a:extLst>
          </p:cNvPr>
          <p:cNvSpPr>
            <a:spLocks xmlns:a="http://schemas.openxmlformats.org/drawingml/2006/main" noGrp="1"/>
          </p:cNvSpPr>
          <p:nvPr/>
        </p:nvSpPr>
        <p:spPr>
          <a:xfrm xmlns:a="http://schemas.openxmlformats.org/drawingml/2006/main">
            <a:off x="857250" y="5105400"/>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6" name="u836">
            <a:extLst xmlns:a="http://schemas.openxmlformats.org/drawingml/2006/main">
              <a:ext uri="{FF2B5EF4-FFF2-40B4-BE49-F238E27FC236}">
                <a16:creationId xmlns:a16="http://schemas.microsoft.com/office/drawing/2014/main" id="{B20A236F-F3B6-49E3-A4B3-91FAAA0087B1}"/>
              </a:ext>
            </a:extLst>
          </p:cNvPr>
          <p:cNvSpPr>
            <a:spLocks xmlns:a="http://schemas.openxmlformats.org/drawingml/2006/main" noGrp="1"/>
          </p:cNvSpPr>
          <p:nvPr/>
        </p:nvSpPr>
        <p:spPr>
          <a:xfrm xmlns:a="http://schemas.openxmlformats.org/drawingml/2006/main">
            <a:off x="857250" y="5362575"/>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b65a6a6f24374274"/>
              </a:rPr>
              <a:t>required-tests.txt</a:t>
            </a:r>
          </a:p>
        </p:txBody>
      </p:sp>
      <p:sp>
        <p:nvSpPr>
          <p:cNvPr id="17" name="u837">
            <a:extLst xmlns:a="http://schemas.openxmlformats.org/drawingml/2006/main">
              <a:ext uri="{FF2B5EF4-FFF2-40B4-BE49-F238E27FC236}">
                <a16:creationId xmlns:a16="http://schemas.microsoft.com/office/drawing/2014/main" id="{FB1F002D-9FEE-4E5C-BB0C-7708B31499CF}"/>
              </a:ext>
            </a:extLst>
          </p:cNvPr>
          <p:cNvSpPr>
            <a:spLocks xmlns:a="http://schemas.openxmlformats.org/drawingml/2006/main" noGrp="1"/>
          </p:cNvSpPr>
          <p:nvPr/>
        </p:nvSpPr>
        <p:spPr>
          <a:xfrm xmlns:a="http://schemas.openxmlformats.org/drawingml/2006/main">
            <a:off x="857250" y="5695950"/>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Required test-name inventory checked against the transcript</a:t>
            </a:r>
          </a:p>
        </p:txBody>
      </p:sp>
      <p:sp>
        <p:nvSpPr>
          <p:cNvPr id="18" name="u838">
            <a:extLst xmlns:a="http://schemas.openxmlformats.org/drawingml/2006/main">
              <a:ext uri="{FF2B5EF4-FFF2-40B4-BE49-F238E27FC236}">
                <a16:creationId xmlns:a16="http://schemas.microsoft.com/office/drawing/2014/main" id="{EE0BE429-CC61-4DB1-B3A0-757F9FFD8E21}"/>
              </a:ext>
            </a:extLst>
          </p:cNvPr>
          <p:cNvSpPr>
            <a:spLocks xmlns:a="http://schemas.openxmlformats.org/drawingml/2006/main" noGrp="1"/>
          </p:cNvSpPr>
          <p:nvPr/>
        </p:nvSpPr>
        <p:spPr>
          <a:xfrm xmlns:a="http://schemas.openxmlformats.org/drawingml/2006/main">
            <a:off x="723900" y="6172200"/>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9" name="u839">
            <a:extLst xmlns:a="http://schemas.openxmlformats.org/drawingml/2006/main">
              <a:ext uri="{FF2B5EF4-FFF2-40B4-BE49-F238E27FC236}">
                <a16:creationId xmlns:a16="http://schemas.microsoft.com/office/drawing/2014/main" id="{E6483DEB-A90E-4353-9065-746510092202}"/>
              </a:ext>
            </a:extLst>
          </p:cNvPr>
          <p:cNvSpPr>
            <a:spLocks xmlns:a="http://schemas.openxmlformats.org/drawingml/2006/main" noGrp="1"/>
          </p:cNvSpPr>
          <p:nvPr/>
        </p:nvSpPr>
        <p:spPr>
          <a:xfrm xmlns:a="http://schemas.openxmlformats.org/drawingml/2006/main">
            <a:off x="857250" y="6248400"/>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0" name="u840">
            <a:extLst xmlns:a="http://schemas.openxmlformats.org/drawingml/2006/main">
              <a:ext uri="{FF2B5EF4-FFF2-40B4-BE49-F238E27FC236}">
                <a16:creationId xmlns:a16="http://schemas.microsoft.com/office/drawing/2014/main" id="{09C585A2-0686-4FE7-A886-D993CC341E58}"/>
              </a:ext>
            </a:extLst>
          </p:cNvPr>
          <p:cNvSpPr>
            <a:spLocks xmlns:a="http://schemas.openxmlformats.org/drawingml/2006/main" noGrp="1"/>
          </p:cNvSpPr>
          <p:nvPr/>
        </p:nvSpPr>
        <p:spPr>
          <a:xfrm xmlns:a="http://schemas.openxmlformats.org/drawingml/2006/main">
            <a:off x="857250" y="6505575"/>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52fe1160767743c9"/>
              </a:rPr>
              <a:t>verify-results.rb</a:t>
            </a:r>
          </a:p>
        </p:txBody>
      </p:sp>
      <p:sp>
        <p:nvSpPr>
          <p:cNvPr id="21" name="u841">
            <a:extLst xmlns:a="http://schemas.openxmlformats.org/drawingml/2006/main">
              <a:ext uri="{FF2B5EF4-FFF2-40B4-BE49-F238E27FC236}">
                <a16:creationId xmlns:a16="http://schemas.microsoft.com/office/drawing/2014/main" id="{57DEB99A-2298-4C37-B06E-709D5B80229E}"/>
              </a:ext>
            </a:extLst>
          </p:cNvPr>
          <p:cNvSpPr>
            <a:spLocks xmlns:a="http://schemas.openxmlformats.org/drawingml/2006/main" noGrp="1"/>
          </p:cNvSpPr>
          <p:nvPr/>
        </p:nvSpPr>
        <p:spPr>
          <a:xfrm xmlns:a="http://schemas.openxmlformats.org/drawingml/2006/main">
            <a:off x="857250" y="6838950"/>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Rejects failed, skipped, missing, or incomplete tests</a:t>
            </a:r>
          </a:p>
        </p:txBody>
      </p:sp>
      <p:sp>
        <p:nvSpPr>
          <p:cNvPr id="22" name="u842">
            <a:extLst xmlns:a="http://schemas.openxmlformats.org/drawingml/2006/main">
              <a:ext uri="{FF2B5EF4-FFF2-40B4-BE49-F238E27FC236}">
                <a16:creationId xmlns:a16="http://schemas.microsoft.com/office/drawing/2014/main" id="{59C83933-3C85-4E4E-8D33-B80E5700AFAC}"/>
              </a:ext>
            </a:extLst>
          </p:cNvPr>
          <p:cNvSpPr>
            <a:spLocks xmlns:a="http://schemas.openxmlformats.org/drawingml/2006/main" noGrp="1"/>
          </p:cNvSpPr>
          <p:nvPr/>
        </p:nvSpPr>
        <p:spPr>
          <a:xfrm xmlns:a="http://schemas.openxmlformats.org/drawingml/2006/main">
            <a:off x="723900" y="7315200"/>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23" name="u843">
            <a:extLst xmlns:a="http://schemas.openxmlformats.org/drawingml/2006/main">
              <a:ext uri="{FF2B5EF4-FFF2-40B4-BE49-F238E27FC236}">
                <a16:creationId xmlns:a16="http://schemas.microsoft.com/office/drawing/2014/main" id="{216A4DF8-86A3-4442-BD84-00FBD2D7E9C4}"/>
              </a:ext>
            </a:extLst>
          </p:cNvPr>
          <p:cNvSpPr>
            <a:spLocks xmlns:a="http://schemas.openxmlformats.org/drawingml/2006/main" noGrp="1"/>
          </p:cNvSpPr>
          <p:nvPr/>
        </p:nvSpPr>
        <p:spPr>
          <a:xfrm xmlns:a="http://schemas.openxmlformats.org/drawingml/2006/main">
            <a:off x="857250" y="7391400"/>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4" name="u844">
            <a:extLst xmlns:a="http://schemas.openxmlformats.org/drawingml/2006/main">
              <a:ext uri="{FF2B5EF4-FFF2-40B4-BE49-F238E27FC236}">
                <a16:creationId xmlns:a16="http://schemas.microsoft.com/office/drawing/2014/main" id="{64C7381A-CBE7-4CF1-A13F-18FF25162D90}"/>
              </a:ext>
            </a:extLst>
          </p:cNvPr>
          <p:cNvSpPr>
            <a:spLocks xmlns:a="http://schemas.openxmlformats.org/drawingml/2006/main" noGrp="1"/>
          </p:cNvSpPr>
          <p:nvPr/>
        </p:nvSpPr>
        <p:spPr>
          <a:xfrm xmlns:a="http://schemas.openxmlformats.org/drawingml/2006/main">
            <a:off x="857250" y="7648575"/>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5b84e8b420e542a4"/>
              </a:rPr>
              <a:t>calibrate-scorer.rb</a:t>
            </a:r>
          </a:p>
        </p:txBody>
      </p:sp>
      <p:sp>
        <p:nvSpPr>
          <p:cNvPr id="25" name="u845">
            <a:extLst xmlns:a="http://schemas.openxmlformats.org/drawingml/2006/main">
              <a:ext uri="{FF2B5EF4-FFF2-40B4-BE49-F238E27FC236}">
                <a16:creationId xmlns:a16="http://schemas.microsoft.com/office/drawing/2014/main" id="{E87BC6C4-88E2-47E0-B595-2D8B5648C8C2}"/>
              </a:ext>
            </a:extLst>
          </p:cNvPr>
          <p:cNvSpPr>
            <a:spLocks xmlns:a="http://schemas.openxmlformats.org/drawingml/2006/main" noGrp="1"/>
          </p:cNvSpPr>
          <p:nvPr/>
        </p:nvSpPr>
        <p:spPr>
          <a:xfrm xmlns:a="http://schemas.openxmlformats.org/drawingml/2006/main">
            <a:off x="857250" y="7981950"/>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Explicit threshold selection, separate from regression</a:t>
            </a:r>
          </a:p>
        </p:txBody>
      </p:sp>
      <p:sp>
        <p:nvSpPr>
          <p:cNvPr id="26" name="u846">
            <a:extLst xmlns:a="http://schemas.openxmlformats.org/drawingml/2006/main">
              <a:ext uri="{FF2B5EF4-FFF2-40B4-BE49-F238E27FC236}">
                <a16:creationId xmlns:a16="http://schemas.microsoft.com/office/drawing/2014/main" id="{C1D6FF81-9499-4424-8571-9E4A72F61AAC}"/>
              </a:ext>
            </a:extLst>
          </p:cNvPr>
          <p:cNvSpPr>
            <a:spLocks xmlns:a="http://schemas.openxmlformats.org/drawingml/2006/main" noGrp="1"/>
          </p:cNvSpPr>
          <p:nvPr/>
        </p:nvSpPr>
        <p:spPr>
          <a:xfrm xmlns:a="http://schemas.openxmlformats.org/drawingml/2006/main">
            <a:off x="723900" y="8458200"/>
            <a:ext cx="8848725"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27" name="u847">
            <a:extLst xmlns:a="http://schemas.openxmlformats.org/drawingml/2006/main">
              <a:ext uri="{FF2B5EF4-FFF2-40B4-BE49-F238E27FC236}">
                <a16:creationId xmlns:a16="http://schemas.microsoft.com/office/drawing/2014/main" id="{720F9C8E-32B4-4194-A52C-8040F1A1A656}"/>
              </a:ext>
            </a:extLst>
          </p:cNvPr>
          <p:cNvSpPr>
            <a:spLocks xmlns:a="http://schemas.openxmlformats.org/drawingml/2006/main" noGrp="1"/>
          </p:cNvSpPr>
          <p:nvPr/>
        </p:nvSpPr>
        <p:spPr>
          <a:xfrm xmlns:a="http://schemas.openxmlformats.org/drawingml/2006/main">
            <a:off x="857250" y="8534400"/>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28" name="u848">
            <a:extLst xmlns:a="http://schemas.openxmlformats.org/drawingml/2006/main">
              <a:ext uri="{FF2B5EF4-FFF2-40B4-BE49-F238E27FC236}">
                <a16:creationId xmlns:a16="http://schemas.microsoft.com/office/drawing/2014/main" id="{06019DD6-1045-4DBA-A808-62F577BBE0DC}"/>
              </a:ext>
            </a:extLst>
          </p:cNvPr>
          <p:cNvSpPr>
            <a:spLocks xmlns:a="http://schemas.openxmlformats.org/drawingml/2006/main" noGrp="1"/>
          </p:cNvSpPr>
          <p:nvPr/>
        </p:nvSpPr>
        <p:spPr>
          <a:xfrm xmlns:a="http://schemas.openxmlformats.org/drawingml/2006/main">
            <a:off x="857250" y="8791575"/>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d67024080f69453e"/>
              </a:rPr>
              <a:t>verify-app-bundle.rb</a:t>
            </a:r>
          </a:p>
        </p:txBody>
      </p:sp>
      <p:sp>
        <p:nvSpPr>
          <p:cNvPr id="29" name="u849">
            <a:extLst xmlns:a="http://schemas.openxmlformats.org/drawingml/2006/main">
              <a:ext uri="{FF2B5EF4-FFF2-40B4-BE49-F238E27FC236}">
                <a16:creationId xmlns:a16="http://schemas.microsoft.com/office/drawing/2014/main" id="{8F403798-F20E-4190-9966-21262DDEA6D4}"/>
              </a:ext>
            </a:extLst>
          </p:cNvPr>
          <p:cNvSpPr>
            <a:spLocks xmlns:a="http://schemas.openxmlformats.org/drawingml/2006/main" noGrp="1"/>
          </p:cNvSpPr>
          <p:nvPr/>
        </p:nvSpPr>
        <p:spPr>
          <a:xfrm xmlns:a="http://schemas.openxmlformats.org/drawingml/2006/main">
            <a:off x="857250" y="9124950"/>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Checks Debug fixture hashes and Release exclusion</a:t>
            </a:r>
          </a:p>
        </p:txBody>
      </p:sp>
      <p:sp>
        <p:nvSpPr>
          <p:cNvPr id="30" name="u850">
            <a:extLst xmlns:a="http://schemas.openxmlformats.org/drawingml/2006/main">
              <a:ext uri="{FF2B5EF4-FFF2-40B4-BE49-F238E27FC236}">
                <a16:creationId xmlns:a16="http://schemas.microsoft.com/office/drawing/2014/main" id="{0EB5FC24-9C0D-4395-924F-8501A448778D}"/>
              </a:ext>
            </a:extLst>
          </p:cNvPr>
          <p:cNvSpPr>
            <a:spLocks xmlns:a="http://schemas.openxmlformats.org/drawingml/2006/main" noGrp="1"/>
          </p:cNvSpPr>
          <p:nvPr/>
        </p:nvSpPr>
        <p:spPr>
          <a:xfrm xmlns:a="http://schemas.openxmlformats.org/drawingml/2006/main">
            <a:off x="666750" y="9867900"/>
            <a:ext cx="9048750" cy="4095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346EB3"/>
                </a:solidFill>
                <a:latin typeface="DejaVu Sans"/>
                <a:ea typeface="DejaVu Sans"/>
                <a:cs typeface="DejaVu Sans"/>
              </a:defRPr>
            </a:pPr>
            <a:r>
              <a:rPr sz="2025" b="1">
                <a:solidFill>
                  <a:srgbClr val="346EB3"/>
                </a:solidFill>
                <a:latin typeface="DejaVu Sans"/>
                <a:ea typeface="DejaVu Sans"/>
                <a:cs typeface="DejaVu Sans"/>
              </a:rPr>
              <a:t>ios/AIShop/scripts/</a:t>
            </a:r>
          </a:p>
        </p:txBody>
      </p:sp>
      <p:sp>
        <p:nvSpPr>
          <p:cNvPr id="31" name="u851">
            <a:extLst xmlns:a="http://schemas.openxmlformats.org/drawingml/2006/main">
              <a:ext uri="{FF2B5EF4-FFF2-40B4-BE49-F238E27FC236}">
                <a16:creationId xmlns:a16="http://schemas.microsoft.com/office/drawing/2014/main" id="{8C02D59C-9D56-445D-9046-A81A902E70B4}"/>
              </a:ext>
            </a:extLst>
          </p:cNvPr>
          <p:cNvSpPr>
            <a:spLocks xmlns:a="http://schemas.openxmlformats.org/drawingml/2006/main" noGrp="1"/>
          </p:cNvSpPr>
          <p:nvPr/>
        </p:nvSpPr>
        <p:spPr>
          <a:xfrm xmlns:a="http://schemas.openxmlformats.org/drawingml/2006/main">
            <a:off x="723900" y="10439400"/>
            <a:ext cx="8848725" cy="1162050"/>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32" name="u852">
            <a:extLst xmlns:a="http://schemas.openxmlformats.org/drawingml/2006/main">
              <a:ext uri="{FF2B5EF4-FFF2-40B4-BE49-F238E27FC236}">
                <a16:creationId xmlns:a16="http://schemas.microsoft.com/office/drawing/2014/main" id="{488323D8-8D69-4B17-B187-38E18461D2B8}"/>
              </a:ext>
            </a:extLst>
          </p:cNvPr>
          <p:cNvSpPr>
            <a:spLocks xmlns:a="http://schemas.openxmlformats.org/drawingml/2006/main" noGrp="1"/>
          </p:cNvSpPr>
          <p:nvPr/>
        </p:nvSpPr>
        <p:spPr>
          <a:xfrm xmlns:a="http://schemas.openxmlformats.org/drawingml/2006/main">
            <a:off x="857250" y="10515600"/>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33" name="u853">
            <a:extLst xmlns:a="http://schemas.openxmlformats.org/drawingml/2006/main">
              <a:ext uri="{FF2B5EF4-FFF2-40B4-BE49-F238E27FC236}">
                <a16:creationId xmlns:a16="http://schemas.microsoft.com/office/drawing/2014/main" id="{29A73EDD-A86D-43BD-94AD-5C1FD27154FD}"/>
              </a:ext>
            </a:extLst>
          </p:cNvPr>
          <p:cNvSpPr>
            <a:spLocks xmlns:a="http://schemas.openxmlformats.org/drawingml/2006/main" noGrp="1"/>
          </p:cNvSpPr>
          <p:nvPr/>
        </p:nvSpPr>
        <p:spPr>
          <a:xfrm xmlns:a="http://schemas.openxmlformats.org/drawingml/2006/main">
            <a:off x="857250" y="10772775"/>
            <a:ext cx="85820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e301888dd0bd4606"/>
              </a:rPr>
              <a:t>copy-vision-fixtures.sh</a:t>
            </a:r>
          </a:p>
        </p:txBody>
      </p:sp>
      <p:sp>
        <p:nvSpPr>
          <p:cNvPr id="34" name="u854">
            <a:extLst xmlns:a="http://schemas.openxmlformats.org/drawingml/2006/main">
              <a:ext uri="{FF2B5EF4-FFF2-40B4-BE49-F238E27FC236}">
                <a16:creationId xmlns:a16="http://schemas.microsoft.com/office/drawing/2014/main" id="{1FE3461B-94A5-4A32-9A5A-944EDDDC4368}"/>
              </a:ext>
            </a:extLst>
          </p:cNvPr>
          <p:cNvSpPr>
            <a:spLocks xmlns:a="http://schemas.openxmlformats.org/drawingml/2006/main" noGrp="1"/>
          </p:cNvSpPr>
          <p:nvPr/>
        </p:nvSpPr>
        <p:spPr>
          <a:xfrm xmlns:a="http://schemas.openxmlformats.org/drawingml/2006/main">
            <a:off x="857250" y="11106150"/>
            <a:ext cx="8582025"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Copies only the approved inputs into Debug resources</a:t>
            </a:r>
          </a:p>
        </p:txBody>
      </p:sp>
      <p:sp>
        <p:nvSpPr>
          <p:cNvPr id="35" name="u855">
            <a:extLst xmlns:a="http://schemas.openxmlformats.org/drawingml/2006/main">
              <a:ext uri="{FF2B5EF4-FFF2-40B4-BE49-F238E27FC236}">
                <a16:creationId xmlns:a16="http://schemas.microsoft.com/office/drawing/2014/main" id="{B6A1D0F0-8522-4AAA-A4A2-33AF4BBBC00E}"/>
              </a:ext>
            </a:extLst>
          </p:cNvPr>
          <p:cNvSpPr>
            <a:spLocks xmlns:a="http://schemas.openxmlformats.org/drawingml/2006/main" noGrp="1"/>
          </p:cNvSpPr>
          <p:nvPr/>
        </p:nvSpPr>
        <p:spPr>
          <a:xfrm xmlns:a="http://schemas.openxmlformats.org/drawingml/2006/main">
            <a:off x="857250" y="11353800"/>
            <a:ext cx="8582025"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087F8C"/>
                </a:solidFill>
                <a:latin typeface="DejaVu Sans"/>
                <a:ea typeface="DejaVu Sans"/>
                <a:cs typeface="DejaVu Sans"/>
              </a:defRPr>
            </a:pPr>
            <a:r>
              <a:rPr sz="1500" b="0">
                <a:solidFill>
                  <a:srgbClr val="087F8C"/>
                </a:solidFill>
                <a:latin typeface="DejaVu Sans"/>
                <a:ea typeface="DejaVu Sans"/>
                <a:cs typeface="DejaVu Sans"/>
              </a:rPr>
              <a:t>Read: build-phase script</a:t>
            </a:r>
          </a:p>
        </p:txBody>
      </p:sp>
    </p:spTree>
    <p:extLst>
      <p:ext uri="{BB962C8B-B14F-4D97-AF65-F5344CB8AC3E}">
        <p14:creationId xmlns:p14="http://schemas.microsoft.com/office/powerpoint/2010/main" val="1016723404"/>
      </p:ext>
    </p:extLst>
  </p:cSld>
</p:sld>
</file>

<file path=ppt/slides/slide3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8" name="u856">
            <a:extLst xmlns:a="http://schemas.openxmlformats.org/drawingml/2006/main">
              <a:ext uri="{FF2B5EF4-FFF2-40B4-BE49-F238E27FC236}">
                <a16:creationId xmlns:a16="http://schemas.microsoft.com/office/drawing/2014/main" id="{44AE0279-0A47-4A4A-B532-2A993625E1A7}"/>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PACKAGES AND ARTIFACTS</a:t>
            </a:r>
          </a:p>
        </p:txBody>
      </p:sp>
      <p:sp>
        <p:nvSpPr>
          <p:cNvPr id="2" name="u857">
            <a:extLst xmlns:a="http://schemas.openxmlformats.org/drawingml/2006/main">
              <a:ext uri="{FF2B5EF4-FFF2-40B4-BE49-F238E27FC236}">
                <a16:creationId xmlns:a16="http://schemas.microsoft.com/office/drawing/2014/main" id="{DF263EB3-1AF7-4503-A8A8-BEF2A305206A}"/>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Project files and input artifacts</a:t>
            </a:r>
          </a:p>
        </p:txBody>
      </p:sp>
      <p:sp>
        <p:nvSpPr>
          <p:cNvPr id="3" name="u858">
            <a:extLst xmlns:a="http://schemas.openxmlformats.org/drawingml/2006/main">
              <a:ext uri="{FF2B5EF4-FFF2-40B4-BE49-F238E27FC236}">
                <a16:creationId xmlns:a16="http://schemas.microsoft.com/office/drawing/2014/main" id="{C3214BF6-A656-4277-9395-4F84B80521E4}"/>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Build wiring decides what the app can include and launch.</a:t>
            </a:r>
          </a:p>
        </p:txBody>
      </p:sp>
      <p:sp>
        <p:nvSpPr>
          <p:cNvPr id="4" name="u859">
            <a:extLst xmlns:a="http://schemas.openxmlformats.org/drawingml/2006/main">
              <a:ext uri="{FF2B5EF4-FFF2-40B4-BE49-F238E27FC236}">
                <a16:creationId xmlns:a16="http://schemas.microsoft.com/office/drawing/2014/main" id="{BBD9E945-8390-4FE6-A0AA-BA7F64110663}"/>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860">
            <a:extLst xmlns:a="http://schemas.openxmlformats.org/drawingml/2006/main">
              <a:ext uri="{FF2B5EF4-FFF2-40B4-BE49-F238E27FC236}">
                <a16:creationId xmlns:a16="http://schemas.microsoft.com/office/drawing/2014/main" id="{EE0EED7A-C6A7-4042-ABEE-07A6DDDC0903}"/>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33"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861">
            <a:extLst xmlns:a="http://schemas.openxmlformats.org/drawingml/2006/main">
              <a:ext uri="{FF2B5EF4-FFF2-40B4-BE49-F238E27FC236}">
                <a16:creationId xmlns:a16="http://schemas.microsoft.com/office/drawing/2014/main" id="{53B6E736-4CB1-43A6-9F28-DDD49DBF0899}"/>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862">
            <a:extLst xmlns:a="http://schemas.openxmlformats.org/drawingml/2006/main">
              <a:ext uri="{FF2B5EF4-FFF2-40B4-BE49-F238E27FC236}">
                <a16:creationId xmlns:a16="http://schemas.microsoft.com/office/drawing/2014/main" id="{FB98019D-3593-4443-88AF-0E6FC82EA142}"/>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30</a:t>
            </a:r>
          </a:p>
        </p:txBody>
      </p:sp>
      <p:sp>
        <p:nvSpPr>
          <p:cNvPr id="9" name="u863">
            <a:extLst xmlns:a="http://schemas.openxmlformats.org/drawingml/2006/main">
              <a:ext uri="{FF2B5EF4-FFF2-40B4-BE49-F238E27FC236}">
                <a16:creationId xmlns:a16="http://schemas.microsoft.com/office/drawing/2014/main" id="{C60E74FC-7268-4009-A695-37047F917998}"/>
              </a:ext>
            </a:extLst>
          </p:cNvPr>
          <p:cNvSpPr>
            <a:spLocks xmlns:a="http://schemas.openxmlformats.org/drawingml/2006/main" noGrp="1"/>
          </p:cNvSpPr>
          <p:nvPr/>
        </p:nvSpPr>
        <p:spPr>
          <a:xfrm xmlns:a="http://schemas.openxmlformats.org/drawingml/2006/main">
            <a:off x="628650" y="3286125"/>
            <a:ext cx="9048750" cy="4000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346EB3"/>
                </a:solidFill>
                <a:latin typeface="DejaVu Sans"/>
                <a:ea typeface="DejaVu Sans"/>
                <a:cs typeface="DejaVu Sans"/>
              </a:defRPr>
            </a:pPr>
            <a:r>
              <a:rPr sz="1875" b="1">
                <a:solidFill>
                  <a:srgbClr val="346EB3"/>
                </a:solidFill>
                <a:latin typeface="DejaVu Sans"/>
                <a:ea typeface="DejaVu Sans"/>
                <a:cs typeface="DejaVu Sans"/>
              </a:rPr>
              <a:t>ios/AIShop/AIShop.xcodeproj/</a:t>
            </a:r>
          </a:p>
        </p:txBody>
      </p:sp>
      <p:sp>
        <p:nvSpPr>
          <p:cNvPr id="10" name="u864">
            <a:extLst xmlns:a="http://schemas.openxmlformats.org/drawingml/2006/main">
              <a:ext uri="{FF2B5EF4-FFF2-40B4-BE49-F238E27FC236}">
                <a16:creationId xmlns:a16="http://schemas.microsoft.com/office/drawing/2014/main" id="{A685F6EB-6669-4C69-819F-23A04ADFCC32}"/>
              </a:ext>
            </a:extLst>
          </p:cNvPr>
          <p:cNvSpPr>
            <a:spLocks xmlns:a="http://schemas.openxmlformats.org/drawingml/2006/main" noGrp="1"/>
          </p:cNvSpPr>
          <p:nvPr/>
        </p:nvSpPr>
        <p:spPr>
          <a:xfrm xmlns:a="http://schemas.openxmlformats.org/drawingml/2006/main">
            <a:off x="742950" y="3933825"/>
            <a:ext cx="8801100"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1" name="u865">
            <a:extLst xmlns:a="http://schemas.openxmlformats.org/drawingml/2006/main">
              <a:ext uri="{FF2B5EF4-FFF2-40B4-BE49-F238E27FC236}">
                <a16:creationId xmlns:a16="http://schemas.microsoft.com/office/drawing/2014/main" id="{54210E53-A6D4-416D-9F12-A7CC8681ECE6}"/>
              </a:ext>
            </a:extLst>
          </p:cNvPr>
          <p:cNvSpPr>
            <a:spLocks xmlns:a="http://schemas.openxmlformats.org/drawingml/2006/main" noGrp="1"/>
          </p:cNvSpPr>
          <p:nvPr/>
        </p:nvSpPr>
        <p:spPr>
          <a:xfrm xmlns:a="http://schemas.openxmlformats.org/drawingml/2006/main">
            <a:off x="876300" y="4010025"/>
            <a:ext cx="85344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A86406"/>
                </a:solidFill>
                <a:latin typeface="DejaVu Sans"/>
                <a:ea typeface="DejaVu Sans"/>
                <a:cs typeface="DejaVu Sans"/>
              </a:defRPr>
            </a:pPr>
            <a:r>
              <a:rPr sz="1350" b="0">
                <a:solidFill>
                  <a:srgbClr val="A86406"/>
                </a:solidFill>
                <a:latin typeface="DejaVu Sans"/>
                <a:ea typeface="DejaVu Sans"/>
                <a:cs typeface="DejaVu Sans"/>
              </a:rPr>
              <a:t>«artifact»  modified</a:t>
            </a:r>
          </a:p>
        </p:txBody>
      </p:sp>
      <p:sp>
        <p:nvSpPr>
          <p:cNvPr id="12" name="u866">
            <a:extLst xmlns:a="http://schemas.openxmlformats.org/drawingml/2006/main">
              <a:ext uri="{FF2B5EF4-FFF2-40B4-BE49-F238E27FC236}">
                <a16:creationId xmlns:a16="http://schemas.microsoft.com/office/drawing/2014/main" id="{6BFC4F3F-A30A-43DD-B6F9-28B5E8FFD854}"/>
              </a:ext>
            </a:extLst>
          </p:cNvPr>
          <p:cNvSpPr>
            <a:spLocks xmlns:a="http://schemas.openxmlformats.org/drawingml/2006/main" noGrp="1"/>
          </p:cNvSpPr>
          <p:nvPr/>
        </p:nvSpPr>
        <p:spPr>
          <a:xfrm xmlns:a="http://schemas.openxmlformats.org/drawingml/2006/main">
            <a:off x="876300" y="4267200"/>
            <a:ext cx="85344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989b4f44b1454014"/>
              </a:rPr>
              <a:t>project.pbxproj</a:t>
            </a:r>
          </a:p>
        </p:txBody>
      </p:sp>
      <p:sp>
        <p:nvSpPr>
          <p:cNvPr id="13" name="u867">
            <a:extLst xmlns:a="http://schemas.openxmlformats.org/drawingml/2006/main">
              <a:ext uri="{FF2B5EF4-FFF2-40B4-BE49-F238E27FC236}">
                <a16:creationId xmlns:a16="http://schemas.microsoft.com/office/drawing/2014/main" id="{8D661288-5541-461D-8283-5DA8FC024F17}"/>
              </a:ext>
            </a:extLst>
          </p:cNvPr>
          <p:cNvSpPr>
            <a:spLocks xmlns:a="http://schemas.openxmlformats.org/drawingml/2006/main" noGrp="1"/>
          </p:cNvSpPr>
          <p:nvPr/>
        </p:nvSpPr>
        <p:spPr>
          <a:xfrm xmlns:a="http://schemas.openxmlformats.org/drawingml/2006/main">
            <a:off x="876300" y="4600575"/>
            <a:ext cx="853440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Target membership, package linkage, and fixture build phase</a:t>
            </a:r>
          </a:p>
        </p:txBody>
      </p:sp>
      <p:sp>
        <p:nvSpPr>
          <p:cNvPr id="14" name="u868">
            <a:extLst xmlns:a="http://schemas.openxmlformats.org/drawingml/2006/main">
              <a:ext uri="{FF2B5EF4-FFF2-40B4-BE49-F238E27FC236}">
                <a16:creationId xmlns:a16="http://schemas.microsoft.com/office/drawing/2014/main" id="{2AFD28E2-1D9E-42F6-97F5-2F8F75342CA6}"/>
              </a:ext>
            </a:extLst>
          </p:cNvPr>
          <p:cNvSpPr>
            <a:spLocks xmlns:a="http://schemas.openxmlformats.org/drawingml/2006/main" noGrp="1"/>
          </p:cNvSpPr>
          <p:nvPr/>
        </p:nvSpPr>
        <p:spPr>
          <a:xfrm xmlns:a="http://schemas.openxmlformats.org/drawingml/2006/main">
            <a:off x="752475" y="5095875"/>
            <a:ext cx="8763000" cy="3429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86974"/>
                </a:solidFill>
                <a:latin typeface="DejaVu Sans"/>
                <a:ea typeface="DejaVu Sans"/>
                <a:cs typeface="DejaVu Sans"/>
              </a:defRPr>
            </a:pPr>
            <a:r>
              <a:rPr sz="1725" b="0">
                <a:solidFill>
                  <a:srgbClr val="586974"/>
                </a:solidFill>
                <a:latin typeface="DejaVu Sans"/>
                <a:ea typeface="DejaVu Sans"/>
                <a:cs typeface="DejaVu Sans"/>
              </a:rPr>
              <a:t>xcshareddata/xcschemes/</a:t>
            </a:r>
          </a:p>
        </p:txBody>
      </p:sp>
      <p:sp>
        <p:nvSpPr>
          <p:cNvPr id="15" name="u869">
            <a:extLst xmlns:a="http://schemas.openxmlformats.org/drawingml/2006/main">
              <a:ext uri="{FF2B5EF4-FFF2-40B4-BE49-F238E27FC236}">
                <a16:creationId xmlns:a16="http://schemas.microsoft.com/office/drawing/2014/main" id="{2E885C9B-B5CC-422F-9F63-8F2A565DB3D1}"/>
              </a:ext>
            </a:extLst>
          </p:cNvPr>
          <p:cNvSpPr>
            <a:spLocks xmlns:a="http://schemas.openxmlformats.org/drawingml/2006/main" noGrp="1"/>
          </p:cNvSpPr>
          <p:nvPr/>
        </p:nvSpPr>
        <p:spPr>
          <a:xfrm xmlns:a="http://schemas.openxmlformats.org/drawingml/2006/main">
            <a:off x="742950" y="5610225"/>
            <a:ext cx="8801100"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6" name="u870">
            <a:extLst xmlns:a="http://schemas.openxmlformats.org/drawingml/2006/main">
              <a:ext uri="{FF2B5EF4-FFF2-40B4-BE49-F238E27FC236}">
                <a16:creationId xmlns:a16="http://schemas.microsoft.com/office/drawing/2014/main" id="{213DD053-A41E-49E3-AAE5-11EB161F4F9B}"/>
              </a:ext>
            </a:extLst>
          </p:cNvPr>
          <p:cNvSpPr>
            <a:spLocks xmlns:a="http://schemas.openxmlformats.org/drawingml/2006/main" noGrp="1"/>
          </p:cNvSpPr>
          <p:nvPr/>
        </p:nvSpPr>
        <p:spPr>
          <a:xfrm xmlns:a="http://schemas.openxmlformats.org/drawingml/2006/main">
            <a:off x="876300" y="5686425"/>
            <a:ext cx="85344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added</a:t>
            </a:r>
          </a:p>
        </p:txBody>
      </p:sp>
      <p:sp>
        <p:nvSpPr>
          <p:cNvPr id="17" name="u871">
            <a:extLst xmlns:a="http://schemas.openxmlformats.org/drawingml/2006/main">
              <a:ext uri="{FF2B5EF4-FFF2-40B4-BE49-F238E27FC236}">
                <a16:creationId xmlns:a16="http://schemas.microsoft.com/office/drawing/2014/main" id="{360BC96D-BDB2-4C6A-AAF0-68254D9B7330}"/>
              </a:ext>
            </a:extLst>
          </p:cNvPr>
          <p:cNvSpPr>
            <a:spLocks xmlns:a="http://schemas.openxmlformats.org/drawingml/2006/main" noGrp="1"/>
          </p:cNvSpPr>
          <p:nvPr/>
        </p:nvSpPr>
        <p:spPr>
          <a:xfrm xmlns:a="http://schemas.openxmlformats.org/drawingml/2006/main">
            <a:off x="876300" y="5943600"/>
            <a:ext cx="85344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hlinkClick xmlns:r="http://schemas.openxmlformats.org/officeDocument/2006/relationships" r:id="R437a1d0136bb4935"/>
              </a:rPr>
              <a:t>AIShop-VisionDiagnostics.xcscheme</a:t>
            </a:r>
          </a:p>
        </p:txBody>
      </p:sp>
      <p:sp>
        <p:nvSpPr>
          <p:cNvPr id="18" name="u872">
            <a:extLst xmlns:a="http://schemas.openxmlformats.org/drawingml/2006/main">
              <a:ext uri="{FF2B5EF4-FFF2-40B4-BE49-F238E27FC236}">
                <a16:creationId xmlns:a16="http://schemas.microsoft.com/office/drawing/2014/main" id="{0D05909F-8DC2-4034-B29D-8E431FB78DCE}"/>
              </a:ext>
            </a:extLst>
          </p:cNvPr>
          <p:cNvSpPr>
            <a:spLocks xmlns:a="http://schemas.openxmlformats.org/drawingml/2006/main" noGrp="1"/>
          </p:cNvSpPr>
          <p:nvPr/>
        </p:nvSpPr>
        <p:spPr>
          <a:xfrm xmlns:a="http://schemas.openxmlformats.org/drawingml/2006/main">
            <a:off x="876300" y="6276975"/>
            <a:ext cx="853440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Debug diagnostic launch arguments and test host</a:t>
            </a:r>
          </a:p>
        </p:txBody>
      </p:sp>
      <p:sp>
        <p:nvSpPr>
          <p:cNvPr id="19" name="u873">
            <a:extLst xmlns:a="http://schemas.openxmlformats.org/drawingml/2006/main">
              <a:ext uri="{FF2B5EF4-FFF2-40B4-BE49-F238E27FC236}">
                <a16:creationId xmlns:a16="http://schemas.microsoft.com/office/drawing/2014/main" id="{F7835269-6CA9-48C6-81A5-A38BF8546622}"/>
              </a:ext>
            </a:extLst>
          </p:cNvPr>
          <p:cNvSpPr>
            <a:spLocks xmlns:a="http://schemas.openxmlformats.org/drawingml/2006/main" noGrp="1"/>
          </p:cNvSpPr>
          <p:nvPr/>
        </p:nvSpPr>
        <p:spPr>
          <a:xfrm xmlns:a="http://schemas.openxmlformats.org/drawingml/2006/main">
            <a:off x="714375" y="7562850"/>
            <a:ext cx="8858250" cy="3067050"/>
          </a:xfrm>
          <a:prstGeom xmlns:a="http://schemas.openxmlformats.org/drawingml/2006/main" prst="rect">
            <a:avLst/>
          </a:prstGeom>
          <a:solidFill xmlns:a="http://schemas.openxmlformats.org/drawingml/2006/main">
            <a:srgbClr val="FFFFFF"/>
          </a:solidFill>
          <a:ln xmlns:a="http://schemas.openxmlformats.org/drawingml/2006/main" w="19050">
            <a:solidFill>
              <a:srgbClr val="785CA2"/>
            </a:solidFill>
            <a:prstDash val="solid"/>
          </a:ln>
        </p:spPr>
      </p:sp>
      <p:sp>
        <p:nvSpPr>
          <p:cNvPr id="20" name="u874">
            <a:extLst xmlns:a="http://schemas.openxmlformats.org/drawingml/2006/main">
              <a:ext uri="{FF2B5EF4-FFF2-40B4-BE49-F238E27FC236}">
                <a16:creationId xmlns:a16="http://schemas.microsoft.com/office/drawing/2014/main" id="{EEA99D09-984A-4F25-A603-718E788AAB63}"/>
              </a:ext>
            </a:extLst>
          </p:cNvPr>
          <p:cNvSpPr>
            <a:spLocks xmlns:a="http://schemas.openxmlformats.org/drawingml/2006/main" noGrp="1"/>
          </p:cNvSpPr>
          <p:nvPr/>
        </p:nvSpPr>
        <p:spPr>
          <a:xfrm xmlns:a="http://schemas.openxmlformats.org/drawingml/2006/main">
            <a:off x="714375" y="7277100"/>
            <a:ext cx="7896225"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785CA2"/>
            </a:solidFill>
            <a:prstDash val="solid"/>
          </a:ln>
        </p:spPr>
      </p:sp>
      <p:sp>
        <p:nvSpPr>
          <p:cNvPr id="21" name="u875">
            <a:extLst xmlns:a="http://schemas.openxmlformats.org/drawingml/2006/main">
              <a:ext uri="{FF2B5EF4-FFF2-40B4-BE49-F238E27FC236}">
                <a16:creationId xmlns:a16="http://schemas.microsoft.com/office/drawing/2014/main" id="{6294FC8C-9134-450E-A4E6-7055BA5E26A1}"/>
              </a:ext>
            </a:extLst>
          </p:cNvPr>
          <p:cNvSpPr>
            <a:spLocks xmlns:a="http://schemas.openxmlformats.org/drawingml/2006/main" noGrp="1"/>
          </p:cNvSpPr>
          <p:nvPr/>
        </p:nvSpPr>
        <p:spPr>
          <a:xfrm xmlns:a="http://schemas.openxmlformats.org/drawingml/2006/main">
            <a:off x="847725" y="7296150"/>
            <a:ext cx="859155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785CA2"/>
                </a:solidFill>
                <a:latin typeface="DejaVu Sans"/>
                <a:ea typeface="DejaVu Sans"/>
                <a:cs typeface="DejaVu Sans"/>
              </a:defRPr>
            </a:pPr>
            <a:r>
              <a:rPr sz="1875" b="1">
                <a:solidFill>
                  <a:srgbClr val="785CA2"/>
                </a:solidFill>
                <a:latin typeface="DejaVu Sans"/>
                <a:ea typeface="DejaVu Sans"/>
                <a:cs typeface="DejaVu Sans"/>
              </a:rPr>
              <a:t>AIShopVision/Tests/AIShopVisionTests/Resources/</a:t>
            </a:r>
          </a:p>
        </p:txBody>
      </p:sp>
      <p:sp>
        <p:nvSpPr>
          <p:cNvPr id="22" name="u876">
            <a:extLst xmlns:a="http://schemas.openxmlformats.org/drawingml/2006/main">
              <a:ext uri="{FF2B5EF4-FFF2-40B4-BE49-F238E27FC236}">
                <a16:creationId xmlns:a16="http://schemas.microsoft.com/office/drawing/2014/main" id="{040A4EC2-B44D-43C5-AD59-6642CC0E9987}"/>
              </a:ext>
            </a:extLst>
          </p:cNvPr>
          <p:cNvSpPr>
            <a:spLocks xmlns:a="http://schemas.openxmlformats.org/drawingml/2006/main" noGrp="1"/>
          </p:cNvSpPr>
          <p:nvPr/>
        </p:nvSpPr>
        <p:spPr>
          <a:xfrm xmlns:a="http://schemas.openxmlformats.org/drawingml/2006/main">
            <a:off x="942975" y="7839075"/>
            <a:ext cx="8334375" cy="628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72A3A"/>
                </a:solidFill>
                <a:latin typeface="DejaVu Sans"/>
                <a:ea typeface="DejaVu Sans"/>
                <a:cs typeface="DejaVu Sans"/>
              </a:defRPr>
            </a:pPr>
            <a:r>
              <a:rPr sz="1650" b="0">
                <a:solidFill>
                  <a:srgbClr val="172A3A"/>
                </a:solidFill>
                <a:latin typeface="DejaVu Sans"/>
                <a:ea typeface="DejaVu Sans"/>
                <a:cs typeface="DejaVu Sans"/>
              </a:rPr>
              <a:t>banana.JPG</a:t>
            </a:r>
          </a:p>
          <a:p xmlns:a="http://schemas.openxmlformats.org/drawingml/2006/main">
            <a:pPr algn="l">
              <a:defRPr sz="1650" b="0">
                <a:solidFill>
                  <a:srgbClr val="172A3A"/>
                </a:solidFill>
                <a:latin typeface="DejaVu Sans"/>
                <a:ea typeface="DejaVu Sans"/>
                <a:cs typeface="DejaVu Sans"/>
              </a:defRPr>
            </a:pPr>
            <a:r>
              <a:rPr sz="1650" b="0">
                <a:solidFill>
                  <a:srgbClr val="172A3A"/>
                </a:solidFill>
                <a:latin typeface="DejaVu Sans"/>
                <a:ea typeface="DejaVu Sans"/>
                <a:cs typeface="DejaVu Sans"/>
              </a:rPr>
              <a:t>Reference image</a:t>
            </a:r>
          </a:p>
        </p:txBody>
      </p:sp>
      <p:sp>
        <p:nvSpPr>
          <p:cNvPr id="23" name="u877">
            <a:extLst xmlns:a="http://schemas.openxmlformats.org/drawingml/2006/main">
              <a:ext uri="{FF2B5EF4-FFF2-40B4-BE49-F238E27FC236}">
                <a16:creationId xmlns:a16="http://schemas.microsoft.com/office/drawing/2014/main" id="{36B6C73A-18A8-4C19-A38E-ED0C6F4AA5EC}"/>
              </a:ext>
            </a:extLst>
          </p:cNvPr>
          <p:cNvSpPr>
            <a:spLocks xmlns:a="http://schemas.openxmlformats.org/drawingml/2006/main" noGrp="1"/>
          </p:cNvSpPr>
          <p:nvPr/>
        </p:nvSpPr>
        <p:spPr>
          <a:xfrm xmlns:a="http://schemas.openxmlformats.org/drawingml/2006/main">
            <a:off x="942975" y="8496300"/>
            <a:ext cx="8334375" cy="628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72A3A"/>
                </a:solidFill>
                <a:latin typeface="DejaVu Sans"/>
                <a:ea typeface="DejaVu Sans"/>
                <a:cs typeface="DejaVu Sans"/>
              </a:defRPr>
            </a:pPr>
            <a:r>
              <a:rPr sz="1650" b="0">
                <a:solidFill>
                  <a:srgbClr val="172A3A"/>
                </a:solidFill>
                <a:latin typeface="DejaVu Sans"/>
                <a:ea typeface="DejaVu Sans"/>
                <a:cs typeface="DejaVu Sans"/>
              </a:rPr>
              <a:t>video_with_banana_trimmed.mov</a:t>
            </a:r>
          </a:p>
          <a:p xmlns:a="http://schemas.openxmlformats.org/drawingml/2006/main">
            <a:pPr algn="l">
              <a:defRPr sz="1650" b="0">
                <a:solidFill>
                  <a:srgbClr val="172A3A"/>
                </a:solidFill>
                <a:latin typeface="DejaVu Sans"/>
                <a:ea typeface="DejaVu Sans"/>
                <a:cs typeface="DejaVu Sans"/>
              </a:defRPr>
            </a:pPr>
            <a:r>
              <a:rPr sz="1650" b="0">
                <a:solidFill>
                  <a:srgbClr val="172A3A"/>
                </a:solidFill>
                <a:latin typeface="DejaVu Sans"/>
                <a:ea typeface="DejaVu Sans"/>
                <a:cs typeface="DejaVu Sans"/>
              </a:rPr>
              <a:t>Positive video</a:t>
            </a:r>
          </a:p>
        </p:txBody>
      </p:sp>
      <p:sp>
        <p:nvSpPr>
          <p:cNvPr id="24" name="u878">
            <a:extLst xmlns:a="http://schemas.openxmlformats.org/drawingml/2006/main">
              <a:ext uri="{FF2B5EF4-FFF2-40B4-BE49-F238E27FC236}">
                <a16:creationId xmlns:a16="http://schemas.microsoft.com/office/drawing/2014/main" id="{FDE11A5D-BB2C-4D1D-8C90-3EFBBAB4A917}"/>
              </a:ext>
            </a:extLst>
          </p:cNvPr>
          <p:cNvSpPr>
            <a:spLocks xmlns:a="http://schemas.openxmlformats.org/drawingml/2006/main" noGrp="1"/>
          </p:cNvSpPr>
          <p:nvPr/>
        </p:nvSpPr>
        <p:spPr>
          <a:xfrm xmlns:a="http://schemas.openxmlformats.org/drawingml/2006/main">
            <a:off x="942975" y="9153525"/>
            <a:ext cx="8334375" cy="628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172A3A"/>
                </a:solidFill>
                <a:latin typeface="DejaVu Sans"/>
                <a:ea typeface="DejaVu Sans"/>
                <a:cs typeface="DejaVu Sans"/>
              </a:defRPr>
            </a:pPr>
            <a:r>
              <a:rPr sz="1650" b="0">
                <a:solidFill>
                  <a:srgbClr val="172A3A"/>
                </a:solidFill>
                <a:latin typeface="DejaVu Sans"/>
                <a:ea typeface="DejaVu Sans"/>
                <a:cs typeface="DejaVu Sans"/>
              </a:rPr>
              <a:t>video_without_banana_trimmed.mov</a:t>
            </a:r>
          </a:p>
          <a:p xmlns:a="http://schemas.openxmlformats.org/drawingml/2006/main">
            <a:pPr algn="l">
              <a:defRPr sz="1650" b="0">
                <a:solidFill>
                  <a:srgbClr val="172A3A"/>
                </a:solidFill>
                <a:latin typeface="DejaVu Sans"/>
                <a:ea typeface="DejaVu Sans"/>
                <a:cs typeface="DejaVu Sans"/>
              </a:defRPr>
            </a:pPr>
            <a:r>
              <a:rPr sz="1650" b="0">
                <a:solidFill>
                  <a:srgbClr val="172A3A"/>
                </a:solidFill>
                <a:latin typeface="DejaVu Sans"/>
                <a:ea typeface="DejaVu Sans"/>
                <a:cs typeface="DejaVu Sans"/>
              </a:rPr>
              <a:t>Control video</a:t>
            </a:r>
          </a:p>
        </p:txBody>
      </p:sp>
      <p:sp>
        <p:nvSpPr>
          <p:cNvPr id="25" name="u879">
            <a:extLst xmlns:a="http://schemas.openxmlformats.org/drawingml/2006/main">
              <a:ext uri="{FF2B5EF4-FFF2-40B4-BE49-F238E27FC236}">
                <a16:creationId xmlns:a16="http://schemas.microsoft.com/office/drawing/2014/main" id="{632682AC-8BFD-4EE8-AF0F-1EA3FB12B8DE}"/>
              </a:ext>
            </a:extLst>
          </p:cNvPr>
          <p:cNvSpPr>
            <a:spLocks xmlns:a="http://schemas.openxmlformats.org/drawingml/2006/main" noGrp="1"/>
          </p:cNvSpPr>
          <p:nvPr/>
        </p:nvSpPr>
        <p:spPr>
          <a:xfrm xmlns:a="http://schemas.openxmlformats.org/drawingml/2006/main">
            <a:off x="942975" y="9810750"/>
            <a:ext cx="8334375" cy="6286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785CA2"/>
                </a:solidFill>
                <a:latin typeface="DejaVu Sans"/>
                <a:ea typeface="DejaVu Sans"/>
                <a:cs typeface="DejaVu Sans"/>
              </a:defRPr>
            </a:pPr>
            <a:r>
              <a:rPr sz="1650" b="0">
                <a:solidFill>
                  <a:srgbClr val="785CA2"/>
                </a:solidFill>
                <a:latin typeface="DejaVu Sans"/>
                <a:ea typeface="DejaVu Sans"/>
                <a:cs typeface="DejaVu Sans"/>
              </a:rPr>
              <a:t>annotations.json</a:t>
            </a:r>
          </a:p>
          <a:p xmlns:a="http://schemas.openxmlformats.org/drawingml/2006/main">
            <a:pPr algn="l">
              <a:defRPr sz="1650" b="0">
                <a:solidFill>
                  <a:srgbClr val="785CA2"/>
                </a:solidFill>
                <a:latin typeface="DejaVu Sans"/>
                <a:ea typeface="DejaVu Sans"/>
                <a:cs typeface="DejaVu Sans"/>
              </a:defRPr>
            </a:pPr>
            <a:r>
              <a:rPr sz="1650" b="0">
                <a:solidFill>
                  <a:srgbClr val="785CA2"/>
                </a:solidFill>
                <a:latin typeface="DejaVu Sans"/>
                <a:ea typeface="DejaVu Sans"/>
                <a:cs typeface="DejaVu Sans"/>
              </a:rPr>
              <a:t>Evaluation zones; excluded from the app</a:t>
            </a:r>
          </a:p>
        </p:txBody>
      </p:sp>
      <p:sp>
        <p:nvSpPr>
          <p:cNvPr id="26" name="u880">
            <a:extLst xmlns:a="http://schemas.openxmlformats.org/drawingml/2006/main">
              <a:ext uri="{FF2B5EF4-FFF2-40B4-BE49-F238E27FC236}">
                <a16:creationId xmlns:a16="http://schemas.microsoft.com/office/drawing/2014/main" id="{DF127986-5242-449F-8FAB-03A30FEB4BE7}"/>
              </a:ext>
            </a:extLst>
          </p:cNvPr>
          <p:cNvSpPr>
            <a:spLocks xmlns:a="http://schemas.openxmlformats.org/drawingml/2006/main" noGrp="1"/>
          </p:cNvSpPr>
          <p:nvPr/>
        </p:nvSpPr>
        <p:spPr>
          <a:xfrm xmlns:a="http://schemas.openxmlformats.org/drawingml/2006/main">
            <a:off x="704850" y="11001375"/>
            <a:ext cx="8953500" cy="12668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586974"/>
                </a:solidFill>
                <a:latin typeface="DejaVu Sans"/>
                <a:ea typeface="DejaVu Sans"/>
                <a:cs typeface="DejaVu Sans"/>
              </a:defRPr>
            </a:pPr>
            <a:r>
              <a:rPr sz="1800" b="0">
                <a:solidFill>
                  <a:srgbClr val="586974"/>
                </a:solidFill>
                <a:latin typeface="DejaVu Sans"/>
                <a:ea typeface="DejaVu Sans"/>
                <a:cs typeface="DejaVu Sans"/>
              </a:rPr>
              <a:t>AIShopTests/video_with_banana.MOV</a:t>
            </a:r>
          </a:p>
          <a:p xmlns:a="http://schemas.openxmlformats.org/drawingml/2006/main">
            <a:pPr algn="l">
              <a:defRPr sz="1800" b="0">
                <a:solidFill>
                  <a:srgbClr val="586974"/>
                </a:solidFill>
                <a:latin typeface="DejaVu Sans"/>
                <a:ea typeface="DejaVu Sans"/>
                <a:cs typeface="DejaVu Sans"/>
              </a:defRPr>
            </a:pPr>
            <a:r>
              <a:rPr sz="1800" b="0">
                <a:solidFill>
                  <a:srgbClr val="586974"/>
                </a:solidFill>
                <a:latin typeface="DejaVu Sans"/>
                <a:ea typeface="DejaVu Sans"/>
                <a:cs typeface="DejaVu Sans"/>
              </a:rPr>
              <a:t>AIShopTests/video_without_banana.MOV</a:t>
            </a:r>
          </a:p>
          <a:p xmlns:a="http://schemas.openxmlformats.org/drawingml/2006/main">
            <a:pPr algn="l">
              <a:defRPr sz="1800" b="0">
                <a:solidFill>
                  <a:srgbClr val="586974"/>
                </a:solidFill>
                <a:latin typeface="DejaVu Sans"/>
                <a:ea typeface="DejaVu Sans"/>
                <a:cs typeface="DejaVu Sans"/>
              </a:defRPr>
            </a:pPr>
            <a:r>
              <a:rPr sz="1800" b="0">
                <a:solidFill>
                  <a:srgbClr val="586974"/>
                </a:solidFill>
                <a:latin typeface="DejaVu Sans"/>
                <a:ea typeface="DejaVu Sans"/>
                <a:cs typeface="DejaVu Sans"/>
              </a:rPr>
              <a:t>Original inputs; outside the app bundle.</a:t>
            </a:r>
          </a:p>
        </p:txBody>
      </p:sp>
      <p:sp>
        <p:nvSpPr>
          <p:cNvPr id="27" name="u881">
            <a:extLst xmlns:a="http://schemas.openxmlformats.org/drawingml/2006/main">
              <a:ext uri="{FF2B5EF4-FFF2-40B4-BE49-F238E27FC236}">
                <a16:creationId xmlns:a16="http://schemas.microsoft.com/office/drawing/2014/main" id="{B7BFD734-80A1-420E-A4FE-A5A74F126CC5}"/>
              </a:ext>
            </a:extLst>
          </p:cNvPr>
          <p:cNvSpPr>
            <a:spLocks xmlns:a="http://schemas.openxmlformats.org/drawingml/2006/main" noGrp="1"/>
          </p:cNvSpPr>
          <p:nvPr/>
        </p:nvSpPr>
        <p:spPr>
          <a:xfrm xmlns:a="http://schemas.openxmlformats.org/drawingml/2006/main">
            <a:off x="704850" y="12334875"/>
            <a:ext cx="89154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4bd25a651c224414"/>
              </a:rPr>
              <a:t>Exact input hashes and reviewed paths</a:t>
            </a:r>
          </a:p>
        </p:txBody>
      </p:sp>
    </p:spTree>
    <p:extLst>
      <p:ext uri="{BB962C8B-B14F-4D97-AF65-F5344CB8AC3E}">
        <p14:creationId xmlns:p14="http://schemas.microsoft.com/office/powerpoint/2010/main" val="354589739"/>
      </p:ext>
    </p:extLst>
  </p:cSld>
</p:sld>
</file>

<file path=ppt/slides/slide3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3" name="u882">
            <a:extLst xmlns:a="http://schemas.openxmlformats.org/drawingml/2006/main">
              <a:ext uri="{FF2B5EF4-FFF2-40B4-BE49-F238E27FC236}">
                <a16:creationId xmlns:a16="http://schemas.microsoft.com/office/drawing/2014/main" id="{62786DC5-B75F-4129-8362-51CBF76F9B6E}"/>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ARTIFACTS AND DEPENDENCIES</a:t>
            </a:r>
          </a:p>
        </p:txBody>
      </p:sp>
      <p:sp>
        <p:nvSpPr>
          <p:cNvPr id="2" name="u883">
            <a:extLst xmlns:a="http://schemas.openxmlformats.org/drawingml/2006/main">
              <a:ext uri="{FF2B5EF4-FFF2-40B4-BE49-F238E27FC236}">
                <a16:creationId xmlns:a16="http://schemas.microsoft.com/office/drawing/2014/main" id="{541B2651-6F35-4BA1-80AC-99CC09ACB329}"/>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Files produced by a run</a:t>
            </a:r>
          </a:p>
        </p:txBody>
      </p:sp>
      <p:sp>
        <p:nvSpPr>
          <p:cNvPr id="3" name="u884">
            <a:extLst xmlns:a="http://schemas.openxmlformats.org/drawingml/2006/main">
              <a:ext uri="{FF2B5EF4-FFF2-40B4-BE49-F238E27FC236}">
                <a16:creationId xmlns:a16="http://schemas.microsoft.com/office/drawing/2014/main" id="{85EFD9A4-9A27-4833-B445-00922D6FA88F}"/>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A session’s evidence must stay together.</a:t>
            </a:r>
          </a:p>
        </p:txBody>
      </p:sp>
      <p:sp>
        <p:nvSpPr>
          <p:cNvPr id="4" name="u885">
            <a:extLst xmlns:a="http://schemas.openxmlformats.org/drawingml/2006/main">
              <a:ext uri="{FF2B5EF4-FFF2-40B4-BE49-F238E27FC236}">
                <a16:creationId xmlns:a16="http://schemas.microsoft.com/office/drawing/2014/main" id="{27B89406-6FCC-4805-B7E1-FD8C12F7FF2C}"/>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886">
            <a:extLst xmlns:a="http://schemas.openxmlformats.org/drawingml/2006/main">
              <a:ext uri="{FF2B5EF4-FFF2-40B4-BE49-F238E27FC236}">
                <a16:creationId xmlns:a16="http://schemas.microsoft.com/office/drawing/2014/main" id="{4367220F-64E0-4F98-B2BD-AD47F874BD61}"/>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38"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887">
            <a:extLst xmlns:a="http://schemas.openxmlformats.org/drawingml/2006/main">
              <a:ext uri="{FF2B5EF4-FFF2-40B4-BE49-F238E27FC236}">
                <a16:creationId xmlns:a16="http://schemas.microsoft.com/office/drawing/2014/main" id="{3B2102AF-C39B-41F2-A665-BC0CD738EC6A}"/>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888">
            <a:extLst xmlns:a="http://schemas.openxmlformats.org/drawingml/2006/main">
              <a:ext uri="{FF2B5EF4-FFF2-40B4-BE49-F238E27FC236}">
                <a16:creationId xmlns:a16="http://schemas.microsoft.com/office/drawing/2014/main" id="{4CEE7B2A-3FCA-4943-ADD9-BC4E44F6A829}"/>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31</a:t>
            </a:r>
          </a:p>
        </p:txBody>
      </p:sp>
      <p:sp>
        <p:nvSpPr>
          <p:cNvPr id="9" name="u889">
            <a:extLst xmlns:a="http://schemas.openxmlformats.org/drawingml/2006/main">
              <a:ext uri="{FF2B5EF4-FFF2-40B4-BE49-F238E27FC236}">
                <a16:creationId xmlns:a16="http://schemas.microsoft.com/office/drawing/2014/main" id="{E2C09450-07D5-4B52-B6FE-01E050283AE5}"/>
              </a:ext>
            </a:extLst>
          </p:cNvPr>
          <p:cNvSpPr>
            <a:spLocks xmlns:a="http://schemas.openxmlformats.org/drawingml/2006/main" noGrp="1"/>
          </p:cNvSpPr>
          <p:nvPr/>
        </p:nvSpPr>
        <p:spPr>
          <a:xfrm xmlns:a="http://schemas.openxmlformats.org/drawingml/2006/main">
            <a:off x="695325" y="3781425"/>
            <a:ext cx="8915400" cy="5362575"/>
          </a:xfrm>
          <a:prstGeom xmlns:a="http://schemas.openxmlformats.org/drawingml/2006/main" prst="rect">
            <a:avLst/>
          </a:prstGeom>
          <a:solidFill xmlns:a="http://schemas.openxmlformats.org/drawingml/2006/main">
            <a:srgbClr val="FFFFFF"/>
          </a:solidFill>
          <a:ln xmlns:a="http://schemas.openxmlformats.org/drawingml/2006/main" w="19050">
            <a:solidFill>
              <a:srgbClr val="785CA2"/>
            </a:solidFill>
            <a:prstDash val="solid"/>
          </a:ln>
        </p:spPr>
      </p:sp>
      <p:sp>
        <p:nvSpPr>
          <p:cNvPr id="10" name="u890">
            <a:extLst xmlns:a="http://schemas.openxmlformats.org/drawingml/2006/main">
              <a:ext uri="{FF2B5EF4-FFF2-40B4-BE49-F238E27FC236}">
                <a16:creationId xmlns:a16="http://schemas.microsoft.com/office/drawing/2014/main" id="{4B7D5719-2010-4CD3-9FFB-D70B0CA2E49D}"/>
              </a:ext>
            </a:extLst>
          </p:cNvPr>
          <p:cNvSpPr>
            <a:spLocks xmlns:a="http://schemas.openxmlformats.org/drawingml/2006/main" noGrp="1"/>
          </p:cNvSpPr>
          <p:nvPr/>
        </p:nvSpPr>
        <p:spPr>
          <a:xfrm xmlns:a="http://schemas.openxmlformats.org/drawingml/2006/main">
            <a:off x="695325" y="3495675"/>
            <a:ext cx="4819650"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785CA2"/>
            </a:solidFill>
            <a:prstDash val="solid"/>
          </a:ln>
        </p:spPr>
      </p:sp>
      <p:sp>
        <p:nvSpPr>
          <p:cNvPr id="11" name="u891">
            <a:extLst xmlns:a="http://schemas.openxmlformats.org/drawingml/2006/main">
              <a:ext uri="{FF2B5EF4-FFF2-40B4-BE49-F238E27FC236}">
                <a16:creationId xmlns:a16="http://schemas.microsoft.com/office/drawing/2014/main" id="{466528E2-67E6-4494-A59D-71B53AA017B0}"/>
              </a:ext>
            </a:extLst>
          </p:cNvPr>
          <p:cNvSpPr>
            <a:spLocks xmlns:a="http://schemas.openxmlformats.org/drawingml/2006/main" noGrp="1"/>
          </p:cNvSpPr>
          <p:nvPr/>
        </p:nvSpPr>
        <p:spPr>
          <a:xfrm xmlns:a="http://schemas.openxmlformats.org/drawingml/2006/main">
            <a:off x="828675" y="3514725"/>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785CA2"/>
                </a:solidFill>
                <a:latin typeface="DejaVu Sans"/>
                <a:ea typeface="DejaVu Sans"/>
                <a:cs typeface="DejaVu Sans"/>
              </a:defRPr>
            </a:pPr>
            <a:r>
              <a:rPr sz="1875" b="1">
                <a:solidFill>
                  <a:srgbClr val="785CA2"/>
                </a:solidFill>
                <a:latin typeface="DejaVu Sans"/>
                <a:ea typeface="DejaVu Sans"/>
                <a:cs typeface="DejaVu Sans"/>
              </a:rPr>
              <a:t>One session output directory</a:t>
            </a:r>
          </a:p>
        </p:txBody>
      </p:sp>
      <p:sp>
        <p:nvSpPr>
          <p:cNvPr id="12" name="u892">
            <a:extLst xmlns:a="http://schemas.openxmlformats.org/drawingml/2006/main">
              <a:ext uri="{FF2B5EF4-FFF2-40B4-BE49-F238E27FC236}">
                <a16:creationId xmlns:a16="http://schemas.microsoft.com/office/drawing/2014/main" id="{D3F2B7D3-DDD7-4D0F-A100-246CEFE79973}"/>
              </a:ext>
            </a:extLst>
          </p:cNvPr>
          <p:cNvSpPr>
            <a:spLocks xmlns:a="http://schemas.openxmlformats.org/drawingml/2006/main" noGrp="1"/>
          </p:cNvSpPr>
          <p:nvPr/>
        </p:nvSpPr>
        <p:spPr>
          <a:xfrm xmlns:a="http://schemas.openxmlformats.org/drawingml/2006/main">
            <a:off x="952500" y="4162425"/>
            <a:ext cx="8401050"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3" name="u893">
            <a:extLst xmlns:a="http://schemas.openxmlformats.org/drawingml/2006/main">
              <a:ext uri="{FF2B5EF4-FFF2-40B4-BE49-F238E27FC236}">
                <a16:creationId xmlns:a16="http://schemas.microsoft.com/office/drawing/2014/main" id="{DC6298BD-561A-474D-BEC9-1C61A120C676}"/>
              </a:ext>
            </a:extLst>
          </p:cNvPr>
          <p:cNvSpPr>
            <a:spLocks xmlns:a="http://schemas.openxmlformats.org/drawingml/2006/main" noGrp="1"/>
          </p:cNvSpPr>
          <p:nvPr/>
        </p:nvSpPr>
        <p:spPr>
          <a:xfrm xmlns:a="http://schemas.openxmlformats.org/drawingml/2006/main">
            <a:off x="1085850" y="4238625"/>
            <a:ext cx="81343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generated output</a:t>
            </a:r>
          </a:p>
        </p:txBody>
      </p:sp>
      <p:sp>
        <p:nvSpPr>
          <p:cNvPr id="14" name="u894">
            <a:extLst xmlns:a="http://schemas.openxmlformats.org/drawingml/2006/main">
              <a:ext uri="{FF2B5EF4-FFF2-40B4-BE49-F238E27FC236}">
                <a16:creationId xmlns:a16="http://schemas.microsoft.com/office/drawing/2014/main" id="{ACA18D2A-71BC-4F9E-AA17-68239F47975B}"/>
              </a:ext>
            </a:extLst>
          </p:cNvPr>
          <p:cNvSpPr>
            <a:spLocks xmlns:a="http://schemas.openxmlformats.org/drawingml/2006/main" noGrp="1"/>
          </p:cNvSpPr>
          <p:nvPr/>
        </p:nvSpPr>
        <p:spPr>
          <a:xfrm xmlns:a="http://schemas.openxmlformats.org/drawingml/2006/main">
            <a:off x="1085850" y="4495800"/>
            <a:ext cx="8134350" cy="3143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rPr>
              <a:t>session.jsonl</a:t>
            </a:r>
          </a:p>
        </p:txBody>
      </p:sp>
      <p:sp>
        <p:nvSpPr>
          <p:cNvPr id="15" name="u895">
            <a:extLst xmlns:a="http://schemas.openxmlformats.org/drawingml/2006/main">
              <a:ext uri="{FF2B5EF4-FFF2-40B4-BE49-F238E27FC236}">
                <a16:creationId xmlns:a16="http://schemas.microsoft.com/office/drawing/2014/main" id="{8C5BCF26-1E4B-40D4-88F5-3256D88B24C6}"/>
              </a:ext>
            </a:extLst>
          </p:cNvPr>
          <p:cNvSpPr>
            <a:spLocks xmlns:a="http://schemas.openxmlformats.org/drawingml/2006/main" noGrp="1"/>
          </p:cNvSpPr>
          <p:nvPr/>
        </p:nvSpPr>
        <p:spPr>
          <a:xfrm xmlns:a="http://schemas.openxmlformats.org/drawingml/2006/main">
            <a:off x="1085850" y="4829175"/>
            <a:ext cx="813435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Pipeline + SessionLog persist ordered events</a:t>
            </a:r>
          </a:p>
        </p:txBody>
      </p:sp>
      <p:sp>
        <p:nvSpPr>
          <p:cNvPr id="16" name="u896">
            <a:extLst xmlns:a="http://schemas.openxmlformats.org/drawingml/2006/main">
              <a:ext uri="{FF2B5EF4-FFF2-40B4-BE49-F238E27FC236}">
                <a16:creationId xmlns:a16="http://schemas.microsoft.com/office/drawing/2014/main" id="{6B7E1456-B05D-4ADB-91B4-EAECB280AB45}"/>
              </a:ext>
            </a:extLst>
          </p:cNvPr>
          <p:cNvSpPr>
            <a:spLocks xmlns:a="http://schemas.openxmlformats.org/drawingml/2006/main" noGrp="1"/>
          </p:cNvSpPr>
          <p:nvPr/>
        </p:nvSpPr>
        <p:spPr>
          <a:xfrm xmlns:a="http://schemas.openxmlformats.org/drawingml/2006/main">
            <a:off x="952500" y="5686425"/>
            <a:ext cx="8401050"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17" name="u897">
            <a:extLst xmlns:a="http://schemas.openxmlformats.org/drawingml/2006/main">
              <a:ext uri="{FF2B5EF4-FFF2-40B4-BE49-F238E27FC236}">
                <a16:creationId xmlns:a16="http://schemas.microsoft.com/office/drawing/2014/main" id="{9AEE4E97-F56B-404F-B882-49EC798BF1D8}"/>
              </a:ext>
            </a:extLst>
          </p:cNvPr>
          <p:cNvSpPr>
            <a:spLocks xmlns:a="http://schemas.openxmlformats.org/drawingml/2006/main" noGrp="1"/>
          </p:cNvSpPr>
          <p:nvPr/>
        </p:nvSpPr>
        <p:spPr>
          <a:xfrm xmlns:a="http://schemas.openxmlformats.org/drawingml/2006/main">
            <a:off x="1085850" y="5762625"/>
            <a:ext cx="81343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generated output</a:t>
            </a:r>
          </a:p>
        </p:txBody>
      </p:sp>
      <p:sp>
        <p:nvSpPr>
          <p:cNvPr id="18" name="u898">
            <a:extLst xmlns:a="http://schemas.openxmlformats.org/drawingml/2006/main">
              <a:ext uri="{FF2B5EF4-FFF2-40B4-BE49-F238E27FC236}">
                <a16:creationId xmlns:a16="http://schemas.microsoft.com/office/drawing/2014/main" id="{AD2C7619-0260-45B5-A47B-EC82769FC5EF}"/>
              </a:ext>
            </a:extLst>
          </p:cNvPr>
          <p:cNvSpPr>
            <a:spLocks xmlns:a="http://schemas.openxmlformats.org/drawingml/2006/main" noGrp="1"/>
          </p:cNvSpPr>
          <p:nvPr/>
        </p:nvSpPr>
        <p:spPr>
          <a:xfrm xmlns:a="http://schemas.openxmlformats.org/drawingml/2006/main">
            <a:off x="1085850" y="6019800"/>
            <a:ext cx="8134350" cy="3143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rPr>
              <a:t>report.json</a:t>
            </a:r>
          </a:p>
        </p:txBody>
      </p:sp>
      <p:sp>
        <p:nvSpPr>
          <p:cNvPr id="19" name="u899">
            <a:extLst xmlns:a="http://schemas.openxmlformats.org/drawingml/2006/main">
              <a:ext uri="{FF2B5EF4-FFF2-40B4-BE49-F238E27FC236}">
                <a16:creationId xmlns:a16="http://schemas.microsoft.com/office/drawing/2014/main" id="{1E10D855-CE15-4710-9968-D1E4FCA93B08}"/>
              </a:ext>
            </a:extLst>
          </p:cNvPr>
          <p:cNvSpPr>
            <a:spLocks xmlns:a="http://schemas.openxmlformats.org/drawingml/2006/main" noGrp="1"/>
          </p:cNvSpPr>
          <p:nvPr/>
        </p:nvSpPr>
        <p:spPr>
          <a:xfrm xmlns:a="http://schemas.openxmlformats.org/drawingml/2006/main">
            <a:off x="1085850" y="6353175"/>
            <a:ext cx="813435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Harness or test host saves PipelineResult.report</a:t>
            </a:r>
          </a:p>
        </p:txBody>
      </p:sp>
      <p:sp>
        <p:nvSpPr>
          <p:cNvPr id="20" name="u900">
            <a:extLst xmlns:a="http://schemas.openxmlformats.org/drawingml/2006/main">
              <a:ext uri="{FF2B5EF4-FFF2-40B4-BE49-F238E27FC236}">
                <a16:creationId xmlns:a16="http://schemas.microsoft.com/office/drawing/2014/main" id="{68DA2702-94D9-4AF0-9A13-188AFF441C13}"/>
              </a:ext>
            </a:extLst>
          </p:cNvPr>
          <p:cNvSpPr>
            <a:spLocks xmlns:a="http://schemas.openxmlformats.org/drawingml/2006/main" noGrp="1"/>
          </p:cNvSpPr>
          <p:nvPr/>
        </p:nvSpPr>
        <p:spPr>
          <a:xfrm xmlns:a="http://schemas.openxmlformats.org/drawingml/2006/main">
            <a:off x="952500" y="7210425"/>
            <a:ext cx="8401050" cy="962025"/>
          </a:xfrm>
          <a:prstGeom xmlns:a="http://schemas.openxmlformats.org/drawingml/2006/main" prst="rect">
            <a:avLst/>
          </a:prstGeom>
          <a:solidFill xmlns:a="http://schemas.openxmlformats.org/drawingml/2006/main">
            <a:srgbClr val="F7F6F2"/>
          </a:solidFill>
          <a:ln xmlns:a="http://schemas.openxmlformats.org/drawingml/2006/main" w="9525">
            <a:solidFill>
              <a:srgbClr val="CBD6D8"/>
            </a:solidFill>
            <a:prstDash val="solid"/>
          </a:ln>
        </p:spPr>
      </p:sp>
      <p:sp>
        <p:nvSpPr>
          <p:cNvPr id="21" name="u901">
            <a:extLst xmlns:a="http://schemas.openxmlformats.org/drawingml/2006/main">
              <a:ext uri="{FF2B5EF4-FFF2-40B4-BE49-F238E27FC236}">
                <a16:creationId xmlns:a16="http://schemas.microsoft.com/office/drawing/2014/main" id="{0EE61A29-F868-4627-B159-8D89B658AC14}"/>
              </a:ext>
            </a:extLst>
          </p:cNvPr>
          <p:cNvSpPr>
            <a:spLocks xmlns:a="http://schemas.openxmlformats.org/drawingml/2006/main" noGrp="1"/>
          </p:cNvSpPr>
          <p:nvPr/>
        </p:nvSpPr>
        <p:spPr>
          <a:xfrm xmlns:a="http://schemas.openxmlformats.org/drawingml/2006/main">
            <a:off x="1085850" y="7286625"/>
            <a:ext cx="81343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«artifact»  generated output</a:t>
            </a:r>
          </a:p>
        </p:txBody>
      </p:sp>
      <p:sp>
        <p:nvSpPr>
          <p:cNvPr id="22" name="u902">
            <a:extLst xmlns:a="http://schemas.openxmlformats.org/drawingml/2006/main">
              <a:ext uri="{FF2B5EF4-FFF2-40B4-BE49-F238E27FC236}">
                <a16:creationId xmlns:a16="http://schemas.microsoft.com/office/drawing/2014/main" id="{B55AE9BF-1467-40EA-9410-F23ECF58644B}"/>
              </a:ext>
            </a:extLst>
          </p:cNvPr>
          <p:cNvSpPr>
            <a:spLocks xmlns:a="http://schemas.openxmlformats.org/drawingml/2006/main" noGrp="1"/>
          </p:cNvSpPr>
          <p:nvPr/>
        </p:nvSpPr>
        <p:spPr>
          <a:xfrm xmlns:a="http://schemas.openxmlformats.org/drawingml/2006/main">
            <a:off x="1085850" y="7543800"/>
            <a:ext cx="8134350" cy="3143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72A3A"/>
                </a:solidFill>
                <a:latin typeface="DejaVu Sans"/>
                <a:ea typeface="DejaVu Sans"/>
                <a:cs typeface="DejaVu Sans"/>
              </a:defRPr>
            </a:pPr>
            <a:r>
              <a:rPr sz="1800" b="0">
                <a:solidFill>
                  <a:srgbClr val="172A3A"/>
                </a:solidFill>
                <a:latin typeface="DejaVu Sans"/>
                <a:ea typeface="DejaVu Sans"/>
                <a:cs typeface="DejaVu Sans"/>
              </a:rPr>
              <a:t>images/*.jpg</a:t>
            </a:r>
          </a:p>
        </p:txBody>
      </p:sp>
      <p:sp>
        <p:nvSpPr>
          <p:cNvPr id="23" name="u903">
            <a:extLst xmlns:a="http://schemas.openxmlformats.org/drawingml/2006/main">
              <a:ext uri="{FF2B5EF4-FFF2-40B4-BE49-F238E27FC236}">
                <a16:creationId xmlns:a16="http://schemas.microsoft.com/office/drawing/2014/main" id="{1931A1FA-7283-410D-A6D3-CCEC6285352E}"/>
              </a:ext>
            </a:extLst>
          </p:cNvPr>
          <p:cNvSpPr>
            <a:spLocks xmlns:a="http://schemas.openxmlformats.org/drawingml/2006/main" noGrp="1"/>
          </p:cNvSpPr>
          <p:nvPr/>
        </p:nvSpPr>
        <p:spPr>
          <a:xfrm xmlns:a="http://schemas.openxmlformats.org/drawingml/2006/main">
            <a:off x="1085850" y="7877175"/>
            <a:ext cx="8134350" cy="2857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586974"/>
                </a:solidFill>
                <a:latin typeface="DejaVu Sans"/>
                <a:ea typeface="DejaVu Sans"/>
                <a:cs typeface="DejaVu Sans"/>
              </a:defRPr>
            </a:pPr>
            <a:r>
              <a:rPr sz="1575" b="0">
                <a:solidFill>
                  <a:srgbClr val="586974"/>
                </a:solidFill>
                <a:latin typeface="DejaVu Sans"/>
                <a:ea typeface="DejaVu Sans"/>
                <a:cs typeface="DejaVu Sans"/>
              </a:rPr>
              <a:t>RetainedImageStore saves selected frame pixels</a:t>
            </a:r>
          </a:p>
        </p:txBody>
      </p:sp>
      <p:sp>
        <p:nvSpPr>
          <p:cNvPr id="24" name="u904">
            <a:extLst xmlns:a="http://schemas.openxmlformats.org/drawingml/2006/main">
              <a:ext uri="{FF2B5EF4-FFF2-40B4-BE49-F238E27FC236}">
                <a16:creationId xmlns:a16="http://schemas.microsoft.com/office/drawing/2014/main" id="{4B27D299-1466-4C07-8DE7-0A58FE647442}"/>
              </a:ext>
            </a:extLst>
          </p:cNvPr>
          <p:cNvSpPr>
            <a:spLocks xmlns:a="http://schemas.openxmlformats.org/drawingml/2006/main" noGrp="1"/>
          </p:cNvSpPr>
          <p:nvPr/>
        </p:nvSpPr>
        <p:spPr>
          <a:xfrm xmlns:a="http://schemas.openxmlformats.org/drawingml/2006/main">
            <a:off x="2171700" y="9763125"/>
            <a:ext cx="5953125" cy="809625"/>
          </a:xfrm>
          <a:prstGeom xmlns:a="http://schemas.openxmlformats.org/drawingml/2006/main" prst="rect">
            <a:avLst/>
          </a:prstGeom>
          <a:solidFill xmlns:a="http://schemas.openxmlformats.org/drawingml/2006/main">
            <a:srgbClr val="EDE6F4"/>
          </a:solidFill>
          <a:ln xmlns:a="http://schemas.openxmlformats.org/drawingml/2006/main" w="19050">
            <a:solidFill>
              <a:srgbClr val="785CA2"/>
            </a:solidFill>
            <a:prstDash val="solid"/>
          </a:ln>
        </p:spPr>
      </p:sp>
      <p:sp>
        <p:nvSpPr>
          <p:cNvPr id="25" name="u905">
            <a:extLst xmlns:a="http://schemas.openxmlformats.org/drawingml/2006/main">
              <a:ext uri="{FF2B5EF4-FFF2-40B4-BE49-F238E27FC236}">
                <a16:creationId xmlns:a16="http://schemas.microsoft.com/office/drawing/2014/main" id="{0386DF92-C0F1-45F4-9835-4920922D60F8}"/>
              </a:ext>
            </a:extLst>
          </p:cNvPr>
          <p:cNvSpPr>
            <a:spLocks xmlns:a="http://schemas.openxmlformats.org/drawingml/2006/main" noGrp="1"/>
          </p:cNvSpPr>
          <p:nvPr/>
        </p:nvSpPr>
        <p:spPr>
          <a:xfrm xmlns:a="http://schemas.openxmlformats.org/drawingml/2006/main">
            <a:off x="2343150" y="9839325"/>
            <a:ext cx="5610225" cy="6572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00" b="0">
                <a:solidFill>
                  <a:srgbClr val="172A3A"/>
                </a:solidFill>
                <a:latin typeface="DejaVu Sans"/>
                <a:ea typeface="DejaVu Sans"/>
                <a:cs typeface="DejaVu Sans"/>
              </a:defRPr>
            </a:pPr>
            <a:r>
              <a:rPr sz="2100" b="0">
                <a:solidFill>
                  <a:srgbClr val="172A3A"/>
                </a:solidFill>
                <a:latin typeface="DejaVu Sans"/>
                <a:ea typeface="DejaVu Sans"/>
                <a:cs typeface="DejaVu Sans"/>
              </a:rPr>
              <a:t>«component»  FixtureEvaluator</a:t>
            </a:r>
          </a:p>
        </p:txBody>
      </p:sp>
      <p:sp>
        <p:nvSpPr>
          <p:cNvPr id="26" name="u906">
            <a:extLst xmlns:a="http://schemas.openxmlformats.org/drawingml/2006/main">
              <a:ext uri="{FF2B5EF4-FFF2-40B4-BE49-F238E27FC236}">
                <a16:creationId xmlns:a16="http://schemas.microsoft.com/office/drawing/2014/main" id="{E52CD49E-AB20-4A71-A74A-B870574646A1}"/>
              </a:ext>
            </a:extLst>
          </p:cNvPr>
          <p:cNvSpPr>
            <a:spLocks xmlns:a="http://schemas.openxmlformats.org/drawingml/2006/main" noGrp="1"/>
          </p:cNvSpPr>
          <p:nvPr/>
        </p:nvSpPr>
        <p:spPr>
          <a:xfrm xmlns:a="http://schemas.openxmlformats.org/drawingml/2006/main">
            <a:off x="5143500" y="97631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7" name="u907">
            <a:extLst xmlns:a="http://schemas.openxmlformats.org/drawingml/2006/main">
              <a:ext uri="{FF2B5EF4-FFF2-40B4-BE49-F238E27FC236}">
                <a16:creationId xmlns:a16="http://schemas.microsoft.com/office/drawing/2014/main" id="{06F4901B-1FC9-40BD-94AA-5A7720F9E4C7}"/>
              </a:ext>
            </a:extLst>
          </p:cNvPr>
          <p:cNvSpPr>
            <a:spLocks xmlns:a="http://schemas.openxmlformats.org/drawingml/2006/main" noGrp="1"/>
          </p:cNvSpPr>
          <p:nvPr/>
        </p:nvSpPr>
        <p:spPr>
          <a:xfrm xmlns:a="http://schemas.openxmlformats.org/drawingml/2006/main">
            <a:off x="5143500" y="914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0" name=""/>
          <p:cNvCxnSpPr>
            <a:stCxn xmlns:a="http://schemas.openxmlformats.org/drawingml/2006/main" id="26" idx="0"/>
            <a:endCxn xmlns:a="http://schemas.openxmlformats.org/drawingml/2006/main" id="27" idx="4"/>
          </p:cNvCxnSpPr>
          <p:nvPr/>
        </p:nvCxnSpPr>
        <p:spPr>
          <a:xfrm xmlns:a="http://schemas.openxmlformats.org/drawingml/2006/main" flipV="1">
            <a:off x="5143977" y="9144953"/>
            <a:ext cx="0" cy="618172"/>
          </a:xfrm>
          <a:prstGeom xmlns:a="http://schemas.openxmlformats.org/drawingml/2006/main" prst="straightConnector1">
            <a:avLst/>
          </a:prstGeom>
          <a:ln xmlns:a="http://schemas.openxmlformats.org/drawingml/2006/main" w="19050">
            <a:solidFill>
              <a:srgbClr val="785CA2"/>
            </a:solidFill>
            <a:prstDash val="dash"/>
            <a:tailEnd type="arrow" w="med" len="med"/>
          </a:ln>
        </p:spPr>
      </p:cxnSp>
      <p:sp>
        <p:nvSpPr>
          <p:cNvPr id="29" name="u908">
            <a:extLst xmlns:a="http://schemas.openxmlformats.org/drawingml/2006/main">
              <a:ext uri="{FF2B5EF4-FFF2-40B4-BE49-F238E27FC236}">
                <a16:creationId xmlns:a16="http://schemas.microsoft.com/office/drawing/2014/main" id="{DE1735D0-5F9E-46D9-967A-A0AEF5C4C3CD}"/>
              </a:ext>
            </a:extLst>
          </p:cNvPr>
          <p:cNvSpPr>
            <a:spLocks xmlns:a="http://schemas.openxmlformats.org/drawingml/2006/main" noGrp="1"/>
          </p:cNvSpPr>
          <p:nvPr/>
        </p:nvSpPr>
        <p:spPr>
          <a:xfrm xmlns:a="http://schemas.openxmlformats.org/drawingml/2006/main">
            <a:off x="2371725" y="10763250"/>
            <a:ext cx="5905500" cy="476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785CA2"/>
                </a:solidFill>
                <a:latin typeface="DejaVu Sans"/>
                <a:ea typeface="DejaVu Sans"/>
                <a:cs typeface="DejaVu Sans"/>
              </a:defRPr>
            </a:pPr>
            <a:r>
              <a:rPr sz="2025" b="0">
                <a:solidFill>
                  <a:srgbClr val="785CA2"/>
                </a:solidFill>
                <a:latin typeface="DejaVu Sans"/>
                <a:ea typeface="DejaVu Sans"/>
                <a:cs typeface="DejaVu Sans"/>
              </a:rPr>
              <a:t>Reads saved log + annotations</a:t>
            </a:r>
          </a:p>
        </p:txBody>
      </p:sp>
      <p:sp>
        <p:nvSpPr>
          <p:cNvPr id="30" name="u909">
            <a:extLst xmlns:a="http://schemas.openxmlformats.org/drawingml/2006/main">
              <a:ext uri="{FF2B5EF4-FFF2-40B4-BE49-F238E27FC236}">
                <a16:creationId xmlns:a16="http://schemas.microsoft.com/office/drawing/2014/main" id="{30BA554C-1DBD-4A4F-8A89-7AAEAEEC4E16}"/>
              </a:ext>
            </a:extLst>
          </p:cNvPr>
          <p:cNvSpPr>
            <a:spLocks xmlns:a="http://schemas.openxmlformats.org/drawingml/2006/main" noGrp="1"/>
          </p:cNvSpPr>
          <p:nvPr/>
        </p:nvSpPr>
        <p:spPr>
          <a:xfrm xmlns:a="http://schemas.openxmlformats.org/drawingml/2006/main">
            <a:off x="733425" y="11763375"/>
            <a:ext cx="428625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ad734c6bcd7f475f"/>
              </a:rPr>
              <a:t>Saved Mac session</a:t>
            </a:r>
          </a:p>
        </p:txBody>
      </p:sp>
      <p:sp>
        <p:nvSpPr>
          <p:cNvPr id="31" name="u910">
            <a:extLst xmlns:a="http://schemas.openxmlformats.org/drawingml/2006/main">
              <a:ext uri="{FF2B5EF4-FFF2-40B4-BE49-F238E27FC236}">
                <a16:creationId xmlns:a16="http://schemas.microsoft.com/office/drawing/2014/main" id="{B76FC307-584D-4730-BB57-2716BE873935}"/>
              </a:ext>
            </a:extLst>
          </p:cNvPr>
          <p:cNvSpPr>
            <a:spLocks xmlns:a="http://schemas.openxmlformats.org/drawingml/2006/main" noGrp="1"/>
          </p:cNvSpPr>
          <p:nvPr/>
        </p:nvSpPr>
        <p:spPr>
          <a:xfrm xmlns:a="http://schemas.openxmlformats.org/drawingml/2006/main">
            <a:off x="5553075" y="11763375"/>
            <a:ext cx="4086225"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60efd88e31b74e99"/>
              </a:rPr>
              <a:t>Saved report</a:t>
            </a:r>
          </a:p>
        </p:txBody>
      </p:sp>
      <p:sp>
        <p:nvSpPr>
          <p:cNvPr id="32" name="u911">
            <a:extLst xmlns:a="http://schemas.openxmlformats.org/drawingml/2006/main">
              <a:ext uri="{FF2B5EF4-FFF2-40B4-BE49-F238E27FC236}">
                <a16:creationId xmlns:a16="http://schemas.microsoft.com/office/drawing/2014/main" id="{2F82C182-3E87-4434-9A52-140FA57A07A4}"/>
              </a:ext>
            </a:extLst>
          </p:cNvPr>
          <p:cNvSpPr>
            <a:spLocks xmlns:a="http://schemas.openxmlformats.org/drawingml/2006/main" noGrp="1"/>
          </p:cNvSpPr>
          <p:nvPr/>
        </p:nvSpPr>
        <p:spPr>
          <a:xfrm xmlns:a="http://schemas.openxmlformats.org/drawingml/2006/main">
            <a:off x="733425" y="12239625"/>
            <a:ext cx="85725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490d6b4f8dd04b9b"/>
              </a:rPr>
              <a:t>Saved evaluation</a:t>
            </a:r>
          </a:p>
        </p:txBody>
      </p:sp>
    </p:spTree>
    <p:extLst>
      <p:ext uri="{BB962C8B-B14F-4D97-AF65-F5344CB8AC3E}">
        <p14:creationId xmlns:p14="http://schemas.microsoft.com/office/powerpoint/2010/main" val="135155779"/>
      </p:ext>
    </p:extLst>
  </p:cSld>
</p:sld>
</file>

<file path=ppt/slides/slide3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0" name="u912">
            <a:extLst xmlns:a="http://schemas.openxmlformats.org/drawingml/2006/main">
              <a:ext uri="{FF2B5EF4-FFF2-40B4-BE49-F238E27FC236}">
                <a16:creationId xmlns:a16="http://schemas.microsoft.com/office/drawing/2014/main" id="{47B44B27-EE22-4080-BC0B-FA9DE79F6674}"/>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PACKAGE MAP</a:t>
            </a:r>
          </a:p>
        </p:txBody>
      </p:sp>
      <p:sp>
        <p:nvSpPr>
          <p:cNvPr id="2" name="u913">
            <a:extLst xmlns:a="http://schemas.openxmlformats.org/drawingml/2006/main">
              <a:ext uri="{FF2B5EF4-FFF2-40B4-BE49-F238E27FC236}">
                <a16:creationId xmlns:a16="http://schemas.microsoft.com/office/drawing/2014/main" id="{0278C0B4-6DBF-4568-8FFB-D3AF9C624D71}"/>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Existing application neighbors</a:t>
            </a:r>
          </a:p>
        </p:txBody>
      </p:sp>
      <p:sp>
        <p:nvSpPr>
          <p:cNvPr id="3" name="u914">
            <a:extLst xmlns:a="http://schemas.openxmlformats.org/drawingml/2006/main">
              <a:ext uri="{FF2B5EF4-FFF2-40B4-BE49-F238E27FC236}">
                <a16:creationId xmlns:a16="http://schemas.microsoft.com/office/drawing/2014/main" id="{FCC52A7E-9B55-4479-BB38-C024E9D0454F}"/>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These iPhone folders remain outside the new analysis pipeline.</a:t>
            </a:r>
          </a:p>
        </p:txBody>
      </p:sp>
      <p:sp>
        <p:nvSpPr>
          <p:cNvPr id="4" name="u915">
            <a:extLst xmlns:a="http://schemas.openxmlformats.org/drawingml/2006/main">
              <a:ext uri="{FF2B5EF4-FFF2-40B4-BE49-F238E27FC236}">
                <a16:creationId xmlns:a16="http://schemas.microsoft.com/office/drawing/2014/main" id="{BDD820AD-8AE6-4D3C-89A3-248CC6B0DBAA}"/>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916">
            <a:extLst xmlns:a="http://schemas.openxmlformats.org/drawingml/2006/main">
              <a:ext uri="{FF2B5EF4-FFF2-40B4-BE49-F238E27FC236}">
                <a16:creationId xmlns:a16="http://schemas.microsoft.com/office/drawing/2014/main" id="{52C52ED5-0B2F-4888-B615-9D1A4209B006}"/>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35"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917">
            <a:extLst xmlns:a="http://schemas.openxmlformats.org/drawingml/2006/main">
              <a:ext uri="{FF2B5EF4-FFF2-40B4-BE49-F238E27FC236}">
                <a16:creationId xmlns:a16="http://schemas.microsoft.com/office/drawing/2014/main" id="{CBF666DF-DC0B-46F8-8871-9CB133600396}"/>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918">
            <a:extLst xmlns:a="http://schemas.openxmlformats.org/drawingml/2006/main">
              <a:ext uri="{FF2B5EF4-FFF2-40B4-BE49-F238E27FC236}">
                <a16:creationId xmlns:a16="http://schemas.microsoft.com/office/drawing/2014/main" id="{0BC3344E-9D0F-46C2-96AF-A81345084106}"/>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32</a:t>
            </a:r>
          </a:p>
        </p:txBody>
      </p:sp>
      <p:sp>
        <p:nvSpPr>
          <p:cNvPr id="9" name="u919">
            <a:extLst xmlns:a="http://schemas.openxmlformats.org/drawingml/2006/main">
              <a:ext uri="{FF2B5EF4-FFF2-40B4-BE49-F238E27FC236}">
                <a16:creationId xmlns:a16="http://schemas.microsoft.com/office/drawing/2014/main" id="{6A3CB8A6-269E-4B83-BBC5-F286FA0B009F}"/>
              </a:ext>
            </a:extLst>
          </p:cNvPr>
          <p:cNvSpPr>
            <a:spLocks xmlns:a="http://schemas.openxmlformats.org/drawingml/2006/main" noGrp="1"/>
          </p:cNvSpPr>
          <p:nvPr/>
        </p:nvSpPr>
        <p:spPr>
          <a:xfrm xmlns:a="http://schemas.openxmlformats.org/drawingml/2006/main">
            <a:off x="695325" y="3714750"/>
            <a:ext cx="8915400" cy="942975"/>
          </a:xfrm>
          <a:prstGeom xmlns:a="http://schemas.openxmlformats.org/drawingml/2006/main" prst="rect">
            <a:avLst/>
          </a:prstGeom>
          <a:solidFill xmlns:a="http://schemas.openxmlformats.org/drawingml/2006/main">
            <a:srgbClr val="FFFFFF"/>
          </a:solidFill>
          <a:ln xmlns:a="http://schemas.openxmlformats.org/drawingml/2006/main" w="19050">
            <a:solidFill>
              <a:srgbClr val="346EB3"/>
            </a:solidFill>
            <a:prstDash val="solid"/>
          </a:ln>
        </p:spPr>
      </p:sp>
      <p:sp>
        <p:nvSpPr>
          <p:cNvPr id="10" name="u920">
            <a:extLst xmlns:a="http://schemas.openxmlformats.org/drawingml/2006/main">
              <a:ext uri="{FF2B5EF4-FFF2-40B4-BE49-F238E27FC236}">
                <a16:creationId xmlns:a16="http://schemas.microsoft.com/office/drawing/2014/main" id="{5E72EA5C-7A8F-4A44-A4E9-EB6E6312B7A9}"/>
              </a:ext>
            </a:extLst>
          </p:cNvPr>
          <p:cNvSpPr>
            <a:spLocks xmlns:a="http://schemas.openxmlformats.org/drawingml/2006/main" noGrp="1"/>
          </p:cNvSpPr>
          <p:nvPr/>
        </p:nvSpPr>
        <p:spPr>
          <a:xfrm xmlns:a="http://schemas.openxmlformats.org/drawingml/2006/main">
            <a:off x="695325" y="3429000"/>
            <a:ext cx="4981575"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346EB3"/>
            </a:solidFill>
            <a:prstDash val="solid"/>
          </a:ln>
        </p:spPr>
      </p:sp>
      <p:sp>
        <p:nvSpPr>
          <p:cNvPr id="11" name="u921">
            <a:extLst xmlns:a="http://schemas.openxmlformats.org/drawingml/2006/main">
              <a:ext uri="{FF2B5EF4-FFF2-40B4-BE49-F238E27FC236}">
                <a16:creationId xmlns:a16="http://schemas.microsoft.com/office/drawing/2014/main" id="{FEAFAB37-EFBF-407A-9B97-28299A3BB197}"/>
              </a:ext>
            </a:extLst>
          </p:cNvPr>
          <p:cNvSpPr>
            <a:spLocks xmlns:a="http://schemas.openxmlformats.org/drawingml/2006/main" noGrp="1"/>
          </p:cNvSpPr>
          <p:nvPr/>
        </p:nvSpPr>
        <p:spPr>
          <a:xfrm xmlns:a="http://schemas.openxmlformats.org/drawingml/2006/main">
            <a:off x="828675" y="3448050"/>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346EB3"/>
                </a:solidFill>
                <a:latin typeface="DejaVu Sans"/>
                <a:ea typeface="DejaVu Sans"/>
                <a:cs typeface="DejaVu Sans"/>
              </a:defRPr>
            </a:pPr>
            <a:r>
              <a:rPr sz="1875" b="1">
                <a:solidFill>
                  <a:srgbClr val="346EB3"/>
                </a:solidFill>
                <a:latin typeface="DejaVu Sans"/>
                <a:ea typeface="DejaVu Sans"/>
                <a:cs typeface="DejaVu Sans"/>
              </a:rPr>
              <a:t>AIShop/Analysis/  {unchanged}</a:t>
            </a:r>
          </a:p>
        </p:txBody>
      </p:sp>
      <p:sp>
        <p:nvSpPr>
          <p:cNvPr id="12" name="u922">
            <a:extLst xmlns:a="http://schemas.openxmlformats.org/drawingml/2006/main">
              <a:ext uri="{FF2B5EF4-FFF2-40B4-BE49-F238E27FC236}">
                <a16:creationId xmlns:a16="http://schemas.microsoft.com/office/drawing/2014/main" id="{58CE6796-3033-4A88-B30D-52CF6A04E316}"/>
              </a:ext>
            </a:extLst>
          </p:cNvPr>
          <p:cNvSpPr>
            <a:spLocks xmlns:a="http://schemas.openxmlformats.org/drawingml/2006/main" noGrp="1"/>
          </p:cNvSpPr>
          <p:nvPr/>
        </p:nvSpPr>
        <p:spPr>
          <a:xfrm xmlns:a="http://schemas.openxmlformats.org/drawingml/2006/main">
            <a:off x="933450" y="4038600"/>
            <a:ext cx="8429625" cy="466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72A3A"/>
                </a:solidFill>
                <a:latin typeface="DejaVu Sans"/>
                <a:ea typeface="DejaVu Sans"/>
                <a:cs typeface="DejaVu Sans"/>
              </a:defRPr>
            </a:pPr>
            <a:r>
              <a:rPr sz="1875" b="0">
                <a:solidFill>
                  <a:srgbClr val="172A3A"/>
                </a:solidFill>
                <a:latin typeface="DejaVu Sans"/>
                <a:ea typeface="DejaVu Sans"/>
                <a:cs typeface="DejaVu Sans"/>
              </a:rPr>
              <a:t>Existing server analysis requests and report models</a:t>
            </a:r>
          </a:p>
        </p:txBody>
      </p:sp>
      <p:sp>
        <p:nvSpPr>
          <p:cNvPr id="13" name="u923">
            <a:extLst xmlns:a="http://schemas.openxmlformats.org/drawingml/2006/main">
              <a:ext uri="{FF2B5EF4-FFF2-40B4-BE49-F238E27FC236}">
                <a16:creationId xmlns:a16="http://schemas.microsoft.com/office/drawing/2014/main" id="{77BD6A3B-0166-48C6-A405-43118FACA66A}"/>
              </a:ext>
            </a:extLst>
          </p:cNvPr>
          <p:cNvSpPr>
            <a:spLocks xmlns:a="http://schemas.openxmlformats.org/drawingml/2006/main" noGrp="1"/>
          </p:cNvSpPr>
          <p:nvPr/>
        </p:nvSpPr>
        <p:spPr>
          <a:xfrm xmlns:a="http://schemas.openxmlformats.org/drawingml/2006/main">
            <a:off x="695325" y="5210175"/>
            <a:ext cx="8915400" cy="942975"/>
          </a:xfrm>
          <a:prstGeom xmlns:a="http://schemas.openxmlformats.org/drawingml/2006/main" prst="rect">
            <a:avLst/>
          </a:prstGeom>
          <a:solidFill xmlns:a="http://schemas.openxmlformats.org/drawingml/2006/main">
            <a:srgbClr val="FFFFFF"/>
          </a:solidFill>
          <a:ln xmlns:a="http://schemas.openxmlformats.org/drawingml/2006/main" w="19050">
            <a:solidFill>
              <a:srgbClr val="346EB3"/>
            </a:solidFill>
            <a:prstDash val="solid"/>
          </a:ln>
        </p:spPr>
      </p:sp>
      <p:sp>
        <p:nvSpPr>
          <p:cNvPr id="14" name="u924">
            <a:extLst xmlns:a="http://schemas.openxmlformats.org/drawingml/2006/main">
              <a:ext uri="{FF2B5EF4-FFF2-40B4-BE49-F238E27FC236}">
                <a16:creationId xmlns:a16="http://schemas.microsoft.com/office/drawing/2014/main" id="{5F8EBF2D-8044-44C6-BAFC-7E7FA12F9111}"/>
              </a:ext>
            </a:extLst>
          </p:cNvPr>
          <p:cNvSpPr>
            <a:spLocks xmlns:a="http://schemas.openxmlformats.org/drawingml/2006/main" noGrp="1"/>
          </p:cNvSpPr>
          <p:nvPr/>
        </p:nvSpPr>
        <p:spPr>
          <a:xfrm xmlns:a="http://schemas.openxmlformats.org/drawingml/2006/main">
            <a:off x="695325" y="4924425"/>
            <a:ext cx="4333875"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346EB3"/>
            </a:solidFill>
            <a:prstDash val="solid"/>
          </a:ln>
        </p:spPr>
      </p:sp>
      <p:sp>
        <p:nvSpPr>
          <p:cNvPr id="15" name="u925">
            <a:extLst xmlns:a="http://schemas.openxmlformats.org/drawingml/2006/main">
              <a:ext uri="{FF2B5EF4-FFF2-40B4-BE49-F238E27FC236}">
                <a16:creationId xmlns:a16="http://schemas.microsoft.com/office/drawing/2014/main" id="{5878F7FD-9A74-4174-BB42-72E344B8242A}"/>
              </a:ext>
            </a:extLst>
          </p:cNvPr>
          <p:cNvSpPr>
            <a:spLocks xmlns:a="http://schemas.openxmlformats.org/drawingml/2006/main" noGrp="1"/>
          </p:cNvSpPr>
          <p:nvPr/>
        </p:nvSpPr>
        <p:spPr>
          <a:xfrm xmlns:a="http://schemas.openxmlformats.org/drawingml/2006/main">
            <a:off x="828675" y="4943475"/>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346EB3"/>
                </a:solidFill>
                <a:latin typeface="DejaVu Sans"/>
                <a:ea typeface="DejaVu Sans"/>
                <a:cs typeface="DejaVu Sans"/>
              </a:defRPr>
            </a:pPr>
            <a:r>
              <a:rPr sz="1875" b="1">
                <a:solidFill>
                  <a:srgbClr val="346EB3"/>
                </a:solidFill>
                <a:latin typeface="DejaVu Sans"/>
                <a:ea typeface="DejaVu Sans"/>
                <a:cs typeface="DejaVu Sans"/>
              </a:rPr>
              <a:t>AIShop/Auth/  {unchanged}</a:t>
            </a:r>
          </a:p>
        </p:txBody>
      </p:sp>
      <p:sp>
        <p:nvSpPr>
          <p:cNvPr id="16" name="u926">
            <a:extLst xmlns:a="http://schemas.openxmlformats.org/drawingml/2006/main">
              <a:ext uri="{FF2B5EF4-FFF2-40B4-BE49-F238E27FC236}">
                <a16:creationId xmlns:a16="http://schemas.microsoft.com/office/drawing/2014/main" id="{B05CDF6D-AD3B-4CA8-AFEA-2D8033CBBC4E}"/>
              </a:ext>
            </a:extLst>
          </p:cNvPr>
          <p:cNvSpPr>
            <a:spLocks xmlns:a="http://schemas.openxmlformats.org/drawingml/2006/main" noGrp="1"/>
          </p:cNvSpPr>
          <p:nvPr/>
        </p:nvSpPr>
        <p:spPr>
          <a:xfrm xmlns:a="http://schemas.openxmlformats.org/drawingml/2006/main">
            <a:off x="933450" y="5534025"/>
            <a:ext cx="8429625" cy="466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72A3A"/>
                </a:solidFill>
                <a:latin typeface="DejaVu Sans"/>
                <a:ea typeface="DejaVu Sans"/>
                <a:cs typeface="DejaVu Sans"/>
              </a:defRPr>
            </a:pPr>
            <a:r>
              <a:rPr sz="1875" b="0">
                <a:solidFill>
                  <a:srgbClr val="172A3A"/>
                </a:solidFill>
                <a:latin typeface="DejaVu Sans"/>
                <a:ea typeface="DejaVu Sans"/>
                <a:cs typeface="DejaVu Sans"/>
              </a:rPr>
              <a:t>Firebase session and sign-in integration</a:t>
            </a:r>
          </a:p>
        </p:txBody>
      </p:sp>
      <p:sp>
        <p:nvSpPr>
          <p:cNvPr id="17" name="u927">
            <a:extLst xmlns:a="http://schemas.openxmlformats.org/drawingml/2006/main">
              <a:ext uri="{FF2B5EF4-FFF2-40B4-BE49-F238E27FC236}">
                <a16:creationId xmlns:a16="http://schemas.microsoft.com/office/drawing/2014/main" id="{74E6C7A8-7F46-40F4-BD67-01DB85867D9D}"/>
              </a:ext>
            </a:extLst>
          </p:cNvPr>
          <p:cNvSpPr>
            <a:spLocks xmlns:a="http://schemas.openxmlformats.org/drawingml/2006/main" noGrp="1"/>
          </p:cNvSpPr>
          <p:nvPr/>
        </p:nvSpPr>
        <p:spPr>
          <a:xfrm xmlns:a="http://schemas.openxmlformats.org/drawingml/2006/main">
            <a:off x="695325" y="6705600"/>
            <a:ext cx="8915400" cy="942975"/>
          </a:xfrm>
          <a:prstGeom xmlns:a="http://schemas.openxmlformats.org/drawingml/2006/main" prst="rect">
            <a:avLst/>
          </a:prstGeom>
          <a:solidFill xmlns:a="http://schemas.openxmlformats.org/drawingml/2006/main">
            <a:srgbClr val="FFFFFF"/>
          </a:solidFill>
          <a:ln xmlns:a="http://schemas.openxmlformats.org/drawingml/2006/main" w="19050">
            <a:solidFill>
              <a:srgbClr val="346EB3"/>
            </a:solidFill>
            <a:prstDash val="solid"/>
          </a:ln>
        </p:spPr>
      </p:sp>
      <p:sp>
        <p:nvSpPr>
          <p:cNvPr id="18" name="u928">
            <a:extLst xmlns:a="http://schemas.openxmlformats.org/drawingml/2006/main">
              <a:ext uri="{FF2B5EF4-FFF2-40B4-BE49-F238E27FC236}">
                <a16:creationId xmlns:a16="http://schemas.microsoft.com/office/drawing/2014/main" id="{365C9F31-0912-4AB7-BEA1-462B22F70ACF}"/>
              </a:ext>
            </a:extLst>
          </p:cNvPr>
          <p:cNvSpPr>
            <a:spLocks xmlns:a="http://schemas.openxmlformats.org/drawingml/2006/main" noGrp="1"/>
          </p:cNvSpPr>
          <p:nvPr/>
        </p:nvSpPr>
        <p:spPr>
          <a:xfrm xmlns:a="http://schemas.openxmlformats.org/drawingml/2006/main">
            <a:off x="695325" y="6419850"/>
            <a:ext cx="4657725"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346EB3"/>
            </a:solidFill>
            <a:prstDash val="solid"/>
          </a:ln>
        </p:spPr>
      </p:sp>
      <p:sp>
        <p:nvSpPr>
          <p:cNvPr id="19" name="u929">
            <a:extLst xmlns:a="http://schemas.openxmlformats.org/drawingml/2006/main">
              <a:ext uri="{FF2B5EF4-FFF2-40B4-BE49-F238E27FC236}">
                <a16:creationId xmlns:a16="http://schemas.microsoft.com/office/drawing/2014/main" id="{B6D134A8-D5C5-4FAA-9479-ACCDA68E146E}"/>
              </a:ext>
            </a:extLst>
          </p:cNvPr>
          <p:cNvSpPr>
            <a:spLocks xmlns:a="http://schemas.openxmlformats.org/drawingml/2006/main" noGrp="1"/>
          </p:cNvSpPr>
          <p:nvPr/>
        </p:nvSpPr>
        <p:spPr>
          <a:xfrm xmlns:a="http://schemas.openxmlformats.org/drawingml/2006/main">
            <a:off x="828675" y="6438900"/>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346EB3"/>
                </a:solidFill>
                <a:latin typeface="DejaVu Sans"/>
                <a:ea typeface="DejaVu Sans"/>
                <a:cs typeface="DejaVu Sans"/>
              </a:defRPr>
            </a:pPr>
            <a:r>
              <a:rPr sz="1875" b="1">
                <a:solidFill>
                  <a:srgbClr val="346EB3"/>
                </a:solidFill>
                <a:latin typeface="DejaVu Sans"/>
                <a:ea typeface="DejaVu Sans"/>
                <a:cs typeface="DejaVu Sans"/>
              </a:rPr>
              <a:t>AIShop/Camera/  {unchanged}</a:t>
            </a:r>
          </a:p>
        </p:txBody>
      </p:sp>
      <p:sp>
        <p:nvSpPr>
          <p:cNvPr id="20" name="u930">
            <a:extLst xmlns:a="http://schemas.openxmlformats.org/drawingml/2006/main">
              <a:ext uri="{FF2B5EF4-FFF2-40B4-BE49-F238E27FC236}">
                <a16:creationId xmlns:a16="http://schemas.microsoft.com/office/drawing/2014/main" id="{409EBE8A-0935-4E20-9946-3D3C03157A60}"/>
              </a:ext>
            </a:extLst>
          </p:cNvPr>
          <p:cNvSpPr>
            <a:spLocks xmlns:a="http://schemas.openxmlformats.org/drawingml/2006/main" noGrp="1"/>
          </p:cNvSpPr>
          <p:nvPr/>
        </p:nvSpPr>
        <p:spPr>
          <a:xfrm xmlns:a="http://schemas.openxmlformats.org/drawingml/2006/main">
            <a:off x="933450" y="7029450"/>
            <a:ext cx="8429625" cy="466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72A3A"/>
                </a:solidFill>
                <a:latin typeface="DejaVu Sans"/>
                <a:ea typeface="DejaVu Sans"/>
                <a:cs typeface="DejaVu Sans"/>
              </a:defRPr>
            </a:pPr>
            <a:r>
              <a:rPr sz="1875" b="0">
                <a:solidFill>
                  <a:srgbClr val="172A3A"/>
                </a:solidFill>
                <a:latin typeface="DejaVu Sans"/>
                <a:ea typeface="DejaVu Sans"/>
                <a:cs typeface="DejaVu Sans"/>
              </a:rPr>
              <a:t>Existing live capture and image-processing support</a:t>
            </a:r>
          </a:p>
        </p:txBody>
      </p:sp>
      <p:sp>
        <p:nvSpPr>
          <p:cNvPr id="21" name="u931">
            <a:extLst xmlns:a="http://schemas.openxmlformats.org/drawingml/2006/main">
              <a:ext uri="{FF2B5EF4-FFF2-40B4-BE49-F238E27FC236}">
                <a16:creationId xmlns:a16="http://schemas.microsoft.com/office/drawing/2014/main" id="{0A0FF30C-4C96-4718-95C0-C8B1BB84D6F6}"/>
              </a:ext>
            </a:extLst>
          </p:cNvPr>
          <p:cNvSpPr>
            <a:spLocks xmlns:a="http://schemas.openxmlformats.org/drawingml/2006/main" noGrp="1"/>
          </p:cNvSpPr>
          <p:nvPr/>
        </p:nvSpPr>
        <p:spPr>
          <a:xfrm xmlns:a="http://schemas.openxmlformats.org/drawingml/2006/main">
            <a:off x="695325" y="8201025"/>
            <a:ext cx="8915400" cy="942975"/>
          </a:xfrm>
          <a:prstGeom xmlns:a="http://schemas.openxmlformats.org/drawingml/2006/main" prst="rect">
            <a:avLst/>
          </a:prstGeom>
          <a:solidFill xmlns:a="http://schemas.openxmlformats.org/drawingml/2006/main">
            <a:srgbClr val="FFFFFF"/>
          </a:solidFill>
          <a:ln xmlns:a="http://schemas.openxmlformats.org/drawingml/2006/main" w="19050">
            <a:solidFill>
              <a:srgbClr val="346EB3"/>
            </a:solidFill>
            <a:prstDash val="solid"/>
          </a:ln>
        </p:spPr>
      </p:sp>
      <p:sp>
        <p:nvSpPr>
          <p:cNvPr id="22" name="u932">
            <a:extLst xmlns:a="http://schemas.openxmlformats.org/drawingml/2006/main">
              <a:ext uri="{FF2B5EF4-FFF2-40B4-BE49-F238E27FC236}">
                <a16:creationId xmlns:a16="http://schemas.microsoft.com/office/drawing/2014/main" id="{AE26803C-C4CC-4B3B-B75C-E705F5B934A0}"/>
              </a:ext>
            </a:extLst>
          </p:cNvPr>
          <p:cNvSpPr>
            <a:spLocks xmlns:a="http://schemas.openxmlformats.org/drawingml/2006/main" noGrp="1"/>
          </p:cNvSpPr>
          <p:nvPr/>
        </p:nvSpPr>
        <p:spPr>
          <a:xfrm xmlns:a="http://schemas.openxmlformats.org/drawingml/2006/main">
            <a:off x="695325" y="7915275"/>
            <a:ext cx="4010025"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346EB3"/>
            </a:solidFill>
            <a:prstDash val="solid"/>
          </a:ln>
        </p:spPr>
      </p:sp>
      <p:sp>
        <p:nvSpPr>
          <p:cNvPr id="23" name="u933">
            <a:extLst xmlns:a="http://schemas.openxmlformats.org/drawingml/2006/main">
              <a:ext uri="{FF2B5EF4-FFF2-40B4-BE49-F238E27FC236}">
                <a16:creationId xmlns:a16="http://schemas.microsoft.com/office/drawing/2014/main" id="{90A8F637-3AC6-45B5-9298-8BD0A47FED1F}"/>
              </a:ext>
            </a:extLst>
          </p:cNvPr>
          <p:cNvSpPr>
            <a:spLocks xmlns:a="http://schemas.openxmlformats.org/drawingml/2006/main" noGrp="1"/>
          </p:cNvSpPr>
          <p:nvPr/>
        </p:nvSpPr>
        <p:spPr>
          <a:xfrm xmlns:a="http://schemas.openxmlformats.org/drawingml/2006/main">
            <a:off x="828675" y="7934325"/>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346EB3"/>
                </a:solidFill>
                <a:latin typeface="DejaVu Sans"/>
                <a:ea typeface="DejaVu Sans"/>
                <a:cs typeface="DejaVu Sans"/>
              </a:defRPr>
            </a:pPr>
            <a:r>
              <a:rPr sz="1875" b="1">
                <a:solidFill>
                  <a:srgbClr val="346EB3"/>
                </a:solidFill>
                <a:latin typeface="DejaVu Sans"/>
                <a:ea typeface="DejaVu Sans"/>
                <a:cs typeface="DejaVu Sans"/>
              </a:rPr>
              <a:t>AIShop/UI/  {unchanged}</a:t>
            </a:r>
          </a:p>
        </p:txBody>
      </p:sp>
      <p:sp>
        <p:nvSpPr>
          <p:cNvPr id="24" name="u934">
            <a:extLst xmlns:a="http://schemas.openxmlformats.org/drawingml/2006/main">
              <a:ext uri="{FF2B5EF4-FFF2-40B4-BE49-F238E27FC236}">
                <a16:creationId xmlns:a16="http://schemas.microsoft.com/office/drawing/2014/main" id="{9391F03D-6287-4DD4-B6D9-10283B73002D}"/>
              </a:ext>
            </a:extLst>
          </p:cNvPr>
          <p:cNvSpPr>
            <a:spLocks xmlns:a="http://schemas.openxmlformats.org/drawingml/2006/main" noGrp="1"/>
          </p:cNvSpPr>
          <p:nvPr/>
        </p:nvSpPr>
        <p:spPr>
          <a:xfrm xmlns:a="http://schemas.openxmlformats.org/drawingml/2006/main">
            <a:off x="933450" y="8524875"/>
            <a:ext cx="8429625" cy="466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72A3A"/>
                </a:solidFill>
                <a:latin typeface="DejaVu Sans"/>
                <a:ea typeface="DejaVu Sans"/>
                <a:cs typeface="DejaVu Sans"/>
              </a:defRPr>
            </a:pPr>
            <a:r>
              <a:rPr sz="1875" b="0">
                <a:solidFill>
                  <a:srgbClr val="172A3A"/>
                </a:solidFill>
                <a:latin typeface="DejaVu Sans"/>
                <a:ea typeface="DejaVu Sans"/>
                <a:cs typeface="DejaVu Sans"/>
              </a:rPr>
              <a:t>Existing camera, navigation, and report screens</a:t>
            </a:r>
          </a:p>
        </p:txBody>
      </p:sp>
      <p:sp>
        <p:nvSpPr>
          <p:cNvPr id="25" name="u935">
            <a:extLst xmlns:a="http://schemas.openxmlformats.org/drawingml/2006/main">
              <a:ext uri="{FF2B5EF4-FFF2-40B4-BE49-F238E27FC236}">
                <a16:creationId xmlns:a16="http://schemas.microsoft.com/office/drawing/2014/main" id="{05796607-BE9A-4601-86F8-4A2C181359C6}"/>
              </a:ext>
            </a:extLst>
          </p:cNvPr>
          <p:cNvSpPr>
            <a:spLocks xmlns:a="http://schemas.openxmlformats.org/drawingml/2006/main" noGrp="1"/>
          </p:cNvSpPr>
          <p:nvPr/>
        </p:nvSpPr>
        <p:spPr>
          <a:xfrm xmlns:a="http://schemas.openxmlformats.org/drawingml/2006/main">
            <a:off x="695325" y="9696450"/>
            <a:ext cx="8915400" cy="942975"/>
          </a:xfrm>
          <a:prstGeom xmlns:a="http://schemas.openxmlformats.org/drawingml/2006/main" prst="rect">
            <a:avLst/>
          </a:prstGeom>
          <a:solidFill xmlns:a="http://schemas.openxmlformats.org/drawingml/2006/main">
            <a:srgbClr val="FFFFFF"/>
          </a:solidFill>
          <a:ln xmlns:a="http://schemas.openxmlformats.org/drawingml/2006/main" w="19050">
            <a:solidFill>
              <a:srgbClr val="346EB3"/>
            </a:solidFill>
            <a:prstDash val="solid"/>
          </a:ln>
        </p:spPr>
      </p:sp>
      <p:sp>
        <p:nvSpPr>
          <p:cNvPr id="26" name="u936">
            <a:extLst xmlns:a="http://schemas.openxmlformats.org/drawingml/2006/main">
              <a:ext uri="{FF2B5EF4-FFF2-40B4-BE49-F238E27FC236}">
                <a16:creationId xmlns:a16="http://schemas.microsoft.com/office/drawing/2014/main" id="{1197A7D7-5885-4DA3-92EB-AE3ADC6C6230}"/>
              </a:ext>
            </a:extLst>
          </p:cNvPr>
          <p:cNvSpPr>
            <a:spLocks xmlns:a="http://schemas.openxmlformats.org/drawingml/2006/main" noGrp="1"/>
          </p:cNvSpPr>
          <p:nvPr/>
        </p:nvSpPr>
        <p:spPr>
          <a:xfrm xmlns:a="http://schemas.openxmlformats.org/drawingml/2006/main">
            <a:off x="695325" y="9410700"/>
            <a:ext cx="4819650" cy="419100"/>
          </a:xfrm>
          <a:prstGeom xmlns:a="http://schemas.openxmlformats.org/drawingml/2006/main" prst="rect">
            <a:avLst/>
          </a:prstGeom>
          <a:solidFill xmlns:a="http://schemas.openxmlformats.org/drawingml/2006/main">
            <a:srgbClr val="F7F6F2"/>
          </a:solidFill>
          <a:ln xmlns:a="http://schemas.openxmlformats.org/drawingml/2006/main" w="19050">
            <a:solidFill>
              <a:srgbClr val="346EB3"/>
            </a:solidFill>
            <a:prstDash val="solid"/>
          </a:ln>
        </p:spPr>
      </p:sp>
      <p:sp>
        <p:nvSpPr>
          <p:cNvPr id="27" name="u937">
            <a:extLst xmlns:a="http://schemas.openxmlformats.org/drawingml/2006/main">
              <a:ext uri="{FF2B5EF4-FFF2-40B4-BE49-F238E27FC236}">
                <a16:creationId xmlns:a16="http://schemas.microsoft.com/office/drawing/2014/main" id="{971F27C2-E341-4BF5-9EF2-25CD0EC282F6}"/>
              </a:ext>
            </a:extLst>
          </p:cNvPr>
          <p:cNvSpPr>
            <a:spLocks xmlns:a="http://schemas.openxmlformats.org/drawingml/2006/main" noGrp="1"/>
          </p:cNvSpPr>
          <p:nvPr/>
        </p:nvSpPr>
        <p:spPr>
          <a:xfrm xmlns:a="http://schemas.openxmlformats.org/drawingml/2006/main">
            <a:off x="828675" y="9429750"/>
            <a:ext cx="8648700" cy="371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1">
                <a:solidFill>
                  <a:srgbClr val="346EB3"/>
                </a:solidFill>
                <a:latin typeface="DejaVu Sans"/>
                <a:ea typeface="DejaVu Sans"/>
                <a:cs typeface="DejaVu Sans"/>
              </a:defRPr>
            </a:pPr>
            <a:r>
              <a:rPr sz="1875" b="1">
                <a:solidFill>
                  <a:srgbClr val="346EB3"/>
                </a:solidFill>
                <a:latin typeface="DejaVu Sans"/>
                <a:ea typeface="DejaVu Sans"/>
                <a:cs typeface="DejaVu Sans"/>
              </a:rPr>
              <a:t>AIShop/Support/  {unchanged}</a:t>
            </a:r>
          </a:p>
        </p:txBody>
      </p:sp>
      <p:sp>
        <p:nvSpPr>
          <p:cNvPr id="28" name="u938">
            <a:extLst xmlns:a="http://schemas.openxmlformats.org/drawingml/2006/main">
              <a:ext uri="{FF2B5EF4-FFF2-40B4-BE49-F238E27FC236}">
                <a16:creationId xmlns:a16="http://schemas.microsoft.com/office/drawing/2014/main" id="{57D24E24-9A75-4319-9EED-002E0CE2B123}"/>
              </a:ext>
            </a:extLst>
          </p:cNvPr>
          <p:cNvSpPr>
            <a:spLocks xmlns:a="http://schemas.openxmlformats.org/drawingml/2006/main" noGrp="1"/>
          </p:cNvSpPr>
          <p:nvPr/>
        </p:nvSpPr>
        <p:spPr>
          <a:xfrm xmlns:a="http://schemas.openxmlformats.org/drawingml/2006/main">
            <a:off x="933450" y="10020300"/>
            <a:ext cx="8429625" cy="466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72A3A"/>
                </a:solidFill>
                <a:latin typeface="DejaVu Sans"/>
                <a:ea typeface="DejaVu Sans"/>
                <a:cs typeface="DejaVu Sans"/>
              </a:defRPr>
            </a:pPr>
            <a:r>
              <a:rPr sz="1875" b="0">
                <a:solidFill>
                  <a:srgbClr val="172A3A"/>
                </a:solidFill>
                <a:latin typeface="DejaVu Sans"/>
                <a:ea typeface="DejaVu Sans"/>
                <a:cs typeface="DejaVu Sans"/>
              </a:rPr>
              <a:t>Application configuration assets and build settings</a:t>
            </a:r>
          </a:p>
        </p:txBody>
      </p:sp>
      <p:sp>
        <p:nvSpPr>
          <p:cNvPr id="29" name="u939">
            <a:extLst xmlns:a="http://schemas.openxmlformats.org/drawingml/2006/main">
              <a:ext uri="{FF2B5EF4-FFF2-40B4-BE49-F238E27FC236}">
                <a16:creationId xmlns:a16="http://schemas.microsoft.com/office/drawing/2014/main" id="{3E7C6119-94B4-46E2-896F-519E1B6B4236}"/>
              </a:ext>
            </a:extLst>
          </p:cNvPr>
          <p:cNvSpPr>
            <a:spLocks xmlns:a="http://schemas.openxmlformats.org/drawingml/2006/main" noGrp="1"/>
          </p:cNvSpPr>
          <p:nvPr/>
        </p:nvSpPr>
        <p:spPr>
          <a:xfrm xmlns:a="http://schemas.openxmlformats.org/drawingml/2006/main">
            <a:off x="685800" y="11382375"/>
            <a:ext cx="8934450" cy="9334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586974"/>
                </a:solidFill>
                <a:latin typeface="DejaVu Sans"/>
                <a:ea typeface="DejaVu Sans"/>
                <a:cs typeface="DejaVu Sans"/>
              </a:defRPr>
            </a:pPr>
            <a:r>
              <a:rPr sz="2025" b="0">
                <a:solidFill>
                  <a:srgbClr val="586974"/>
                </a:solidFill>
                <a:latin typeface="DejaVu Sans"/>
                <a:ea typeface="DejaVu Sans"/>
                <a:cs typeface="DejaVu Sans"/>
              </a:rPr>
              <a:t>AIShop/App/AppConfiguration.swift and existing app tests</a:t>
            </a:r>
          </a:p>
          <a:p xmlns:a="http://schemas.openxmlformats.org/drawingml/2006/main">
            <a:pPr algn="l">
              <a:defRPr sz="2025" b="0">
                <a:solidFill>
                  <a:srgbClr val="586974"/>
                </a:solidFill>
                <a:latin typeface="DejaVu Sans"/>
                <a:ea typeface="DejaVu Sans"/>
                <a:cs typeface="DejaVu Sans"/>
              </a:defRPr>
            </a:pPr>
            <a:r>
              <a:rPr sz="2025" b="0">
                <a:solidFill>
                  <a:srgbClr val="586974"/>
                </a:solidFill>
                <a:latin typeface="DejaVu Sans"/>
                <a:ea typeface="DejaVu Sans"/>
                <a:cs typeface="DejaVu Sans"/>
              </a:rPr>
              <a:t>are also unchanged. Server and dashboard are separate apps.</a:t>
            </a:r>
          </a:p>
        </p:txBody>
      </p:sp>
    </p:spTree>
    <p:extLst>
      <p:ext uri="{BB962C8B-B14F-4D97-AF65-F5344CB8AC3E}">
        <p14:creationId xmlns:p14="http://schemas.microsoft.com/office/powerpoint/2010/main" val="627611760"/>
      </p:ext>
    </p:extLst>
  </p:cSld>
</p:sld>
</file>

<file path=ppt/slides/slide3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u940">
            <a:extLst xmlns:a="http://schemas.openxmlformats.org/drawingml/2006/main">
              <a:ext uri="{FF2B5EF4-FFF2-40B4-BE49-F238E27FC236}">
                <a16:creationId xmlns:a16="http://schemas.microsoft.com/office/drawing/2014/main" id="{FD414845-7569-4EF4-8E85-B70B74027C7F}"/>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REVIEW TABLE</a:t>
            </a:r>
          </a:p>
        </p:txBody>
      </p:sp>
      <p:sp>
        <p:nvSpPr>
          <p:cNvPr id="2" name="u941">
            <a:extLst xmlns:a="http://schemas.openxmlformats.org/drawingml/2006/main">
              <a:ext uri="{FF2B5EF4-FFF2-40B4-BE49-F238E27FC236}">
                <a16:creationId xmlns:a16="http://schemas.microsoft.com/office/drawing/2014/main" id="{868F2282-A02F-48A0-8901-0ED58147206B}"/>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Where to look hardest</a:t>
            </a:r>
          </a:p>
        </p:txBody>
      </p:sp>
      <p:sp>
        <p:nvSpPr>
          <p:cNvPr id="3" name="u942">
            <a:extLst xmlns:a="http://schemas.openxmlformats.org/drawingml/2006/main">
              <a:ext uri="{FF2B5EF4-FFF2-40B4-BE49-F238E27FC236}">
                <a16:creationId xmlns:a16="http://schemas.microsoft.com/office/drawing/2014/main" id="{AFC25F93-A277-44A4-B5EF-F29BDAA76CB9}"/>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These limits remain visible during human code review.</a:t>
            </a:r>
          </a:p>
        </p:txBody>
      </p:sp>
      <p:sp>
        <p:nvSpPr>
          <p:cNvPr id="4" name="u943">
            <a:extLst xmlns:a="http://schemas.openxmlformats.org/drawingml/2006/main">
              <a:ext uri="{FF2B5EF4-FFF2-40B4-BE49-F238E27FC236}">
                <a16:creationId xmlns:a16="http://schemas.microsoft.com/office/drawing/2014/main" id="{4FA3C2D3-2124-4447-BC28-D4447F9E2EB2}"/>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944">
            <a:extLst xmlns:a="http://schemas.openxmlformats.org/drawingml/2006/main">
              <a:ext uri="{FF2B5EF4-FFF2-40B4-BE49-F238E27FC236}">
                <a16:creationId xmlns:a16="http://schemas.microsoft.com/office/drawing/2014/main" id="{5F5857C2-7ACD-4FE8-9EE8-3FE893E43120}"/>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16"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945">
            <a:extLst xmlns:a="http://schemas.openxmlformats.org/drawingml/2006/main">
              <a:ext uri="{FF2B5EF4-FFF2-40B4-BE49-F238E27FC236}">
                <a16:creationId xmlns:a16="http://schemas.microsoft.com/office/drawing/2014/main" id="{BA378D7D-6D36-499B-83F6-01B516E143F8}"/>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946">
            <a:extLst xmlns:a="http://schemas.openxmlformats.org/drawingml/2006/main">
              <a:ext uri="{FF2B5EF4-FFF2-40B4-BE49-F238E27FC236}">
                <a16:creationId xmlns:a16="http://schemas.microsoft.com/office/drawing/2014/main" id="{E8B9788F-8F15-4977-8FB3-BAC7B751E50C}"/>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33</a:t>
            </a:r>
          </a:p>
        </p:txBody>
      </p:sp>
      <p:graphicFrame>
        <p:nvGraphicFramePr>
          <p:cNvPr id="19" name=""/>
          <p:cNvGraphicFramePr/>
          <p:nvPr/>
        </p:nvGraphicFramePr>
        <p:xfrm>
          <a:off xmlns:a="http://schemas.openxmlformats.org/drawingml/2006/main" x="628650" y="3667125"/>
          <a:ext xmlns:a="http://schemas.openxmlformats.org/drawingml/2006/main" cx="9048750" cy="6838950"/>
        </p:xfrm>
        <a:graphic xmlns:a="http://schemas.openxmlformats.org/drawingml/2006/main">
          <a:graphicData uri="http://schemas.openxmlformats.org/drawingml/2006/table">
            <a:tbl>
              <a:tblPr/>
              <a:tblGrid>
                <a:gridCol w="3619500"/>
                <a:gridCol w="5429250"/>
              </a:tblGrid>
              <a:tr h="1139825">
                <a:tc>
                  <a:txBody>
                    <a:bodyPr>
                      <a:noAutofit/>
                    </a:bodyPr>
                    <a:lstStyle/>
                    <a:p>
                      <a:r>
                        <a:rPr sz="1725" b="1">
                          <a:solidFill>
                            <a:srgbClr val="FFFFFF"/>
                          </a:solidFill>
                          <a:latin typeface="DejaVu Sans"/>
                          <a:ea typeface="DejaVu Sans"/>
                          <a:cs typeface="DejaVu Sans"/>
                        </a:rPr>
                        <a:t>Finding</a:t>
                      </a:r>
                    </a:p>
                  </a:txBody>
                  <a:tcPr marL="91440" marR="91440" marT="45720" marB="45720">
                    <a:solidFill>
                      <a:srgbClr val="172A3A"/>
                    </a:solidFill>
                  </a:tcPr>
                </a:tc>
                <a:tc>
                  <a:txBody>
                    <a:bodyPr>
                      <a:noAutofit/>
                    </a:bodyPr>
                    <a:lstStyle/>
                    <a:p>
                      <a:r>
                        <a:rPr sz="1725" b="1">
                          <a:solidFill>
                            <a:srgbClr val="FFFFFF"/>
                          </a:solidFill>
                          <a:latin typeface="DejaVu Sans"/>
                          <a:ea typeface="DejaVu Sans"/>
                          <a:cs typeface="DejaVu Sans"/>
                        </a:rPr>
                        <a:t>Code / evidence to inspect</a:t>
                      </a:r>
                    </a:p>
                  </a:txBody>
                  <a:tcPr marL="91440" marR="91440" marT="45720" marB="45720">
                    <a:solidFill>
                      <a:srgbClr val="172A3A"/>
                    </a:solidFill>
                  </a:tcPr>
                </a:tc>
              </a:tr>
              <a:tr h="1139825">
                <a:tc>
                  <a:txBody>
                    <a:bodyPr>
                      <a:noAutofit/>
                    </a:bodyPr>
                    <a:lstStyle/>
                    <a:p>
                      <a:r>
                        <a:rPr sz="1800" b="0">
                          <a:solidFill>
                            <a:srgbClr val="172A3A"/>
                          </a:solidFill>
                          <a:latin typeface="DejaVu Sans"/>
                          <a:ea typeface="DejaVu Sans"/>
                          <a:cs typeface="DejaVu Sans"/>
                        </a:rPr>
                        <a:t>6.2-second signal delay</a:t>
                      </a:r>
                    </a:p>
                  </a:txBody>
                  <a:tcPr marL="91440" marR="91440" marT="45720" marB="45720">
                    <a:solidFill>
                      <a:srgbClr val="FFFFFF"/>
                    </a:solidFill>
                  </a:tcPr>
                </a:tc>
                <a:tc>
                  <a:txBody>
                    <a:bodyPr>
                      <a:noAutofit/>
                    </a:bodyPr>
                    <a:lstStyle/>
                    <a:p>
                      <a:r>
                        <a:rPr sz="1800" b="0">
                          <a:solidFill>
                            <a:srgbClr val="172A3A"/>
                          </a:solidFill>
                          <a:latin typeface="DejaVu Sans"/>
                          <a:ea typeface="DejaVu Sans"/>
                          <a:cs typeface="DejaVu Sans"/>
                        </a:rPr>
                        <a:t>Saved annotation and opening time; CandidateScorer</a:t>
                      </a:r>
                    </a:p>
                  </a:txBody>
                  <a:tcPr marL="91440" marR="91440" marT="45720" marB="45720">
                    <a:solidFill>
                      <a:srgbClr val="FFFFFF"/>
                    </a:solidFill>
                  </a:tcPr>
                </a:tc>
              </a:tr>
              <a:tr h="1139825">
                <a:tc>
                  <a:txBody>
                    <a:bodyPr>
                      <a:noAutofit/>
                    </a:bodyPr>
                    <a:lstStyle/>
                    <a:p>
                      <a:r>
                        <a:rPr sz="1800" b="0">
                          <a:solidFill>
                            <a:srgbClr val="172A3A"/>
                          </a:solidFill>
                          <a:latin typeface="DejaVu Sans"/>
                          <a:ea typeface="DejaVu Sans"/>
                          <a:cs typeface="DejaVu Sans"/>
                        </a:rPr>
                        <a:t>Paced drops block comparison</a:t>
                      </a:r>
                    </a:p>
                  </a:txBody>
                  <a:tcPr marL="91440" marR="91440" marT="45720" marB="45720">
                    <a:solidFill>
                      <a:srgbClr val="FFFFFF"/>
                    </a:solidFill>
                  </a:tcPr>
                </a:tc>
                <a:tc>
                  <a:txBody>
                    <a:bodyPr>
                      <a:noAutofit/>
                    </a:bodyPr>
                    <a:lstStyle/>
                    <a:p>
                      <a:r>
                        <a:rPr sz="1800" b="0">
                          <a:solidFill>
                            <a:srgbClr val="172A3A"/>
                          </a:solidFill>
                          <a:latin typeface="DejaVu Sans"/>
                          <a:ea typeface="DejaVu Sans"/>
                          <a:cs typeface="DejaVu Sans"/>
                        </a:rPr>
                        <a:t>VideoFixtureFrameStream and FixtureEvaluator</a:t>
                      </a:r>
                    </a:p>
                  </a:txBody>
                  <a:tcPr marL="91440" marR="91440" marT="45720" marB="45720">
                    <a:solidFill>
                      <a:srgbClr val="FFFFFF"/>
                    </a:solidFill>
                  </a:tcPr>
                </a:tc>
              </a:tr>
              <a:tr h="1139825">
                <a:tc>
                  <a:txBody>
                    <a:bodyPr>
                      <a:noAutofit/>
                    </a:bodyPr>
                    <a:lstStyle/>
                    <a:p>
                      <a:r>
                        <a:rPr sz="1800" b="0">
                          <a:solidFill>
                            <a:srgbClr val="172A3A"/>
                          </a:solidFill>
                          <a:latin typeface="DejaVu Sans"/>
                          <a:ea typeface="DejaVu Sans"/>
                          <a:cs typeface="DejaVu Sans"/>
                        </a:rPr>
                        <a:t>Rotation is not established</a:t>
                      </a:r>
                    </a:p>
                  </a:txBody>
                  <a:tcPr marL="91440" marR="91440" marT="45720" marB="45720">
                    <a:solidFill>
                      <a:srgbClr val="FFFFFF"/>
                    </a:solidFill>
                  </a:tcPr>
                </a:tc>
                <a:tc>
                  <a:txBody>
                    <a:bodyPr>
                      <a:noAutofit/>
                    </a:bodyPr>
                    <a:lstStyle/>
                    <a:p>
                      <a:r>
                        <a:rPr sz="1800" b="0">
                          <a:solidFill>
                            <a:srgbClr val="172A3A"/>
                          </a:solidFill>
                          <a:latin typeface="DejaVu Sans"/>
                          <a:ea typeface="DejaVu Sans"/>
                          <a:cs typeface="DejaVu Sans"/>
                        </a:rPr>
                        <a:t>Track transform plus current upright fixture set</a:t>
                      </a:r>
                    </a:p>
                  </a:txBody>
                  <a:tcPr marL="91440" marR="91440" marT="45720" marB="45720">
                    <a:solidFill>
                      <a:srgbClr val="FFFFFF"/>
                    </a:solidFill>
                  </a:tcPr>
                </a:tc>
              </a:tr>
              <a:tr h="1139825">
                <a:tc>
                  <a:txBody>
                    <a:bodyPr>
                      <a:noAutofit/>
                    </a:bodyPr>
                    <a:lstStyle/>
                    <a:p>
                      <a:r>
                        <a:rPr sz="1800" b="0">
                          <a:solidFill>
                            <a:srgbClr val="172A3A"/>
                          </a:solidFill>
                          <a:latin typeface="DejaVu Sans"/>
                          <a:ea typeface="DejaVu Sans"/>
                          <a:cs typeface="DejaVu Sans"/>
                        </a:rPr>
                        <a:t>Session resources keep growing</a:t>
                      </a:r>
                    </a:p>
                  </a:txBody>
                  <a:tcPr marL="91440" marR="91440" marT="45720" marB="45720">
                    <a:solidFill>
                      <a:srgbClr val="FFFFFF"/>
                    </a:solidFill>
                  </a:tcPr>
                </a:tc>
                <a:tc>
                  <a:txBody>
                    <a:bodyPr>
                      <a:noAutofit/>
                    </a:bodyPr>
                    <a:lstStyle/>
                    <a:p>
                      <a:r>
                        <a:rPr sz="1800" b="0">
                          <a:solidFill>
                            <a:srgbClr val="172A3A"/>
                          </a:solidFill>
                          <a:latin typeface="DejaVu Sans"/>
                          <a:ea typeface="DejaVu Sans"/>
                          <a:cs typeface="DejaVu Sans"/>
                        </a:rPr>
                        <a:t>Latency samples and retained image directory</a:t>
                      </a:r>
                    </a:p>
                  </a:txBody>
                  <a:tcPr marL="91440" marR="91440" marT="45720" marB="45720">
                    <a:solidFill>
                      <a:srgbClr val="FFFFFF"/>
                    </a:solidFill>
                  </a:tcPr>
                </a:tc>
              </a:tr>
              <a:tr h="1139825">
                <a:tc>
                  <a:txBody>
                    <a:bodyPr>
                      <a:noAutofit/>
                    </a:bodyPr>
                    <a:lstStyle/>
                    <a:p>
                      <a:r>
                        <a:rPr sz="1800" b="0">
                          <a:solidFill>
                            <a:srgbClr val="172A3A"/>
                          </a:solidFill>
                          <a:latin typeface="DejaVu Sans"/>
                          <a:ea typeface="DejaVu Sans"/>
                          <a:cs typeface="DejaVu Sans"/>
                        </a:rPr>
                        <a:t>Phone acceptance is pending</a:t>
                      </a:r>
                    </a:p>
                  </a:txBody>
                  <a:tcPr marL="91440" marR="91440" marT="45720" marB="45720">
                    <a:solidFill>
                      <a:srgbClr val="FFFFFF"/>
                    </a:solidFill>
                  </a:tcPr>
                </a:tc>
                <a:tc>
                  <a:txBody>
                    <a:bodyPr>
                      <a:noAutofit/>
                    </a:bodyPr>
                    <a:lstStyle/>
                    <a:p>
                      <a:r>
                        <a:rPr sz="1800" b="0">
                          <a:solidFill>
                            <a:srgbClr val="172A3A"/>
                          </a:solidFill>
                          <a:latin typeface="DejaVu Sans"/>
                          <a:ea typeface="DejaVu Sans"/>
                          <a:cs typeface="DejaVu Sans"/>
                        </a:rPr>
                        <a:t>Diagnostic scheme, startup, and manual export</a:t>
                      </a:r>
                    </a:p>
                  </a:txBody>
                  <a:tcPr marL="91440" marR="91440" marT="45720" marB="45720">
                    <a:solidFill>
                      <a:srgbClr val="FFFFFF"/>
                    </a:solidFill>
                  </a:tcPr>
                </a:tc>
              </a:tr>
            </a:tbl>
          </a:graphicData>
        </a:graphic>
      </p:graphicFrame>
      <p:sp>
        <p:nvSpPr>
          <p:cNvPr id="10" name="u947">
            <a:extLst xmlns:a="http://schemas.openxmlformats.org/drawingml/2006/main">
              <a:ext uri="{FF2B5EF4-FFF2-40B4-BE49-F238E27FC236}">
                <a16:creationId xmlns:a16="http://schemas.microsoft.com/office/drawing/2014/main" id="{DD433065-2B84-473F-B447-16578880CFAB}"/>
              </a:ext>
            </a:extLst>
          </p:cNvPr>
          <p:cNvSpPr>
            <a:spLocks xmlns:a="http://schemas.openxmlformats.org/drawingml/2006/main" noGrp="1"/>
          </p:cNvSpPr>
          <p:nvPr/>
        </p:nvSpPr>
        <p:spPr>
          <a:xfrm xmlns:a="http://schemas.openxmlformats.org/drawingml/2006/main">
            <a:off x="647700" y="11144250"/>
            <a:ext cx="9010650" cy="990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One target and two fixtures establish a narrow experiment.</a:t>
            </a:r>
          </a:p>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They do not establish general recognition accuracy.</a:t>
            </a:r>
          </a:p>
        </p:txBody>
      </p:sp>
    </p:spTree>
    <p:extLst>
      <p:ext uri="{BB962C8B-B14F-4D97-AF65-F5344CB8AC3E}">
        <p14:creationId xmlns:p14="http://schemas.microsoft.com/office/powerpoint/2010/main" val="741710338"/>
      </p:ext>
    </p:extLst>
  </p:cSld>
</p:sld>
</file>

<file path=ppt/slides/slide3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6" name="u948">
            <a:extLst xmlns:a="http://schemas.openxmlformats.org/drawingml/2006/main">
              <a:ext uri="{FF2B5EF4-FFF2-40B4-BE49-F238E27FC236}">
                <a16:creationId xmlns:a16="http://schemas.microsoft.com/office/drawing/2014/main" id="{4EB369E9-70BC-40B3-A950-9BB3D5259673}"/>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UML ACTIVITY</a:t>
            </a:r>
          </a:p>
        </p:txBody>
      </p:sp>
      <p:sp>
        <p:nvSpPr>
          <p:cNvPr id="2" name="u949">
            <a:extLst xmlns:a="http://schemas.openxmlformats.org/drawingml/2006/main">
              <a:ext uri="{FF2B5EF4-FFF2-40B4-BE49-F238E27FC236}">
                <a16:creationId xmlns:a16="http://schemas.microsoft.com/office/drawing/2014/main" id="{3AA3F5EE-7E8A-4C75-9E7C-4FD7A65E044D}"/>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The physical-iPhone check</a:t>
            </a:r>
          </a:p>
        </p:txBody>
      </p:sp>
      <p:sp>
        <p:nvSpPr>
          <p:cNvPr id="3" name="u950">
            <a:extLst xmlns:a="http://schemas.openxmlformats.org/drawingml/2006/main">
              <a:ext uri="{FF2B5EF4-FFF2-40B4-BE49-F238E27FC236}">
                <a16:creationId xmlns:a16="http://schemas.microsoft.com/office/drawing/2014/main" id="{54BC70EE-C9A5-47A2-A3ED-72EE3B9E097A}"/>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Still pending. Use the same inputs and frozen profile.</a:t>
            </a:r>
          </a:p>
        </p:txBody>
      </p:sp>
      <p:sp>
        <p:nvSpPr>
          <p:cNvPr id="4" name="u951">
            <a:extLst xmlns:a="http://schemas.openxmlformats.org/drawingml/2006/main">
              <a:ext uri="{FF2B5EF4-FFF2-40B4-BE49-F238E27FC236}">
                <a16:creationId xmlns:a16="http://schemas.microsoft.com/office/drawing/2014/main" id="{20D47D52-FCB6-4BAA-9826-31645740A61F}"/>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952">
            <a:extLst xmlns:a="http://schemas.openxmlformats.org/drawingml/2006/main">
              <a:ext uri="{FF2B5EF4-FFF2-40B4-BE49-F238E27FC236}">
                <a16:creationId xmlns:a16="http://schemas.microsoft.com/office/drawing/2014/main" id="{E59F5F2E-3937-4E57-B9C7-BC5C60F803EC}"/>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1"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953">
            <a:extLst xmlns:a="http://schemas.openxmlformats.org/drawingml/2006/main">
              <a:ext uri="{FF2B5EF4-FFF2-40B4-BE49-F238E27FC236}">
                <a16:creationId xmlns:a16="http://schemas.microsoft.com/office/drawing/2014/main" id="{98BBF082-472B-4938-8C9F-35536F82046B}"/>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954">
            <a:extLst xmlns:a="http://schemas.openxmlformats.org/drawingml/2006/main">
              <a:ext uri="{FF2B5EF4-FFF2-40B4-BE49-F238E27FC236}">
                <a16:creationId xmlns:a16="http://schemas.microsoft.com/office/drawing/2014/main" id="{CE1FB1C5-80F5-409D-8AB4-9E9D406EC4D7}"/>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34</a:t>
            </a:r>
          </a:p>
        </p:txBody>
      </p:sp>
      <p:sp>
        <p:nvSpPr>
          <p:cNvPr id="9" name="u955">
            <a:extLst xmlns:a="http://schemas.openxmlformats.org/drawingml/2006/main">
              <a:ext uri="{FF2B5EF4-FFF2-40B4-BE49-F238E27FC236}">
                <a16:creationId xmlns:a16="http://schemas.microsoft.com/office/drawing/2014/main" id="{528A7D77-CDCA-4ECA-A3C9-BD1A09BC4DD5}"/>
              </a:ext>
            </a:extLst>
          </p:cNvPr>
          <p:cNvSpPr>
            <a:spLocks xmlns:a="http://schemas.openxmlformats.org/drawingml/2006/main" noGrp="1"/>
          </p:cNvSpPr>
          <p:nvPr/>
        </p:nvSpPr>
        <p:spPr>
          <a:xfrm xmlns:a="http://schemas.openxmlformats.org/drawingml/2006/main">
            <a:off x="5029200" y="3228975"/>
            <a:ext cx="228600" cy="228600"/>
          </a:xfrm>
          <a:prstGeom xmlns:a="http://schemas.openxmlformats.org/drawingml/2006/main" prst="ellipse">
            <a:avLst/>
          </a:prstGeom>
          <a:solidFill xmlns:a="http://schemas.openxmlformats.org/drawingml/2006/main">
            <a:srgbClr val="172A3A"/>
          </a:solidFill>
          <a:ln xmlns:a="http://schemas.openxmlformats.org/drawingml/2006/main" w="9525">
            <a:noFill/>
            <a:prstDash val="solid"/>
          </a:ln>
        </p:spPr>
      </p:sp>
      <p:sp>
        <p:nvSpPr>
          <p:cNvPr id="10" name="u956">
            <a:extLst xmlns:a="http://schemas.openxmlformats.org/drawingml/2006/main">
              <a:ext uri="{FF2B5EF4-FFF2-40B4-BE49-F238E27FC236}">
                <a16:creationId xmlns:a16="http://schemas.microsoft.com/office/drawing/2014/main" id="{261A6A60-F741-4535-A3A6-9D5556D1744B}"/>
              </a:ext>
            </a:extLst>
          </p:cNvPr>
          <p:cNvSpPr>
            <a:spLocks xmlns:a="http://schemas.openxmlformats.org/drawingml/2006/main" noGrp="1"/>
          </p:cNvSpPr>
          <p:nvPr/>
        </p:nvSpPr>
        <p:spPr>
          <a:xfrm xmlns:a="http://schemas.openxmlformats.org/drawingml/2006/main">
            <a:off x="5143500" y="34861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1" name="u957">
            <a:extLst xmlns:a="http://schemas.openxmlformats.org/drawingml/2006/main">
              <a:ext uri="{FF2B5EF4-FFF2-40B4-BE49-F238E27FC236}">
                <a16:creationId xmlns:a16="http://schemas.microsoft.com/office/drawing/2014/main" id="{036431D5-9A17-48B9-986B-79E6FE160435}"/>
              </a:ext>
            </a:extLst>
          </p:cNvPr>
          <p:cNvSpPr>
            <a:spLocks xmlns:a="http://schemas.openxmlformats.org/drawingml/2006/main" noGrp="1"/>
          </p:cNvSpPr>
          <p:nvPr/>
        </p:nvSpPr>
        <p:spPr>
          <a:xfrm xmlns:a="http://schemas.openxmlformats.org/drawingml/2006/main">
            <a:off x="5143500" y="38481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7" name=""/>
          <p:cNvCxnSpPr>
            <a:stCxn xmlns:a="http://schemas.openxmlformats.org/drawingml/2006/main" id="10" idx="4"/>
            <a:endCxn xmlns:a="http://schemas.openxmlformats.org/drawingml/2006/main" id="11" idx="0"/>
          </p:cNvCxnSpPr>
          <p:nvPr/>
        </p:nvCxnSpPr>
        <p:spPr>
          <a:xfrm xmlns:a="http://schemas.openxmlformats.org/drawingml/2006/main">
            <a:off x="5143977" y="3487103"/>
            <a:ext cx="0" cy="360997"/>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13" name="u958">
            <a:extLst xmlns:a="http://schemas.openxmlformats.org/drawingml/2006/main">
              <a:ext uri="{FF2B5EF4-FFF2-40B4-BE49-F238E27FC236}">
                <a16:creationId xmlns:a16="http://schemas.microsoft.com/office/drawing/2014/main" id="{0CFC20E7-D940-482E-8F7D-DF9E536CFBD2}"/>
              </a:ext>
            </a:extLst>
          </p:cNvPr>
          <p:cNvSpPr>
            <a:spLocks xmlns:a="http://schemas.openxmlformats.org/drawingml/2006/main" noGrp="1"/>
          </p:cNvSpPr>
          <p:nvPr/>
        </p:nvSpPr>
        <p:spPr>
          <a:xfrm xmlns:a="http://schemas.openxmlformats.org/drawingml/2006/main">
            <a:off x="952500" y="3905250"/>
            <a:ext cx="8382000"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087F8C"/>
            </a:solidFill>
            <a:prstDash val="solid"/>
          </a:ln>
        </p:spPr>
      </p:sp>
      <p:sp>
        <p:nvSpPr>
          <p:cNvPr id="14" name="u959">
            <a:extLst xmlns:a="http://schemas.openxmlformats.org/drawingml/2006/main">
              <a:ext uri="{FF2B5EF4-FFF2-40B4-BE49-F238E27FC236}">
                <a16:creationId xmlns:a16="http://schemas.microsoft.com/office/drawing/2014/main" id="{F9B3D741-939E-4587-9A7D-D8149812CFD4}"/>
              </a:ext>
            </a:extLst>
          </p:cNvPr>
          <p:cNvSpPr>
            <a:spLocks xmlns:a="http://schemas.openxmlformats.org/drawingml/2006/main" noGrp="1"/>
          </p:cNvSpPr>
          <p:nvPr/>
        </p:nvSpPr>
        <p:spPr>
          <a:xfrm xmlns:a="http://schemas.openxmlformats.org/drawingml/2006/main">
            <a:off x="1123950" y="3981450"/>
            <a:ext cx="8039100" cy="904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Launch AIShop-VisionDiagnostics on the iPhone</a:t>
            </a:r>
          </a:p>
        </p:txBody>
      </p:sp>
      <p:sp>
        <p:nvSpPr>
          <p:cNvPr id="15" name="u960">
            <a:extLst xmlns:a="http://schemas.openxmlformats.org/drawingml/2006/main">
              <a:ext uri="{FF2B5EF4-FFF2-40B4-BE49-F238E27FC236}">
                <a16:creationId xmlns:a16="http://schemas.microsoft.com/office/drawing/2014/main" id="{F0743AC3-BDC1-4CCB-AB07-E146D948976B}"/>
              </a:ext>
            </a:extLst>
          </p:cNvPr>
          <p:cNvSpPr>
            <a:spLocks xmlns:a="http://schemas.openxmlformats.org/drawingml/2006/main" noGrp="1"/>
          </p:cNvSpPr>
          <p:nvPr/>
        </p:nvSpPr>
        <p:spPr>
          <a:xfrm xmlns:a="http://schemas.openxmlformats.org/drawingml/2006/main">
            <a:off x="5143500" y="49625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6" name="u961">
            <a:extLst xmlns:a="http://schemas.openxmlformats.org/drawingml/2006/main">
              <a:ext uri="{FF2B5EF4-FFF2-40B4-BE49-F238E27FC236}">
                <a16:creationId xmlns:a16="http://schemas.microsoft.com/office/drawing/2014/main" id="{7FF834F7-AEDE-4385-AAF3-D528A89E18F2}"/>
              </a:ext>
            </a:extLst>
          </p:cNvPr>
          <p:cNvSpPr>
            <a:spLocks xmlns:a="http://schemas.openxmlformats.org/drawingml/2006/main" noGrp="1"/>
          </p:cNvSpPr>
          <p:nvPr/>
        </p:nvSpPr>
        <p:spPr>
          <a:xfrm xmlns:a="http://schemas.openxmlformats.org/drawingml/2006/main">
            <a:off x="5143500" y="54387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2" name=""/>
          <p:cNvCxnSpPr>
            <a:stCxn xmlns:a="http://schemas.openxmlformats.org/drawingml/2006/main" id="15" idx="4"/>
            <a:endCxn xmlns:a="http://schemas.openxmlformats.org/drawingml/2006/main" id="16" idx="0"/>
          </p:cNvCxnSpPr>
          <p:nvPr/>
        </p:nvCxnSpPr>
        <p:spPr>
          <a:xfrm xmlns:a="http://schemas.openxmlformats.org/drawingml/2006/main">
            <a:off x="5143977" y="4963478"/>
            <a:ext cx="0" cy="475297"/>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18" name="u962">
            <a:extLst xmlns:a="http://schemas.openxmlformats.org/drawingml/2006/main">
              <a:ext uri="{FF2B5EF4-FFF2-40B4-BE49-F238E27FC236}">
                <a16:creationId xmlns:a16="http://schemas.microsoft.com/office/drawing/2014/main" id="{4E6D94C3-4D50-4188-8A25-CF435F1183EE}"/>
              </a:ext>
            </a:extLst>
          </p:cNvPr>
          <p:cNvSpPr>
            <a:spLocks xmlns:a="http://schemas.openxmlformats.org/drawingml/2006/main" noGrp="1"/>
          </p:cNvSpPr>
          <p:nvPr/>
        </p:nvSpPr>
        <p:spPr>
          <a:xfrm xmlns:a="http://schemas.openxmlformats.org/drawingml/2006/main">
            <a:off x="952500" y="5467350"/>
            <a:ext cx="8382000"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087F8C"/>
            </a:solidFill>
            <a:prstDash val="solid"/>
          </a:ln>
        </p:spPr>
      </p:sp>
      <p:sp>
        <p:nvSpPr>
          <p:cNvPr id="19" name="u963">
            <a:extLst xmlns:a="http://schemas.openxmlformats.org/drawingml/2006/main">
              <a:ext uri="{FF2B5EF4-FFF2-40B4-BE49-F238E27FC236}">
                <a16:creationId xmlns:a16="http://schemas.microsoft.com/office/drawing/2014/main" id="{69F085AD-314A-4E80-9019-874F2583063A}"/>
              </a:ext>
            </a:extLst>
          </p:cNvPr>
          <p:cNvSpPr>
            <a:spLocks xmlns:a="http://schemas.openxmlformats.org/drawingml/2006/main" noGrp="1"/>
          </p:cNvSpPr>
          <p:nvPr/>
        </p:nvSpPr>
        <p:spPr>
          <a:xfrm xmlns:a="http://schemas.openxmlformats.org/drawingml/2006/main">
            <a:off x="1123950" y="5543550"/>
            <a:ext cx="8039100" cy="904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Run “Banana present” and “No banana” to exhaustion</a:t>
            </a:r>
          </a:p>
        </p:txBody>
      </p:sp>
      <p:sp>
        <p:nvSpPr>
          <p:cNvPr id="20" name="u964">
            <a:extLst xmlns:a="http://schemas.openxmlformats.org/drawingml/2006/main">
              <a:ext uri="{FF2B5EF4-FFF2-40B4-BE49-F238E27FC236}">
                <a16:creationId xmlns:a16="http://schemas.microsoft.com/office/drawing/2014/main" id="{472CEEE4-D42A-42F6-B1F3-20F839C10703}"/>
              </a:ext>
            </a:extLst>
          </p:cNvPr>
          <p:cNvSpPr>
            <a:spLocks xmlns:a="http://schemas.openxmlformats.org/drawingml/2006/main" noGrp="1"/>
          </p:cNvSpPr>
          <p:nvPr/>
        </p:nvSpPr>
        <p:spPr>
          <a:xfrm xmlns:a="http://schemas.openxmlformats.org/drawingml/2006/main">
            <a:off x="5143500" y="65246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1" name="u965">
            <a:extLst xmlns:a="http://schemas.openxmlformats.org/drawingml/2006/main">
              <a:ext uri="{FF2B5EF4-FFF2-40B4-BE49-F238E27FC236}">
                <a16:creationId xmlns:a16="http://schemas.microsoft.com/office/drawing/2014/main" id="{C97C8A72-3A01-4D03-AA4B-FAA68B9F1F64}"/>
              </a:ext>
            </a:extLst>
          </p:cNvPr>
          <p:cNvSpPr>
            <a:spLocks xmlns:a="http://schemas.openxmlformats.org/drawingml/2006/main" noGrp="1"/>
          </p:cNvSpPr>
          <p:nvPr/>
        </p:nvSpPr>
        <p:spPr>
          <a:xfrm xmlns:a="http://schemas.openxmlformats.org/drawingml/2006/main">
            <a:off x="5143500" y="70008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7" name=""/>
          <p:cNvCxnSpPr>
            <a:stCxn xmlns:a="http://schemas.openxmlformats.org/drawingml/2006/main" id="20" idx="4"/>
            <a:endCxn xmlns:a="http://schemas.openxmlformats.org/drawingml/2006/main" id="21" idx="0"/>
          </p:cNvCxnSpPr>
          <p:nvPr/>
        </p:nvCxnSpPr>
        <p:spPr>
          <a:xfrm xmlns:a="http://schemas.openxmlformats.org/drawingml/2006/main">
            <a:off x="5143977" y="6525578"/>
            <a:ext cx="0" cy="475297"/>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23" name="u966">
            <a:extLst xmlns:a="http://schemas.openxmlformats.org/drawingml/2006/main">
              <a:ext uri="{FF2B5EF4-FFF2-40B4-BE49-F238E27FC236}">
                <a16:creationId xmlns:a16="http://schemas.microsoft.com/office/drawing/2014/main" id="{F5D92D6C-ED02-43EF-ADC1-B510954BF354}"/>
              </a:ext>
            </a:extLst>
          </p:cNvPr>
          <p:cNvSpPr>
            <a:spLocks xmlns:a="http://schemas.openxmlformats.org/drawingml/2006/main" noGrp="1"/>
          </p:cNvSpPr>
          <p:nvPr/>
        </p:nvSpPr>
        <p:spPr>
          <a:xfrm xmlns:a="http://schemas.openxmlformats.org/drawingml/2006/main">
            <a:off x="952500" y="7029450"/>
            <a:ext cx="8382000"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087F8C"/>
            </a:solidFill>
            <a:prstDash val="solid"/>
          </a:ln>
        </p:spPr>
      </p:sp>
      <p:sp>
        <p:nvSpPr>
          <p:cNvPr id="24" name="u967">
            <a:extLst xmlns:a="http://schemas.openxmlformats.org/drawingml/2006/main">
              <a:ext uri="{FF2B5EF4-FFF2-40B4-BE49-F238E27FC236}">
                <a16:creationId xmlns:a16="http://schemas.microsoft.com/office/drawing/2014/main" id="{954ACFF1-A846-411B-8E7F-027DDA6A2360}"/>
              </a:ext>
            </a:extLst>
          </p:cNvPr>
          <p:cNvSpPr>
            <a:spLocks xmlns:a="http://schemas.openxmlformats.org/drawingml/2006/main" noGrp="1"/>
          </p:cNvSpPr>
          <p:nvPr/>
        </p:nvSpPr>
        <p:spPr>
          <a:xfrm xmlns:a="http://schemas.openxmlformats.org/drawingml/2006/main">
            <a:off x="1123950" y="7105650"/>
            <a:ext cx="8039100" cy="904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Observe signal, playback, responsiveness, and report</a:t>
            </a:r>
          </a:p>
        </p:txBody>
      </p:sp>
      <p:sp>
        <p:nvSpPr>
          <p:cNvPr id="25" name="u968">
            <a:extLst xmlns:a="http://schemas.openxmlformats.org/drawingml/2006/main">
              <a:ext uri="{FF2B5EF4-FFF2-40B4-BE49-F238E27FC236}">
                <a16:creationId xmlns:a16="http://schemas.microsoft.com/office/drawing/2014/main" id="{25C5DAC9-E0BE-4681-8D98-82CBBBFAAD12}"/>
              </a:ext>
            </a:extLst>
          </p:cNvPr>
          <p:cNvSpPr>
            <a:spLocks xmlns:a="http://schemas.openxmlformats.org/drawingml/2006/main" noGrp="1"/>
          </p:cNvSpPr>
          <p:nvPr/>
        </p:nvSpPr>
        <p:spPr>
          <a:xfrm xmlns:a="http://schemas.openxmlformats.org/drawingml/2006/main">
            <a:off x="5143500" y="80867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6" name="u969">
            <a:extLst xmlns:a="http://schemas.openxmlformats.org/drawingml/2006/main">
              <a:ext uri="{FF2B5EF4-FFF2-40B4-BE49-F238E27FC236}">
                <a16:creationId xmlns:a16="http://schemas.microsoft.com/office/drawing/2014/main" id="{47359711-4C6E-477B-80BB-46BE6CF17460}"/>
              </a:ext>
            </a:extLst>
          </p:cNvPr>
          <p:cNvSpPr>
            <a:spLocks xmlns:a="http://schemas.openxmlformats.org/drawingml/2006/main" noGrp="1"/>
          </p:cNvSpPr>
          <p:nvPr/>
        </p:nvSpPr>
        <p:spPr>
          <a:xfrm xmlns:a="http://schemas.openxmlformats.org/drawingml/2006/main">
            <a:off x="5143500" y="85629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2" name=""/>
          <p:cNvCxnSpPr>
            <a:stCxn xmlns:a="http://schemas.openxmlformats.org/drawingml/2006/main" id="25" idx="4"/>
            <a:endCxn xmlns:a="http://schemas.openxmlformats.org/drawingml/2006/main" id="26" idx="0"/>
          </p:cNvCxnSpPr>
          <p:nvPr/>
        </p:nvCxnSpPr>
        <p:spPr>
          <a:xfrm xmlns:a="http://schemas.openxmlformats.org/drawingml/2006/main">
            <a:off x="5143977" y="8087678"/>
            <a:ext cx="0" cy="475297"/>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28" name="u970">
            <a:extLst xmlns:a="http://schemas.openxmlformats.org/drawingml/2006/main">
              <a:ext uri="{FF2B5EF4-FFF2-40B4-BE49-F238E27FC236}">
                <a16:creationId xmlns:a16="http://schemas.microsoft.com/office/drawing/2014/main" id="{ECA8ABB9-40FD-47E2-BCEB-85466405AA44}"/>
              </a:ext>
            </a:extLst>
          </p:cNvPr>
          <p:cNvSpPr>
            <a:spLocks xmlns:a="http://schemas.openxmlformats.org/drawingml/2006/main" noGrp="1"/>
          </p:cNvSpPr>
          <p:nvPr/>
        </p:nvSpPr>
        <p:spPr>
          <a:xfrm xmlns:a="http://schemas.openxmlformats.org/drawingml/2006/main">
            <a:off x="952500" y="8591550"/>
            <a:ext cx="8382000"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087F8C"/>
            </a:solidFill>
            <a:prstDash val="solid"/>
          </a:ln>
        </p:spPr>
      </p:sp>
      <p:sp>
        <p:nvSpPr>
          <p:cNvPr id="29" name="u971">
            <a:extLst xmlns:a="http://schemas.openxmlformats.org/drawingml/2006/main">
              <a:ext uri="{FF2B5EF4-FFF2-40B4-BE49-F238E27FC236}">
                <a16:creationId xmlns:a16="http://schemas.microsoft.com/office/drawing/2014/main" id="{0D9180AD-2293-4A85-A7B6-574B076614DB}"/>
              </a:ext>
            </a:extLst>
          </p:cNvPr>
          <p:cNvSpPr>
            <a:spLocks xmlns:a="http://schemas.openxmlformats.org/drawingml/2006/main" noGrp="1"/>
          </p:cNvSpPr>
          <p:nvPr/>
        </p:nvSpPr>
        <p:spPr>
          <a:xfrm xmlns:a="http://schemas.openxmlformats.org/drawingml/2006/main">
            <a:off x="1123950" y="8667750"/>
            <a:ext cx="8039100" cy="904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Preserve both logs, reports, and retained images</a:t>
            </a:r>
          </a:p>
        </p:txBody>
      </p:sp>
      <p:sp>
        <p:nvSpPr>
          <p:cNvPr id="30" name="u972">
            <a:extLst xmlns:a="http://schemas.openxmlformats.org/drawingml/2006/main">
              <a:ext uri="{FF2B5EF4-FFF2-40B4-BE49-F238E27FC236}">
                <a16:creationId xmlns:a16="http://schemas.microsoft.com/office/drawing/2014/main" id="{1FA224E5-4C72-4690-8F76-D7946B505EC0}"/>
              </a:ext>
            </a:extLst>
          </p:cNvPr>
          <p:cNvSpPr>
            <a:spLocks xmlns:a="http://schemas.openxmlformats.org/drawingml/2006/main" noGrp="1"/>
          </p:cNvSpPr>
          <p:nvPr/>
        </p:nvSpPr>
        <p:spPr>
          <a:xfrm xmlns:a="http://schemas.openxmlformats.org/drawingml/2006/main">
            <a:off x="5143500" y="96488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1" name="u973">
            <a:extLst xmlns:a="http://schemas.openxmlformats.org/drawingml/2006/main">
              <a:ext uri="{FF2B5EF4-FFF2-40B4-BE49-F238E27FC236}">
                <a16:creationId xmlns:a16="http://schemas.microsoft.com/office/drawing/2014/main" id="{5AC972F3-F22C-49E2-B33C-F17C660A8B4F}"/>
              </a:ext>
            </a:extLst>
          </p:cNvPr>
          <p:cNvSpPr>
            <a:spLocks xmlns:a="http://schemas.openxmlformats.org/drawingml/2006/main" noGrp="1"/>
          </p:cNvSpPr>
          <p:nvPr/>
        </p:nvSpPr>
        <p:spPr>
          <a:xfrm xmlns:a="http://schemas.openxmlformats.org/drawingml/2006/main">
            <a:off x="5143500" y="101250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7" name=""/>
          <p:cNvCxnSpPr>
            <a:stCxn xmlns:a="http://schemas.openxmlformats.org/drawingml/2006/main" id="30" idx="4"/>
            <a:endCxn xmlns:a="http://schemas.openxmlformats.org/drawingml/2006/main" id="31" idx="0"/>
          </p:cNvCxnSpPr>
          <p:nvPr/>
        </p:nvCxnSpPr>
        <p:spPr>
          <a:xfrm xmlns:a="http://schemas.openxmlformats.org/drawingml/2006/main">
            <a:off x="5143977" y="9649778"/>
            <a:ext cx="0" cy="475297"/>
          </a:xfrm>
          <a:prstGeom xmlns:a="http://schemas.openxmlformats.org/drawingml/2006/main" prst="straightConnector1">
            <a:avLst/>
          </a:prstGeom>
          <a:ln xmlns:a="http://schemas.openxmlformats.org/drawingml/2006/main" w="19050">
            <a:solidFill>
              <a:srgbClr val="087F8C"/>
            </a:solidFill>
            <a:prstDash val="solid"/>
            <a:tailEnd type="arrow" w="med" len="med"/>
          </a:ln>
        </p:spPr>
      </p:cxnSp>
      <p:sp>
        <p:nvSpPr>
          <p:cNvPr id="33" name="u974">
            <a:extLst xmlns:a="http://schemas.openxmlformats.org/drawingml/2006/main">
              <a:ext uri="{FF2B5EF4-FFF2-40B4-BE49-F238E27FC236}">
                <a16:creationId xmlns:a16="http://schemas.microsoft.com/office/drawing/2014/main" id="{A87C9B98-0F8F-409C-B8B2-FCBD6980488A}"/>
              </a:ext>
            </a:extLst>
          </p:cNvPr>
          <p:cNvSpPr>
            <a:spLocks xmlns:a="http://schemas.openxmlformats.org/drawingml/2006/main" noGrp="1"/>
          </p:cNvSpPr>
          <p:nvPr/>
        </p:nvSpPr>
        <p:spPr>
          <a:xfrm xmlns:a="http://schemas.openxmlformats.org/drawingml/2006/main">
            <a:off x="952500" y="10153650"/>
            <a:ext cx="8382000"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785CA2"/>
            </a:solidFill>
            <a:prstDash val="solid"/>
          </a:ln>
        </p:spPr>
      </p:sp>
      <p:sp>
        <p:nvSpPr>
          <p:cNvPr id="34" name="u975">
            <a:extLst xmlns:a="http://schemas.openxmlformats.org/drawingml/2006/main">
              <a:ext uri="{FF2B5EF4-FFF2-40B4-BE49-F238E27FC236}">
                <a16:creationId xmlns:a16="http://schemas.microsoft.com/office/drawing/2014/main" id="{CFF5349A-8356-4497-B12A-11D02E496DC6}"/>
              </a:ext>
            </a:extLst>
          </p:cNvPr>
          <p:cNvSpPr>
            <a:spLocks xmlns:a="http://schemas.openxmlformats.org/drawingml/2006/main" noGrp="1"/>
          </p:cNvSpPr>
          <p:nvPr/>
        </p:nvSpPr>
        <p:spPr>
          <a:xfrm xmlns:a="http://schemas.openxmlformats.org/drawingml/2006/main">
            <a:off x="1123950" y="10229850"/>
            <a:ext cx="8039100" cy="9048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175" b="0">
                <a:solidFill>
                  <a:srgbClr val="172A3A"/>
                </a:solidFill>
                <a:latin typeface="DejaVu Sans"/>
                <a:ea typeface="DejaVu Sans"/>
                <a:cs typeface="DejaVu Sans"/>
              </a:defRPr>
            </a:pPr>
            <a:r>
              <a:rPr sz="2175" b="0">
                <a:solidFill>
                  <a:srgbClr val="172A3A"/>
                </a:solidFill>
                <a:latin typeface="DejaVu Sans"/>
                <a:ea typeface="DejaVu Sans"/>
                <a:cs typeface="DejaVu Sans"/>
              </a:rPr>
              <a:t>Evaluate fixtures, then compare matching host samples</a:t>
            </a:r>
          </a:p>
        </p:txBody>
      </p:sp>
      <p:sp>
        <p:nvSpPr>
          <p:cNvPr id="35" name="u976">
            <a:extLst xmlns:a="http://schemas.openxmlformats.org/drawingml/2006/main">
              <a:ext uri="{FF2B5EF4-FFF2-40B4-BE49-F238E27FC236}">
                <a16:creationId xmlns:a16="http://schemas.microsoft.com/office/drawing/2014/main" id="{72E881F6-4031-435A-A99B-49DAB57532FF}"/>
              </a:ext>
            </a:extLst>
          </p:cNvPr>
          <p:cNvSpPr>
            <a:spLocks xmlns:a="http://schemas.openxmlformats.org/drawingml/2006/main" noGrp="1"/>
          </p:cNvSpPr>
          <p:nvPr/>
        </p:nvSpPr>
        <p:spPr>
          <a:xfrm xmlns:a="http://schemas.openxmlformats.org/drawingml/2006/main">
            <a:off x="628650" y="12258675"/>
            <a:ext cx="89154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087F8C"/>
                </a:solidFill>
                <a:latin typeface="DejaVu Sans"/>
                <a:ea typeface="DejaVu Sans"/>
                <a:cs typeface="DejaVu Sans"/>
              </a:defRPr>
            </a:pPr>
            <a:r>
              <a:rPr sz="1725" b="0">
                <a:solidFill>
                  <a:srgbClr val="087F8C"/>
                </a:solidFill>
                <a:latin typeface="DejaVu Sans"/>
                <a:ea typeface="DejaVu Sans"/>
                <a:cs typeface="DejaVu Sans"/>
                <a:hlinkClick xmlns:r="http://schemas.openxmlformats.org/officeDocument/2006/relationships" r:id="R10ca789e928f45bf"/>
              </a:rPr>
              <a:t>Existing commands and manual runbook</a:t>
            </a:r>
          </a:p>
        </p:txBody>
      </p:sp>
    </p:spTree>
    <p:extLst>
      <p:ext uri="{BB962C8B-B14F-4D97-AF65-F5344CB8AC3E}">
        <p14:creationId xmlns:p14="http://schemas.microsoft.com/office/powerpoint/2010/main" val="893279864"/>
      </p:ext>
    </p:extLst>
  </p:cSld>
</p:sld>
</file>

<file path=ppt/slides/slide3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5" name="u977">
            <a:extLst xmlns:a="http://schemas.openxmlformats.org/drawingml/2006/main">
              <a:ext uri="{FF2B5EF4-FFF2-40B4-BE49-F238E27FC236}">
                <a16:creationId xmlns:a16="http://schemas.microsoft.com/office/drawing/2014/main" id="{3729B05A-0B08-4C9E-944C-FDF5B1E524E6}"/>
              </a:ext>
            </a:extLst>
          </p:cNvPr>
          <p:cNvSpPr>
            <a:spLocks xmlns:a="http://schemas.openxmlformats.org/drawingml/2006/main" noGrp="1"/>
          </p:cNvSpPr>
          <p:nvPr/>
        </p:nvSpPr>
        <p:spPr>
          <a:xfrm xmlns:a="http://schemas.openxmlformats.org/drawingml/2006/main">
            <a:off x="609600" y="371475"/>
            <a:ext cx="9048750" cy="333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REVIEW NAVIGATION</a:t>
            </a:r>
          </a:p>
        </p:txBody>
      </p:sp>
      <p:sp>
        <p:nvSpPr>
          <p:cNvPr id="2" name="u978">
            <a:extLst xmlns:a="http://schemas.openxmlformats.org/drawingml/2006/main">
              <a:ext uri="{FF2B5EF4-FFF2-40B4-BE49-F238E27FC236}">
                <a16:creationId xmlns:a16="http://schemas.microsoft.com/office/drawing/2014/main" id="{352A41FF-6FCD-4F6B-8F12-9F512D5152DD}"/>
              </a:ext>
            </a:extLst>
          </p:cNvPr>
          <p:cNvSpPr>
            <a:spLocks xmlns:a="http://schemas.openxmlformats.org/drawingml/2006/main" noGrp="1"/>
          </p:cNvSpPr>
          <p:nvPr/>
        </p:nvSpPr>
        <p:spPr>
          <a:xfrm xmlns:a="http://schemas.openxmlformats.org/drawingml/2006/main">
            <a:off x="609600" y="904875"/>
            <a:ext cx="9067800" cy="1381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72A3A"/>
                </a:solidFill>
                <a:latin typeface="DejaVu Sans"/>
                <a:ea typeface="DejaVu Sans"/>
                <a:cs typeface="DejaVu Sans"/>
              </a:defRPr>
            </a:pPr>
            <a:r>
              <a:rPr sz="3675" b="1">
                <a:solidFill>
                  <a:srgbClr val="172A3A"/>
                </a:solidFill>
                <a:latin typeface="DejaVu Sans"/>
                <a:ea typeface="DejaVu Sans"/>
                <a:cs typeface="DejaVu Sans"/>
              </a:rPr>
              <a:t>The route back to the code</a:t>
            </a:r>
          </a:p>
        </p:txBody>
      </p:sp>
      <p:sp>
        <p:nvSpPr>
          <p:cNvPr id="3" name="u979">
            <a:extLst xmlns:a="http://schemas.openxmlformats.org/drawingml/2006/main">
              <a:ext uri="{FF2B5EF4-FFF2-40B4-BE49-F238E27FC236}">
                <a16:creationId xmlns:a16="http://schemas.microsoft.com/office/drawing/2014/main" id="{D4F86174-0287-4185-8C9F-495414828941}"/>
              </a:ext>
            </a:extLst>
          </p:cNvPr>
          <p:cNvSpPr>
            <a:spLocks xmlns:a="http://schemas.openxmlformats.org/drawingml/2006/main" noGrp="1"/>
          </p:cNvSpPr>
          <p:nvPr/>
        </p:nvSpPr>
        <p:spPr>
          <a:xfrm xmlns:a="http://schemas.openxmlformats.org/drawingml/2006/main">
            <a:off x="628650" y="2333625"/>
            <a:ext cx="9001125" cy="8763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586974"/>
                </a:solidFill>
                <a:latin typeface="DejaVu Sans"/>
                <a:ea typeface="DejaVu Sans"/>
                <a:cs typeface="DejaVu Sans"/>
              </a:defRPr>
            </a:pPr>
            <a:r>
              <a:rPr sz="2100" b="0">
                <a:solidFill>
                  <a:srgbClr val="586974"/>
                </a:solidFill>
                <a:latin typeface="DejaVu Sans"/>
                <a:ea typeface="DejaVu Sans"/>
                <a:cs typeface="DejaVu Sans"/>
              </a:rPr>
              <a:t>Concept, responsible file, exact evidence, then human judgment.</a:t>
            </a:r>
          </a:p>
        </p:txBody>
      </p:sp>
      <p:sp>
        <p:nvSpPr>
          <p:cNvPr id="4" name="u980">
            <a:extLst xmlns:a="http://schemas.openxmlformats.org/drawingml/2006/main">
              <a:ext uri="{FF2B5EF4-FFF2-40B4-BE49-F238E27FC236}">
                <a16:creationId xmlns:a16="http://schemas.microsoft.com/office/drawing/2014/main" id="{CC3F12B6-E3E8-4C81-97F6-49521FA61E2C}"/>
              </a:ext>
            </a:extLst>
          </p:cNvPr>
          <p:cNvSpPr>
            <a:spLocks xmlns:a="http://schemas.openxmlformats.org/drawingml/2006/main" noGrp="1"/>
          </p:cNvSpPr>
          <p:nvPr/>
        </p:nvSpPr>
        <p:spPr>
          <a:xfrm xmlns:a="http://schemas.openxmlformats.org/drawingml/2006/main">
            <a:off x="6096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5" name="u981">
            <a:extLst xmlns:a="http://schemas.openxmlformats.org/drawingml/2006/main">
              <a:ext uri="{FF2B5EF4-FFF2-40B4-BE49-F238E27FC236}">
                <a16:creationId xmlns:a16="http://schemas.microsoft.com/office/drawing/2014/main" id="{A3DC300A-B2F2-4D79-AD7B-235AAE1E572D}"/>
              </a:ext>
            </a:extLst>
          </p:cNvPr>
          <p:cNvSpPr>
            <a:spLocks xmlns:a="http://schemas.openxmlformats.org/drawingml/2006/main" noGrp="1"/>
          </p:cNvSpPr>
          <p:nvPr/>
        </p:nvSpPr>
        <p:spPr>
          <a:xfrm xmlns:a="http://schemas.openxmlformats.org/drawingml/2006/main">
            <a:off x="9677400" y="12954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0" name=""/>
          <p:cNvCxnSpPr>
            <a:stCxn xmlns:a="http://schemas.openxmlformats.org/drawingml/2006/main" id="4" idx="6"/>
            <a:endCxn xmlns:a="http://schemas.openxmlformats.org/drawingml/2006/main" id="5" idx="2"/>
          </p:cNvCxnSpPr>
          <p:nvPr/>
        </p:nvCxnSpPr>
        <p:spPr>
          <a:xfrm xmlns:a="http://schemas.openxmlformats.org/drawingml/2006/main">
            <a:off x="610553" y="12954477"/>
            <a:ext cx="9066847" cy="0"/>
          </a:xfrm>
          <a:prstGeom xmlns:a="http://schemas.openxmlformats.org/drawingml/2006/main" prst="straightConnector1">
            <a:avLst/>
          </a:prstGeom>
          <a:ln xmlns:a="http://schemas.openxmlformats.org/drawingml/2006/main" w="19050">
            <a:solidFill>
              <a:srgbClr val="CBD6D8"/>
            </a:solidFill>
            <a:prstDash val="solid"/>
          </a:ln>
        </p:spPr>
      </p:cxnSp>
      <p:sp>
        <p:nvSpPr>
          <p:cNvPr id="7" name="u982">
            <a:extLst xmlns:a="http://schemas.openxmlformats.org/drawingml/2006/main">
              <a:ext uri="{FF2B5EF4-FFF2-40B4-BE49-F238E27FC236}">
                <a16:creationId xmlns:a16="http://schemas.microsoft.com/office/drawing/2014/main" id="{8C6A311C-A0B4-4423-885B-A8FF83C0CA1B}"/>
              </a:ext>
            </a:extLst>
          </p:cNvPr>
          <p:cNvSpPr>
            <a:spLocks xmlns:a="http://schemas.openxmlformats.org/drawingml/2006/main" noGrp="1"/>
          </p:cNvSpPr>
          <p:nvPr/>
        </p:nvSpPr>
        <p:spPr>
          <a:xfrm xmlns:a="http://schemas.openxmlformats.org/drawingml/2006/main">
            <a:off x="609600" y="13144500"/>
            <a:ext cx="76200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586974"/>
                </a:solidFill>
                <a:latin typeface="DejaVu Sans"/>
                <a:ea typeface="DejaVu Sans"/>
                <a:cs typeface="DejaVu Sans"/>
              </a:defRPr>
            </a:pPr>
            <a:r>
              <a:rPr sz="1350" b="0">
                <a:solidFill>
                  <a:srgbClr val="586974"/>
                </a:solidFill>
                <a:latin typeface="DejaVu Sans"/>
                <a:ea typeface="DejaVu Sans"/>
                <a:cs typeface="DejaVu Sans"/>
              </a:rPr>
              <a:t>AIShop  /  Sprint 001</a:t>
            </a:r>
          </a:p>
        </p:txBody>
      </p:sp>
      <p:sp>
        <p:nvSpPr>
          <p:cNvPr id="8" name="u983">
            <a:extLst xmlns:a="http://schemas.openxmlformats.org/drawingml/2006/main">
              <a:ext uri="{FF2B5EF4-FFF2-40B4-BE49-F238E27FC236}">
                <a16:creationId xmlns:a16="http://schemas.microsoft.com/office/drawing/2014/main" id="{27C14612-08E1-4D43-A8DD-374402CAF047}"/>
              </a:ext>
            </a:extLst>
          </p:cNvPr>
          <p:cNvSpPr>
            <a:spLocks xmlns:a="http://schemas.openxmlformats.org/drawingml/2006/main" noGrp="1"/>
          </p:cNvSpPr>
          <p:nvPr/>
        </p:nvSpPr>
        <p:spPr>
          <a:xfrm xmlns:a="http://schemas.openxmlformats.org/drawingml/2006/main">
            <a:off x="8858250" y="13144500"/>
            <a:ext cx="8191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586974"/>
                </a:solidFill>
                <a:latin typeface="DejaVu Sans"/>
                <a:ea typeface="DejaVu Sans"/>
                <a:cs typeface="DejaVu Sans"/>
              </a:defRPr>
            </a:pPr>
            <a:r>
              <a:rPr sz="1500" b="0">
                <a:solidFill>
                  <a:srgbClr val="586974"/>
                </a:solidFill>
                <a:latin typeface="DejaVu Sans"/>
                <a:ea typeface="DejaVu Sans"/>
                <a:cs typeface="DejaVu Sans"/>
              </a:rPr>
              <a:t>35</a:t>
            </a:r>
          </a:p>
        </p:txBody>
      </p:sp>
      <p:sp>
        <p:nvSpPr>
          <p:cNvPr id="9" name="u984">
            <a:extLst xmlns:a="http://schemas.openxmlformats.org/drawingml/2006/main">
              <a:ext uri="{FF2B5EF4-FFF2-40B4-BE49-F238E27FC236}">
                <a16:creationId xmlns:a16="http://schemas.microsoft.com/office/drawing/2014/main" id="{F8D0BA4C-D20A-46B2-92CA-11FCE77F3281}"/>
              </a:ext>
            </a:extLst>
          </p:cNvPr>
          <p:cNvSpPr>
            <a:spLocks xmlns:a="http://schemas.openxmlformats.org/drawingml/2006/main" noGrp="1"/>
          </p:cNvSpPr>
          <p:nvPr/>
        </p:nvSpPr>
        <p:spPr>
          <a:xfrm xmlns:a="http://schemas.openxmlformats.org/drawingml/2006/main">
            <a:off x="790575" y="3810000"/>
            <a:ext cx="87249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325" b="0">
                <a:solidFill>
                  <a:srgbClr val="087F8C"/>
                </a:solidFill>
                <a:latin typeface="DejaVu Sans"/>
                <a:ea typeface="DejaVu Sans"/>
                <a:cs typeface="DejaVu Sans"/>
              </a:defRPr>
            </a:pPr>
            <a:r>
              <a:rPr sz="2325" b="0">
                <a:solidFill>
                  <a:srgbClr val="087F8C"/>
                </a:solidFill>
                <a:latin typeface="DejaVu Sans"/>
                <a:ea typeface="DejaVu Sans"/>
                <a:cs typeface="DejaVu Sans"/>
                <a:hlinkClick xmlns:r="http://schemas.openxmlformats.org/officeDocument/2006/relationships" r:id="R44724c4d2123486f"/>
              </a:rPr>
              <a:t>App and startup</a:t>
            </a:r>
          </a:p>
        </p:txBody>
      </p:sp>
      <p:sp>
        <p:nvSpPr>
          <p:cNvPr id="10" name="u985">
            <a:extLst xmlns:a="http://schemas.openxmlformats.org/drawingml/2006/main">
              <a:ext uri="{FF2B5EF4-FFF2-40B4-BE49-F238E27FC236}">
                <a16:creationId xmlns:a16="http://schemas.microsoft.com/office/drawing/2014/main" id="{345ABACF-48BC-4F1C-88D6-B537943276E9}"/>
              </a:ext>
            </a:extLst>
          </p:cNvPr>
          <p:cNvSpPr>
            <a:spLocks xmlns:a="http://schemas.openxmlformats.org/drawingml/2006/main" noGrp="1"/>
          </p:cNvSpPr>
          <p:nvPr/>
        </p:nvSpPr>
        <p:spPr>
          <a:xfrm xmlns:a="http://schemas.openxmlformats.org/drawingml/2006/main">
            <a:off x="790575" y="46196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1" name="u986">
            <a:extLst xmlns:a="http://schemas.openxmlformats.org/drawingml/2006/main">
              <a:ext uri="{FF2B5EF4-FFF2-40B4-BE49-F238E27FC236}">
                <a16:creationId xmlns:a16="http://schemas.microsoft.com/office/drawing/2014/main" id="{515DA923-272A-4113-B052-BCF20EDD9C6A}"/>
              </a:ext>
            </a:extLst>
          </p:cNvPr>
          <p:cNvSpPr>
            <a:spLocks xmlns:a="http://schemas.openxmlformats.org/drawingml/2006/main" noGrp="1"/>
          </p:cNvSpPr>
          <p:nvPr/>
        </p:nvSpPr>
        <p:spPr>
          <a:xfrm xmlns:a="http://schemas.openxmlformats.org/drawingml/2006/main">
            <a:off x="9486900" y="46196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46" name=""/>
          <p:cNvCxnSpPr>
            <a:stCxn xmlns:a="http://schemas.openxmlformats.org/drawingml/2006/main" id="10" idx="6"/>
            <a:endCxn xmlns:a="http://schemas.openxmlformats.org/drawingml/2006/main" id="11" idx="2"/>
          </p:cNvCxnSpPr>
          <p:nvPr/>
        </p:nvCxnSpPr>
        <p:spPr>
          <a:xfrm xmlns:a="http://schemas.openxmlformats.org/drawingml/2006/main">
            <a:off x="791528" y="4620102"/>
            <a:ext cx="8695372" cy="0"/>
          </a:xfrm>
          <a:prstGeom xmlns:a="http://schemas.openxmlformats.org/drawingml/2006/main" prst="straightConnector1">
            <a:avLst/>
          </a:prstGeom>
          <a:ln xmlns:a="http://schemas.openxmlformats.org/drawingml/2006/main" w="19050">
            <a:solidFill>
              <a:srgbClr val="CBD6D8"/>
            </a:solidFill>
            <a:prstDash val="solid"/>
          </a:ln>
        </p:spPr>
      </p:cxnSp>
      <p:sp>
        <p:nvSpPr>
          <p:cNvPr id="13" name="u987">
            <a:extLst xmlns:a="http://schemas.openxmlformats.org/drawingml/2006/main">
              <a:ext uri="{FF2B5EF4-FFF2-40B4-BE49-F238E27FC236}">
                <a16:creationId xmlns:a16="http://schemas.microsoft.com/office/drawing/2014/main" id="{5721CE82-6368-48FD-8338-8A8382999740}"/>
              </a:ext>
            </a:extLst>
          </p:cNvPr>
          <p:cNvSpPr>
            <a:spLocks xmlns:a="http://schemas.openxmlformats.org/drawingml/2006/main" noGrp="1"/>
          </p:cNvSpPr>
          <p:nvPr/>
        </p:nvSpPr>
        <p:spPr>
          <a:xfrm xmlns:a="http://schemas.openxmlformats.org/drawingml/2006/main">
            <a:off x="790575" y="5019675"/>
            <a:ext cx="87249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325" b="0">
                <a:solidFill>
                  <a:srgbClr val="087F8C"/>
                </a:solidFill>
                <a:latin typeface="DejaVu Sans"/>
                <a:ea typeface="DejaVu Sans"/>
                <a:cs typeface="DejaVu Sans"/>
              </a:defRPr>
            </a:pPr>
            <a:r>
              <a:rPr sz="2325" b="0">
                <a:solidFill>
                  <a:srgbClr val="087F8C"/>
                </a:solidFill>
                <a:latin typeface="DejaVu Sans"/>
                <a:ea typeface="DejaVu Sans"/>
                <a:cs typeface="DejaVu Sans"/>
                <a:hlinkClick xmlns:r="http://schemas.openxmlformats.org/officeDocument/2006/relationships" r:id="R135fe2c239f141d1"/>
              </a:rPr>
              <a:t>Reference and sampled video</a:t>
            </a:r>
          </a:p>
        </p:txBody>
      </p:sp>
      <p:sp>
        <p:nvSpPr>
          <p:cNvPr id="14" name="u988">
            <a:extLst xmlns:a="http://schemas.openxmlformats.org/drawingml/2006/main">
              <a:ext uri="{FF2B5EF4-FFF2-40B4-BE49-F238E27FC236}">
                <a16:creationId xmlns:a16="http://schemas.microsoft.com/office/drawing/2014/main" id="{9ED5A734-BAFE-457C-83DC-A507DA9E23AD}"/>
              </a:ext>
            </a:extLst>
          </p:cNvPr>
          <p:cNvSpPr>
            <a:spLocks xmlns:a="http://schemas.openxmlformats.org/drawingml/2006/main" noGrp="1"/>
          </p:cNvSpPr>
          <p:nvPr/>
        </p:nvSpPr>
        <p:spPr>
          <a:xfrm xmlns:a="http://schemas.openxmlformats.org/drawingml/2006/main">
            <a:off x="790575" y="58293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5" name="u989">
            <a:extLst xmlns:a="http://schemas.openxmlformats.org/drawingml/2006/main">
              <a:ext uri="{FF2B5EF4-FFF2-40B4-BE49-F238E27FC236}">
                <a16:creationId xmlns:a16="http://schemas.microsoft.com/office/drawing/2014/main" id="{C203EB09-B057-4A44-8777-54468207C78A}"/>
              </a:ext>
            </a:extLst>
          </p:cNvPr>
          <p:cNvSpPr>
            <a:spLocks xmlns:a="http://schemas.openxmlformats.org/drawingml/2006/main" noGrp="1"/>
          </p:cNvSpPr>
          <p:nvPr/>
        </p:nvSpPr>
        <p:spPr>
          <a:xfrm xmlns:a="http://schemas.openxmlformats.org/drawingml/2006/main">
            <a:off x="9486900" y="58293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0" name=""/>
          <p:cNvCxnSpPr>
            <a:stCxn xmlns:a="http://schemas.openxmlformats.org/drawingml/2006/main" id="14" idx="6"/>
            <a:endCxn xmlns:a="http://schemas.openxmlformats.org/drawingml/2006/main" id="15" idx="2"/>
          </p:cNvCxnSpPr>
          <p:nvPr/>
        </p:nvCxnSpPr>
        <p:spPr>
          <a:xfrm xmlns:a="http://schemas.openxmlformats.org/drawingml/2006/main">
            <a:off x="791528" y="5829777"/>
            <a:ext cx="8695372" cy="0"/>
          </a:xfrm>
          <a:prstGeom xmlns:a="http://schemas.openxmlformats.org/drawingml/2006/main" prst="straightConnector1">
            <a:avLst/>
          </a:prstGeom>
          <a:ln xmlns:a="http://schemas.openxmlformats.org/drawingml/2006/main" w="19050">
            <a:solidFill>
              <a:srgbClr val="CBD6D8"/>
            </a:solidFill>
            <a:prstDash val="solid"/>
          </a:ln>
        </p:spPr>
      </p:cxnSp>
      <p:sp>
        <p:nvSpPr>
          <p:cNvPr id="17" name="u990">
            <a:extLst xmlns:a="http://schemas.openxmlformats.org/drawingml/2006/main">
              <a:ext uri="{FF2B5EF4-FFF2-40B4-BE49-F238E27FC236}">
                <a16:creationId xmlns:a16="http://schemas.microsoft.com/office/drawing/2014/main" id="{BA8808EB-4A8A-4E21-94B1-CC07154F7D46}"/>
              </a:ext>
            </a:extLst>
          </p:cNvPr>
          <p:cNvSpPr>
            <a:spLocks xmlns:a="http://schemas.openxmlformats.org/drawingml/2006/main" noGrp="1"/>
          </p:cNvSpPr>
          <p:nvPr/>
        </p:nvSpPr>
        <p:spPr>
          <a:xfrm xmlns:a="http://schemas.openxmlformats.org/drawingml/2006/main">
            <a:off x="790575" y="6229350"/>
            <a:ext cx="87249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325" b="0">
                <a:solidFill>
                  <a:srgbClr val="087F8C"/>
                </a:solidFill>
                <a:latin typeface="DejaVu Sans"/>
                <a:ea typeface="DejaVu Sans"/>
                <a:cs typeface="DejaVu Sans"/>
              </a:defRPr>
            </a:pPr>
            <a:r>
              <a:rPr sz="2325" b="0">
                <a:solidFill>
                  <a:srgbClr val="087F8C"/>
                </a:solidFill>
                <a:latin typeface="DejaVu Sans"/>
                <a:ea typeface="DejaVu Sans"/>
                <a:cs typeface="DejaVu Sans"/>
                <a:hlinkClick xmlns:r="http://schemas.openxmlformats.org/officeDocument/2006/relationships" r:id="R82583cc01d524f5d"/>
              </a:rPr>
              <a:t>Scoring and episodes</a:t>
            </a:r>
          </a:p>
        </p:txBody>
      </p:sp>
      <p:sp>
        <p:nvSpPr>
          <p:cNvPr id="18" name="u991">
            <a:extLst xmlns:a="http://schemas.openxmlformats.org/drawingml/2006/main">
              <a:ext uri="{FF2B5EF4-FFF2-40B4-BE49-F238E27FC236}">
                <a16:creationId xmlns:a16="http://schemas.microsoft.com/office/drawing/2014/main" id="{606319FD-583C-46B6-9147-2C91781E8441}"/>
              </a:ext>
            </a:extLst>
          </p:cNvPr>
          <p:cNvSpPr>
            <a:spLocks xmlns:a="http://schemas.openxmlformats.org/drawingml/2006/main" noGrp="1"/>
          </p:cNvSpPr>
          <p:nvPr/>
        </p:nvSpPr>
        <p:spPr>
          <a:xfrm xmlns:a="http://schemas.openxmlformats.org/drawingml/2006/main">
            <a:off x="790575" y="70389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19" name="u992">
            <a:extLst xmlns:a="http://schemas.openxmlformats.org/drawingml/2006/main">
              <a:ext uri="{FF2B5EF4-FFF2-40B4-BE49-F238E27FC236}">
                <a16:creationId xmlns:a16="http://schemas.microsoft.com/office/drawing/2014/main" id="{957C6C2E-EF18-49FC-B969-2F1F90D23CD7}"/>
              </a:ext>
            </a:extLst>
          </p:cNvPr>
          <p:cNvSpPr>
            <a:spLocks xmlns:a="http://schemas.openxmlformats.org/drawingml/2006/main" noGrp="1"/>
          </p:cNvSpPr>
          <p:nvPr/>
        </p:nvSpPr>
        <p:spPr>
          <a:xfrm xmlns:a="http://schemas.openxmlformats.org/drawingml/2006/main">
            <a:off x="9486900" y="703897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4" name=""/>
          <p:cNvCxnSpPr>
            <a:stCxn xmlns:a="http://schemas.openxmlformats.org/drawingml/2006/main" id="18" idx="6"/>
            <a:endCxn xmlns:a="http://schemas.openxmlformats.org/drawingml/2006/main" id="19" idx="2"/>
          </p:cNvCxnSpPr>
          <p:nvPr/>
        </p:nvCxnSpPr>
        <p:spPr>
          <a:xfrm xmlns:a="http://schemas.openxmlformats.org/drawingml/2006/main">
            <a:off x="791528" y="7039452"/>
            <a:ext cx="8695372" cy="0"/>
          </a:xfrm>
          <a:prstGeom xmlns:a="http://schemas.openxmlformats.org/drawingml/2006/main" prst="straightConnector1">
            <a:avLst/>
          </a:prstGeom>
          <a:ln xmlns:a="http://schemas.openxmlformats.org/drawingml/2006/main" w="19050">
            <a:solidFill>
              <a:srgbClr val="CBD6D8"/>
            </a:solidFill>
            <a:prstDash val="solid"/>
          </a:ln>
        </p:spPr>
      </p:cxnSp>
      <p:sp>
        <p:nvSpPr>
          <p:cNvPr id="21" name="u993">
            <a:extLst xmlns:a="http://schemas.openxmlformats.org/drawingml/2006/main">
              <a:ext uri="{FF2B5EF4-FFF2-40B4-BE49-F238E27FC236}">
                <a16:creationId xmlns:a16="http://schemas.microsoft.com/office/drawing/2014/main" id="{09A0CC99-AA96-4BF1-A2B3-EE749F85EBE9}"/>
              </a:ext>
            </a:extLst>
          </p:cNvPr>
          <p:cNvSpPr>
            <a:spLocks xmlns:a="http://schemas.openxmlformats.org/drawingml/2006/main" noGrp="1"/>
          </p:cNvSpPr>
          <p:nvPr/>
        </p:nvSpPr>
        <p:spPr>
          <a:xfrm xmlns:a="http://schemas.openxmlformats.org/drawingml/2006/main">
            <a:off x="790575" y="7439025"/>
            <a:ext cx="87249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325" b="0">
                <a:solidFill>
                  <a:srgbClr val="087F8C"/>
                </a:solidFill>
                <a:latin typeface="DejaVu Sans"/>
                <a:ea typeface="DejaVu Sans"/>
                <a:cs typeface="DejaVu Sans"/>
              </a:defRPr>
            </a:pPr>
            <a:r>
              <a:rPr sz="2325" b="0">
                <a:solidFill>
                  <a:srgbClr val="087F8C"/>
                </a:solidFill>
                <a:latin typeface="DejaVu Sans"/>
                <a:ea typeface="DejaVu Sans"/>
                <a:cs typeface="DejaVu Sans"/>
                <a:hlinkClick xmlns:r="http://schemas.openxmlformats.org/officeDocument/2006/relationships" r:id="R7ef55ef286d0423d"/>
              </a:rPr>
              <a:t>Pipeline and persisted evidence</a:t>
            </a:r>
          </a:p>
        </p:txBody>
      </p:sp>
      <p:sp>
        <p:nvSpPr>
          <p:cNvPr id="22" name="u994">
            <a:extLst xmlns:a="http://schemas.openxmlformats.org/drawingml/2006/main">
              <a:ext uri="{FF2B5EF4-FFF2-40B4-BE49-F238E27FC236}">
                <a16:creationId xmlns:a16="http://schemas.microsoft.com/office/drawing/2014/main" id="{16535DD6-204B-42C2-AF4C-C0E44CE924F2}"/>
              </a:ext>
            </a:extLst>
          </p:cNvPr>
          <p:cNvSpPr>
            <a:spLocks xmlns:a="http://schemas.openxmlformats.org/drawingml/2006/main" noGrp="1"/>
          </p:cNvSpPr>
          <p:nvPr/>
        </p:nvSpPr>
        <p:spPr>
          <a:xfrm xmlns:a="http://schemas.openxmlformats.org/drawingml/2006/main">
            <a:off x="790575" y="82486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3" name="u995">
            <a:extLst xmlns:a="http://schemas.openxmlformats.org/drawingml/2006/main">
              <a:ext uri="{FF2B5EF4-FFF2-40B4-BE49-F238E27FC236}">
                <a16:creationId xmlns:a16="http://schemas.microsoft.com/office/drawing/2014/main" id="{8569DB7C-0D20-46FF-A6D8-1979ED0103AF}"/>
              </a:ext>
            </a:extLst>
          </p:cNvPr>
          <p:cNvSpPr>
            <a:spLocks xmlns:a="http://schemas.openxmlformats.org/drawingml/2006/main" noGrp="1"/>
          </p:cNvSpPr>
          <p:nvPr/>
        </p:nvSpPr>
        <p:spPr>
          <a:xfrm xmlns:a="http://schemas.openxmlformats.org/drawingml/2006/main">
            <a:off x="9486900" y="824865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58" name=""/>
          <p:cNvCxnSpPr>
            <a:stCxn xmlns:a="http://schemas.openxmlformats.org/drawingml/2006/main" id="22" idx="6"/>
            <a:endCxn xmlns:a="http://schemas.openxmlformats.org/drawingml/2006/main" id="23" idx="2"/>
          </p:cNvCxnSpPr>
          <p:nvPr/>
        </p:nvCxnSpPr>
        <p:spPr>
          <a:xfrm xmlns:a="http://schemas.openxmlformats.org/drawingml/2006/main">
            <a:off x="791528" y="8249127"/>
            <a:ext cx="8695372" cy="0"/>
          </a:xfrm>
          <a:prstGeom xmlns:a="http://schemas.openxmlformats.org/drawingml/2006/main" prst="straightConnector1">
            <a:avLst/>
          </a:prstGeom>
          <a:ln xmlns:a="http://schemas.openxmlformats.org/drawingml/2006/main" w="19050">
            <a:solidFill>
              <a:srgbClr val="CBD6D8"/>
            </a:solidFill>
            <a:prstDash val="solid"/>
          </a:ln>
        </p:spPr>
      </p:cxnSp>
      <p:sp>
        <p:nvSpPr>
          <p:cNvPr id="25" name="u996">
            <a:extLst xmlns:a="http://schemas.openxmlformats.org/drawingml/2006/main">
              <a:ext uri="{FF2B5EF4-FFF2-40B4-BE49-F238E27FC236}">
                <a16:creationId xmlns:a16="http://schemas.microsoft.com/office/drawing/2014/main" id="{C7B4F78A-4692-43B4-A129-DF062B9C83A7}"/>
              </a:ext>
            </a:extLst>
          </p:cNvPr>
          <p:cNvSpPr>
            <a:spLocks xmlns:a="http://schemas.openxmlformats.org/drawingml/2006/main" noGrp="1"/>
          </p:cNvSpPr>
          <p:nvPr/>
        </p:nvSpPr>
        <p:spPr>
          <a:xfrm xmlns:a="http://schemas.openxmlformats.org/drawingml/2006/main">
            <a:off x="790575" y="8648700"/>
            <a:ext cx="87249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325" b="0">
                <a:solidFill>
                  <a:srgbClr val="087F8C"/>
                </a:solidFill>
                <a:latin typeface="DejaVu Sans"/>
                <a:ea typeface="DejaVu Sans"/>
                <a:cs typeface="DejaVu Sans"/>
              </a:defRPr>
            </a:pPr>
            <a:r>
              <a:rPr sz="2325" b="0">
                <a:solidFill>
                  <a:srgbClr val="087F8C"/>
                </a:solidFill>
                <a:latin typeface="DejaVu Sans"/>
                <a:ea typeface="DejaVu Sans"/>
                <a:cs typeface="DejaVu Sans"/>
                <a:hlinkClick xmlns:r="http://schemas.openxmlformats.org/officeDocument/2006/relationships" r:id="R9adc2bcdacb24c7f"/>
              </a:rPr>
              <a:t>Tests and host comparison</a:t>
            </a:r>
          </a:p>
        </p:txBody>
      </p:sp>
      <p:sp>
        <p:nvSpPr>
          <p:cNvPr id="26" name="u997">
            <a:extLst xmlns:a="http://schemas.openxmlformats.org/drawingml/2006/main">
              <a:ext uri="{FF2B5EF4-FFF2-40B4-BE49-F238E27FC236}">
                <a16:creationId xmlns:a16="http://schemas.microsoft.com/office/drawing/2014/main" id="{BAAB556A-2C37-477C-8438-39F2099440E6}"/>
              </a:ext>
            </a:extLst>
          </p:cNvPr>
          <p:cNvSpPr>
            <a:spLocks xmlns:a="http://schemas.openxmlformats.org/drawingml/2006/main" noGrp="1"/>
          </p:cNvSpPr>
          <p:nvPr/>
        </p:nvSpPr>
        <p:spPr>
          <a:xfrm xmlns:a="http://schemas.openxmlformats.org/drawingml/2006/main">
            <a:off x="790575" y="94583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27" name="u998">
            <a:extLst xmlns:a="http://schemas.openxmlformats.org/drawingml/2006/main">
              <a:ext uri="{FF2B5EF4-FFF2-40B4-BE49-F238E27FC236}">
                <a16:creationId xmlns:a16="http://schemas.microsoft.com/office/drawing/2014/main" id="{F30492EF-709B-454F-9AA4-45A9996566FB}"/>
              </a:ext>
            </a:extLst>
          </p:cNvPr>
          <p:cNvSpPr>
            <a:spLocks xmlns:a="http://schemas.openxmlformats.org/drawingml/2006/main" noGrp="1"/>
          </p:cNvSpPr>
          <p:nvPr/>
        </p:nvSpPr>
        <p:spPr>
          <a:xfrm xmlns:a="http://schemas.openxmlformats.org/drawingml/2006/main">
            <a:off x="9486900" y="9458325"/>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2" name=""/>
          <p:cNvCxnSpPr>
            <a:stCxn xmlns:a="http://schemas.openxmlformats.org/drawingml/2006/main" id="26" idx="6"/>
            <a:endCxn xmlns:a="http://schemas.openxmlformats.org/drawingml/2006/main" id="27" idx="2"/>
          </p:cNvCxnSpPr>
          <p:nvPr/>
        </p:nvCxnSpPr>
        <p:spPr>
          <a:xfrm xmlns:a="http://schemas.openxmlformats.org/drawingml/2006/main">
            <a:off x="791528" y="9458802"/>
            <a:ext cx="8695372" cy="0"/>
          </a:xfrm>
          <a:prstGeom xmlns:a="http://schemas.openxmlformats.org/drawingml/2006/main" prst="straightConnector1">
            <a:avLst/>
          </a:prstGeom>
          <a:ln xmlns:a="http://schemas.openxmlformats.org/drawingml/2006/main" w="19050">
            <a:solidFill>
              <a:srgbClr val="CBD6D8"/>
            </a:solidFill>
            <a:prstDash val="solid"/>
          </a:ln>
        </p:spPr>
      </p:cxnSp>
      <p:sp>
        <p:nvSpPr>
          <p:cNvPr id="29" name="u999">
            <a:extLst xmlns:a="http://schemas.openxmlformats.org/drawingml/2006/main">
              <a:ext uri="{FF2B5EF4-FFF2-40B4-BE49-F238E27FC236}">
                <a16:creationId xmlns:a16="http://schemas.microsoft.com/office/drawing/2014/main" id="{10A2356F-CE11-4FE4-92DE-DFCF51C89391}"/>
              </a:ext>
            </a:extLst>
          </p:cNvPr>
          <p:cNvSpPr>
            <a:spLocks xmlns:a="http://schemas.openxmlformats.org/drawingml/2006/main" noGrp="1"/>
          </p:cNvSpPr>
          <p:nvPr/>
        </p:nvSpPr>
        <p:spPr>
          <a:xfrm xmlns:a="http://schemas.openxmlformats.org/drawingml/2006/main">
            <a:off x="790575" y="9858375"/>
            <a:ext cx="87249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325" b="0">
                <a:solidFill>
                  <a:srgbClr val="087F8C"/>
                </a:solidFill>
                <a:latin typeface="DejaVu Sans"/>
                <a:ea typeface="DejaVu Sans"/>
                <a:cs typeface="DejaVu Sans"/>
              </a:defRPr>
            </a:pPr>
            <a:r>
              <a:rPr sz="2325" b="0">
                <a:solidFill>
                  <a:srgbClr val="087F8C"/>
                </a:solidFill>
                <a:latin typeface="DejaVu Sans"/>
                <a:ea typeface="DejaVu Sans"/>
                <a:cs typeface="DejaVu Sans"/>
                <a:hlinkClick xmlns:r="http://schemas.openxmlformats.org/officeDocument/2006/relationships" r:id="R386411b2c2994be4"/>
              </a:rPr>
              <a:t>Reviewed source hashes</a:t>
            </a:r>
          </a:p>
        </p:txBody>
      </p:sp>
      <p:sp>
        <p:nvSpPr>
          <p:cNvPr id="30" name="u1000">
            <a:extLst xmlns:a="http://schemas.openxmlformats.org/drawingml/2006/main">
              <a:ext uri="{FF2B5EF4-FFF2-40B4-BE49-F238E27FC236}">
                <a16:creationId xmlns:a16="http://schemas.microsoft.com/office/drawing/2014/main" id="{80FF1CD0-0ED4-4430-AFF1-1341CF49A919}"/>
              </a:ext>
            </a:extLst>
          </p:cNvPr>
          <p:cNvSpPr>
            <a:spLocks xmlns:a="http://schemas.openxmlformats.org/drawingml/2006/main" noGrp="1"/>
          </p:cNvSpPr>
          <p:nvPr/>
        </p:nvSpPr>
        <p:spPr>
          <a:xfrm xmlns:a="http://schemas.openxmlformats.org/drawingml/2006/main">
            <a:off x="790575" y="10668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sp>
        <p:nvSpPr>
          <p:cNvPr id="31" name="u1001">
            <a:extLst xmlns:a="http://schemas.openxmlformats.org/drawingml/2006/main">
              <a:ext uri="{FF2B5EF4-FFF2-40B4-BE49-F238E27FC236}">
                <a16:creationId xmlns:a16="http://schemas.microsoft.com/office/drawing/2014/main" id="{E07F6E71-B7EB-40CB-9562-51873DD3BF72}"/>
              </a:ext>
            </a:extLst>
          </p:cNvPr>
          <p:cNvSpPr>
            <a:spLocks xmlns:a="http://schemas.openxmlformats.org/drawingml/2006/main" noGrp="1"/>
          </p:cNvSpPr>
          <p:nvPr/>
        </p:nvSpPr>
        <p:spPr>
          <a:xfrm xmlns:a="http://schemas.openxmlformats.org/drawingml/2006/main">
            <a:off x="9486900" y="10668000"/>
            <a:ext cx="953" cy="953"/>
          </a:xfrm>
          <a:prstGeom xmlns:a="http://schemas.openxmlformats.org/drawingml/2006/main" prst="ellipse">
            <a:avLst/>
          </a:prstGeom>
          <a:noFill xmlns:a="http://schemas.openxmlformats.org/drawingml/2006/main"/>
          <a:ln xmlns:a="http://schemas.openxmlformats.org/drawingml/2006/main" w="9525">
            <a:noFill/>
            <a:prstDash val="solid"/>
          </a:ln>
        </p:spPr>
      </p:sp>
      <p:cxnSp>
        <p:nvCxnSpPr>
          <p:cNvPr id="66" name=""/>
          <p:cNvCxnSpPr>
            <a:stCxn xmlns:a="http://schemas.openxmlformats.org/drawingml/2006/main" id="30" idx="6"/>
            <a:endCxn xmlns:a="http://schemas.openxmlformats.org/drawingml/2006/main" id="31" idx="2"/>
          </p:cNvCxnSpPr>
          <p:nvPr/>
        </p:nvCxnSpPr>
        <p:spPr>
          <a:xfrm xmlns:a="http://schemas.openxmlformats.org/drawingml/2006/main">
            <a:off x="791528" y="10668477"/>
            <a:ext cx="8695372" cy="0"/>
          </a:xfrm>
          <a:prstGeom xmlns:a="http://schemas.openxmlformats.org/drawingml/2006/main" prst="straightConnector1">
            <a:avLst/>
          </a:prstGeom>
          <a:ln xmlns:a="http://schemas.openxmlformats.org/drawingml/2006/main" w="19050">
            <a:solidFill>
              <a:srgbClr val="CBD6D8"/>
            </a:solidFill>
            <a:prstDash val="solid"/>
          </a:ln>
        </p:spPr>
      </p:cxnSp>
      <p:sp>
        <p:nvSpPr>
          <p:cNvPr id="33" name="u1002">
            <a:extLst xmlns:a="http://schemas.openxmlformats.org/drawingml/2006/main">
              <a:ext uri="{FF2B5EF4-FFF2-40B4-BE49-F238E27FC236}">
                <a16:creationId xmlns:a16="http://schemas.microsoft.com/office/drawing/2014/main" id="{35C3F228-191B-45A8-938F-A44176D2E4B3}"/>
              </a:ext>
            </a:extLst>
          </p:cNvPr>
          <p:cNvSpPr>
            <a:spLocks xmlns:a="http://schemas.openxmlformats.org/drawingml/2006/main" noGrp="1"/>
          </p:cNvSpPr>
          <p:nvPr/>
        </p:nvSpPr>
        <p:spPr>
          <a:xfrm xmlns:a="http://schemas.openxmlformats.org/drawingml/2006/main">
            <a:off x="723900" y="11277600"/>
            <a:ext cx="8915400" cy="3619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087F8C"/>
                </a:solidFill>
                <a:latin typeface="DejaVu Sans"/>
                <a:ea typeface="DejaVu Sans"/>
                <a:cs typeface="DejaVu Sans"/>
              </a:defRPr>
            </a:pPr>
            <a:r>
              <a:rPr sz="2025" b="0">
                <a:solidFill>
                  <a:srgbClr val="087F8C"/>
                </a:solidFill>
                <a:latin typeface="DejaVu Sans"/>
                <a:ea typeface="DejaVu Sans"/>
                <a:cs typeface="DejaVu Sans"/>
                <a:hlinkClick xmlns:r="http://schemas.openxmlformats.org/officeDocument/2006/relationships" r:id="R14731d49698f4291"/>
              </a:rPr>
              <a:t>Reusable rules in root governance</a:t>
            </a:r>
          </a:p>
        </p:txBody>
      </p:sp>
      <p:sp>
        <p:nvSpPr>
          <p:cNvPr id="34" name="u1003">
            <a:extLst xmlns:a="http://schemas.openxmlformats.org/drawingml/2006/main">
              <a:ext uri="{FF2B5EF4-FFF2-40B4-BE49-F238E27FC236}">
                <a16:creationId xmlns:a16="http://schemas.microsoft.com/office/drawing/2014/main" id="{CBC78B0F-81CA-4ED7-92D8-E24DEE361EFD}"/>
              </a:ext>
            </a:extLst>
          </p:cNvPr>
          <p:cNvSpPr>
            <a:spLocks xmlns:a="http://schemas.openxmlformats.org/drawingml/2006/main" noGrp="1"/>
          </p:cNvSpPr>
          <p:nvPr/>
        </p:nvSpPr>
        <p:spPr>
          <a:xfrm xmlns:a="http://schemas.openxmlformats.org/drawingml/2006/main">
            <a:off x="723900" y="11906250"/>
            <a:ext cx="8924925" cy="7524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586974"/>
                </a:solidFill>
                <a:latin typeface="DejaVu Sans"/>
                <a:ea typeface="DejaVu Sans"/>
                <a:cs typeface="DejaVu Sans"/>
              </a:defRPr>
            </a:pPr>
            <a:r>
              <a:rPr sz="1875" b="0">
                <a:solidFill>
                  <a:srgbClr val="586974"/>
                </a:solidFill>
                <a:latin typeface="DejaVu Sans"/>
                <a:ea typeface="DejaVu Sans"/>
                <a:cs typeface="DejaVu Sans"/>
              </a:rPr>
              <a:t>The code introductions and existing-governance updates</a:t>
            </a:r>
          </a:p>
          <a:p xmlns:a="http://schemas.openxmlformats.org/drawingml/2006/main">
            <a:pPr algn="l">
              <a:defRPr sz="1875" b="0">
                <a:solidFill>
                  <a:srgbClr val="586974"/>
                </a:solidFill>
                <a:latin typeface="DejaVu Sans"/>
                <a:ea typeface="DejaVu Sans"/>
                <a:cs typeface="DejaVu Sans"/>
              </a:defRPr>
            </a:pPr>
            <a:r>
              <a:rPr sz="1875" b="0">
                <a:solidFill>
                  <a:srgbClr val="586974"/>
                </a:solidFill>
                <a:latin typeface="DejaVu Sans"/>
                <a:ea typeface="DejaVu Sans"/>
                <a:cs typeface="DejaVu Sans"/>
              </a:rPr>
              <a:t>are in the companion patch for local application.</a:t>
            </a:r>
          </a:p>
        </p:txBody>
      </p:sp>
    </p:spTree>
    <p:extLst>
      <p:ext uri="{BB962C8B-B14F-4D97-AF65-F5344CB8AC3E}">
        <p14:creationId xmlns:p14="http://schemas.microsoft.com/office/powerpoint/2010/main" val="12847195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2026-09-21T15:17:12.8160000Z</dcterms:created>
  <dcterms:modified xsi:type="dcterms:W3CDTF">2026-09-21T15:17:12.8160000Z</dcterms:modified>
</coreProperties>
</file>