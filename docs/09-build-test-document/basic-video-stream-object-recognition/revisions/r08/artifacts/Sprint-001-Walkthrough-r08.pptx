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d8d83f05c2421b" /><Relationship Type="http://schemas.openxmlformats.org/officeDocument/2006/relationships/extended-properties" Target="/docProps/app.xml" Id="R520aac5b72614e99" /><Relationship Type="http://schemas.openxmlformats.org/officeDocument/2006/relationships/officeDocument" Target="/ppt/presentation.xml" Id="Rdb41827024754f0c" /></Relationships>
</file>

<file path=ppt/presentation.xml><?xml version="1.0" encoding="utf-8"?>
<p:presentation xmlns:p="http://schemas.openxmlformats.org/presentationml/2006/main">
  <p:sldMasterIdLst>
    <p:sldMasterId xmlns:r="http://schemas.openxmlformats.org/officeDocument/2006/relationships" id="2147483648" r:id="Rb4ea44b498a64441"/>
  </p:sldMasterIdLst>
  <p:notesMasterIdLst>
    <p:notesMasterId xmlns:r="http://schemas.openxmlformats.org/officeDocument/2006/relationships" r:id="R076bce9390b54116"/>
  </p:notesMasterIdLst>
  <p:sldIdLst>
    <p:sldId xmlns:r="http://schemas.openxmlformats.org/officeDocument/2006/relationships" id="256" r:id="R3bda4d5eea1c4b95"/>
    <p:sldId xmlns:r="http://schemas.openxmlformats.org/officeDocument/2006/relationships" id="257" r:id="Ref75809680fc423c"/>
    <p:sldId xmlns:r="http://schemas.openxmlformats.org/officeDocument/2006/relationships" id="258" r:id="Rb0c87aaf0cae43c1"/>
    <p:sldId xmlns:r="http://schemas.openxmlformats.org/officeDocument/2006/relationships" id="259" r:id="Refdd1f6f238b4193"/>
    <p:sldId xmlns:r="http://schemas.openxmlformats.org/officeDocument/2006/relationships" id="260" r:id="R33640ac1859748a8"/>
    <p:sldId xmlns:r="http://schemas.openxmlformats.org/officeDocument/2006/relationships" id="261" r:id="R93430387bc3d414c"/>
    <p:sldId xmlns:r="http://schemas.openxmlformats.org/officeDocument/2006/relationships" id="262" r:id="Rb46116dc7bd348fa"/>
    <p:sldId xmlns:r="http://schemas.openxmlformats.org/officeDocument/2006/relationships" id="263" r:id="Rdff825aecef6470d"/>
    <p:sldId xmlns:r="http://schemas.openxmlformats.org/officeDocument/2006/relationships" id="264" r:id="R7031548fb1e341d8"/>
    <p:sldId xmlns:r="http://schemas.openxmlformats.org/officeDocument/2006/relationships" id="265" r:id="Rfdaca0e9bdaf4714"/>
    <p:sldId xmlns:r="http://schemas.openxmlformats.org/officeDocument/2006/relationships" id="266" r:id="Rc12860de5025437e"/>
    <p:sldId xmlns:r="http://schemas.openxmlformats.org/officeDocument/2006/relationships" id="267" r:id="Re0948bc303e14131"/>
    <p:sldId xmlns:r="http://schemas.openxmlformats.org/officeDocument/2006/relationships" id="268" r:id="R5df19cbe27a246ba"/>
    <p:sldId xmlns:r="http://schemas.openxmlformats.org/officeDocument/2006/relationships" id="269" r:id="Rdd1aff5fe3424fc7"/>
    <p:sldId xmlns:r="http://schemas.openxmlformats.org/officeDocument/2006/relationships" id="270" r:id="R7c92158c8ad94593"/>
    <p:sldId xmlns:r="http://schemas.openxmlformats.org/officeDocument/2006/relationships" id="271" r:id="Rca91a1ccf5514d53"/>
    <p:sldId xmlns:r="http://schemas.openxmlformats.org/officeDocument/2006/relationships" id="272" r:id="R88ebad38909640a9"/>
    <p:sldId xmlns:r="http://schemas.openxmlformats.org/officeDocument/2006/relationships" id="273" r:id="Rb972ef9277e94504"/>
    <p:sldId xmlns:r="http://schemas.openxmlformats.org/officeDocument/2006/relationships" id="274" r:id="Rf7f7d80545a64984"/>
    <p:sldId xmlns:r="http://schemas.openxmlformats.org/officeDocument/2006/relationships" id="275" r:id="R38d0ba9a831f44f3"/>
    <p:sldId xmlns:r="http://schemas.openxmlformats.org/officeDocument/2006/relationships" id="276" r:id="Rcfdad546678f45ed"/>
    <p:sldId xmlns:r="http://schemas.openxmlformats.org/officeDocument/2006/relationships" id="277" r:id="R69552ec89c2e4dc3"/>
    <p:sldId xmlns:r="http://schemas.openxmlformats.org/officeDocument/2006/relationships" id="278" r:id="Rc6b2062061734ad4"/>
    <p:sldId xmlns:r="http://schemas.openxmlformats.org/officeDocument/2006/relationships" id="279" r:id="R5eaf832e30814f08"/>
    <p:sldId xmlns:r="http://schemas.openxmlformats.org/officeDocument/2006/relationships" id="280" r:id="R8bd66e7227e44126"/>
    <p:sldId xmlns:r="http://schemas.openxmlformats.org/officeDocument/2006/relationships" id="281" r:id="Rfac322d7bb6043ee"/>
    <p:sldId xmlns:r="http://schemas.openxmlformats.org/officeDocument/2006/relationships" id="282" r:id="R1ec3a052642145ac"/>
    <p:sldId xmlns:r="http://schemas.openxmlformats.org/officeDocument/2006/relationships" id="283" r:id="Re5cbb7ec6c6343da"/>
    <p:sldId xmlns:r="http://schemas.openxmlformats.org/officeDocument/2006/relationships" id="284" r:id="R0d663fb0905344fd"/>
    <p:sldId xmlns:r="http://schemas.openxmlformats.org/officeDocument/2006/relationships" id="285" r:id="R72ffa046305b49f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d7c07c1a9044a6" /><Relationship Type="http://schemas.openxmlformats.org/officeDocument/2006/relationships/slideMaster" Target="/ppt/slideMasters/slideMaster1.xml" Id="Rb4ea44b498a64441" /><Relationship Type="http://schemas.openxmlformats.org/officeDocument/2006/relationships/notesMaster" Target="/ppt/notesMasters/notesMaster1.xml" Id="R076bce9390b54116" /><Relationship Type="http://schemas.openxmlformats.org/officeDocument/2006/relationships/presProps" Target="/ppt/presProps.xml" Id="Rc348be12867d4d86" /><Relationship Type="http://schemas.openxmlformats.org/officeDocument/2006/relationships/tableStyles" Target="/ppt/tableStyles.xml" Id="R12726988083440b0" /><Relationship Type="http://schemas.openxmlformats.org/officeDocument/2006/relationships/slide" Target="/ppt/slides/slide1.xml" Id="R3bda4d5eea1c4b95" /><Relationship Type="http://schemas.openxmlformats.org/officeDocument/2006/relationships/slide" Target="/ppt/slides/slide2.xml" Id="Ref75809680fc423c" /><Relationship Type="http://schemas.openxmlformats.org/officeDocument/2006/relationships/slide" Target="/ppt/slides/slide3.xml" Id="Rb0c87aaf0cae43c1" /><Relationship Type="http://schemas.openxmlformats.org/officeDocument/2006/relationships/slide" Target="/ppt/slides/slide4.xml" Id="Refdd1f6f238b4193" /><Relationship Type="http://schemas.openxmlformats.org/officeDocument/2006/relationships/slide" Target="/ppt/slides/slide5.xml" Id="R33640ac1859748a8" /><Relationship Type="http://schemas.openxmlformats.org/officeDocument/2006/relationships/slide" Target="/ppt/slides/slide6.xml" Id="R93430387bc3d414c" /><Relationship Type="http://schemas.openxmlformats.org/officeDocument/2006/relationships/slide" Target="/ppt/slides/slide7.xml" Id="Rb46116dc7bd348fa" /><Relationship Type="http://schemas.openxmlformats.org/officeDocument/2006/relationships/slide" Target="/ppt/slides/slide8.xml" Id="Rdff825aecef6470d" /><Relationship Type="http://schemas.openxmlformats.org/officeDocument/2006/relationships/slide" Target="/ppt/slides/slide9.xml" Id="R7031548fb1e341d8" /><Relationship Type="http://schemas.openxmlformats.org/officeDocument/2006/relationships/slide" Target="/ppt/slides/slide10.xml" Id="Rfdaca0e9bdaf4714" /><Relationship Type="http://schemas.openxmlformats.org/officeDocument/2006/relationships/slide" Target="/ppt/slides/slide11.xml" Id="Rc12860de5025437e" /><Relationship Type="http://schemas.openxmlformats.org/officeDocument/2006/relationships/slide" Target="/ppt/slides/slide12.xml" Id="Re0948bc303e14131" /><Relationship Type="http://schemas.openxmlformats.org/officeDocument/2006/relationships/slide" Target="/ppt/slides/slide13.xml" Id="R5df19cbe27a246ba" /><Relationship Type="http://schemas.openxmlformats.org/officeDocument/2006/relationships/slide" Target="/ppt/slides/slide14.xml" Id="Rdd1aff5fe3424fc7" /><Relationship Type="http://schemas.openxmlformats.org/officeDocument/2006/relationships/slide" Target="/ppt/slides/slide15.xml" Id="R7c92158c8ad94593" /><Relationship Type="http://schemas.openxmlformats.org/officeDocument/2006/relationships/slide" Target="/ppt/slides/slide16.xml" Id="Rca91a1ccf5514d53" /><Relationship Type="http://schemas.openxmlformats.org/officeDocument/2006/relationships/slide" Target="/ppt/slides/slide17.xml" Id="R88ebad38909640a9" /><Relationship Type="http://schemas.openxmlformats.org/officeDocument/2006/relationships/slide" Target="/ppt/slides/slide18.xml" Id="Rb972ef9277e94504" /><Relationship Type="http://schemas.openxmlformats.org/officeDocument/2006/relationships/slide" Target="/ppt/slides/slide19.xml" Id="Rf7f7d80545a64984" /><Relationship Type="http://schemas.openxmlformats.org/officeDocument/2006/relationships/slide" Target="/ppt/slides/slide20.xml" Id="R38d0ba9a831f44f3" /><Relationship Type="http://schemas.openxmlformats.org/officeDocument/2006/relationships/slide" Target="/ppt/slides/slide21.xml" Id="Rcfdad546678f45ed" /><Relationship Type="http://schemas.openxmlformats.org/officeDocument/2006/relationships/slide" Target="/ppt/slides/slide22.xml" Id="R69552ec89c2e4dc3" /><Relationship Type="http://schemas.openxmlformats.org/officeDocument/2006/relationships/slide" Target="/ppt/slides/slide23.xml" Id="Rc6b2062061734ad4" /><Relationship Type="http://schemas.openxmlformats.org/officeDocument/2006/relationships/slide" Target="/ppt/slides/slide24.xml" Id="R5eaf832e30814f08" /><Relationship Type="http://schemas.openxmlformats.org/officeDocument/2006/relationships/slide" Target="/ppt/slides/slide25.xml" Id="R8bd66e7227e44126" /><Relationship Type="http://schemas.openxmlformats.org/officeDocument/2006/relationships/slide" Target="/ppt/slides/slide26.xml" Id="Rfac322d7bb6043ee" /><Relationship Type="http://schemas.openxmlformats.org/officeDocument/2006/relationships/slide" Target="/ppt/slides/slide27.xml" Id="R1ec3a052642145ac" /><Relationship Type="http://schemas.openxmlformats.org/officeDocument/2006/relationships/slide" Target="/ppt/slides/slide28.xml" Id="Re5cbb7ec6c6343da" /><Relationship Type="http://schemas.openxmlformats.org/officeDocument/2006/relationships/slide" Target="/ppt/slides/slide29.xml" Id="R0d663fb0905344fd" /><Relationship Type="http://schemas.openxmlformats.org/officeDocument/2006/relationships/slide" Target="/ppt/slides/slide30.xml" Id="R72ffa046305b49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8b4b67ce9a43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2f041c0436483f" /><Relationship Type="http://schemas.openxmlformats.org/officeDocument/2006/relationships/notesMaster" Target="/ppt/notesMasters/notesMaster1.xml" Id="R94bb22b2765247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589184a31b4131" /><Relationship Type="http://schemas.openxmlformats.org/officeDocument/2006/relationships/notesMaster" Target="/ppt/notesMasters/notesMaster1.xml" Id="Rdf530409ac6444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3177a8b8384c8f" /><Relationship Type="http://schemas.openxmlformats.org/officeDocument/2006/relationships/notesMaster" Target="/ppt/notesMasters/notesMaster1.xml" Id="R9f4f1d023d594e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dbbc3d26cd4db6" /><Relationship Type="http://schemas.openxmlformats.org/officeDocument/2006/relationships/notesMaster" Target="/ppt/notesMasters/notesMaster1.xml" Id="R24a385c5953a4b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17a156090b4fa0" /><Relationship Type="http://schemas.openxmlformats.org/officeDocument/2006/relationships/notesMaster" Target="/ppt/notesMasters/notesMaster1.xml" Id="Re953d5883a5847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2ee315b3384e96" /><Relationship Type="http://schemas.openxmlformats.org/officeDocument/2006/relationships/notesMaster" Target="/ppt/notesMasters/notesMaster1.xml" Id="R2e728c13ce8d47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cfef8cd0244244" /><Relationship Type="http://schemas.openxmlformats.org/officeDocument/2006/relationships/notesMaster" Target="/ppt/notesMasters/notesMaster1.xml" Id="Ra3d89485b5714d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788364417f4c08" /><Relationship Type="http://schemas.openxmlformats.org/officeDocument/2006/relationships/notesMaster" Target="/ppt/notesMasters/notesMaster1.xml" Id="R3921cdb73ac743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f92a8612e04b91" /><Relationship Type="http://schemas.openxmlformats.org/officeDocument/2006/relationships/notesMaster" Target="/ppt/notesMasters/notesMaster1.xml" Id="R81e2ad3acc2946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23414eaacc45f6" /><Relationship Type="http://schemas.openxmlformats.org/officeDocument/2006/relationships/notesMaster" Target="/ppt/notesMasters/notesMaster1.xml" Id="R7cd32249e1c54c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19ad2ade2748b8" /><Relationship Type="http://schemas.openxmlformats.org/officeDocument/2006/relationships/notesMaster" Target="/ppt/notesMasters/notesMaster1.xml" Id="R466f7627019540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de91f52e88426a" /><Relationship Type="http://schemas.openxmlformats.org/officeDocument/2006/relationships/notesMaster" Target="/ppt/notesMasters/notesMaster1.xml" Id="Re18a290624024f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dc485116434fef" /><Relationship Type="http://schemas.openxmlformats.org/officeDocument/2006/relationships/notesMaster" Target="/ppt/notesMasters/notesMaster1.xml" Id="Ra9fda26b224940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b638fcf68d4e4f" /><Relationship Type="http://schemas.openxmlformats.org/officeDocument/2006/relationships/notesMaster" Target="/ppt/notesMasters/notesMaster1.xml" Id="R877a84c967c749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5284c87dd14b7d" /><Relationship Type="http://schemas.openxmlformats.org/officeDocument/2006/relationships/notesMaster" Target="/ppt/notesMasters/notesMaster1.xml" Id="R6ffff63a6f2941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02bf8f859d4489" /><Relationship Type="http://schemas.openxmlformats.org/officeDocument/2006/relationships/notesMaster" Target="/ppt/notesMasters/notesMaster1.xml" Id="R5a9c5a1f7f3541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701b74a1a74ce8" /><Relationship Type="http://schemas.openxmlformats.org/officeDocument/2006/relationships/notesMaster" Target="/ppt/notesMasters/notesMaster1.xml" Id="Rdf6a87bd5fec42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5d00914e014d9e" /><Relationship Type="http://schemas.openxmlformats.org/officeDocument/2006/relationships/notesMaster" Target="/ppt/notesMasters/notesMaster1.xml" Id="R4a76efb459d14b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19290d992d4371" /><Relationship Type="http://schemas.openxmlformats.org/officeDocument/2006/relationships/notesMaster" Target="/ppt/notesMasters/notesMaster1.xml" Id="R04beabca37af48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b886d8945e4bb3" /><Relationship Type="http://schemas.openxmlformats.org/officeDocument/2006/relationships/notesMaster" Target="/ppt/notesMasters/notesMaster1.xml" Id="R892435c9c59549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c2f265a3bf45f1" /><Relationship Type="http://schemas.openxmlformats.org/officeDocument/2006/relationships/notesMaster" Target="/ppt/notesMasters/notesMaster1.xml" Id="R3b60a76d60d44a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a4a123957a483b" /><Relationship Type="http://schemas.openxmlformats.org/officeDocument/2006/relationships/notesMaster" Target="/ppt/notesMasters/notesMaster1.xml" Id="Raf44ddd5aa174c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36d53d2b984748" /><Relationship Type="http://schemas.openxmlformats.org/officeDocument/2006/relationships/notesMaster" Target="/ppt/notesMasters/notesMaster1.xml" Id="Rcf0111f4fa3b46b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b7111e5c12497d" /><Relationship Type="http://schemas.openxmlformats.org/officeDocument/2006/relationships/notesMaster" Target="/ppt/notesMasters/notesMaster1.xml" Id="R2ffffb1140374b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f6b1ee024544d96" /><Relationship Type="http://schemas.openxmlformats.org/officeDocument/2006/relationships/notesMaster" Target="/ppt/notesMasters/notesMaster1.xml" Id="R4259e8ccfcde48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4e16cb27e5046c3" /><Relationship Type="http://schemas.openxmlformats.org/officeDocument/2006/relationships/notesMaster" Target="/ppt/notesMasters/notesMaster1.xml" Id="R3e4fa6fb46af4a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8648ab81ae4e04" /><Relationship Type="http://schemas.openxmlformats.org/officeDocument/2006/relationships/notesMaster" Target="/ppt/notesMasters/notesMaster1.xml" Id="R43383356f028443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3d27ce3eb845fe" /><Relationship Type="http://schemas.openxmlformats.org/officeDocument/2006/relationships/notesMaster" Target="/ppt/notesMasters/notesMaster1.xml" Id="R642e0e2adca944a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ee77158bceb4332" /><Relationship Type="http://schemas.openxmlformats.org/officeDocument/2006/relationships/notesMaster" Target="/ppt/notesMasters/notesMaster1.xml" Id="R5cf2ad1b719e4c3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801ee32eeb4465" /><Relationship Type="http://schemas.openxmlformats.org/officeDocument/2006/relationships/notesMaster" Target="/ppt/notesMasters/notesMaster1.xml" Id="Rc45642b6bb8647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Finding a product during video playback</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AIShopVision's first foundation: using Apple Vision to raise a provisional signal while a prerecorded video is still playing.</a:t>
            </a:r>
          </a:p>
          <a:p xmlns:a="http://schemas.openxmlformats.org/drawingml/2006/main">
            <a:r>
              <a:t/>
            </a:r>
          </a:p>
          <a:p xmlns:a="http://schemas.openxmlformats.org/drawingml/2006/main">
            <a:r>
              <a:t>We begin with the intent, then show the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diagnostic use case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140b641cef48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76cb58c0fe47a9" /><Relationship Type="http://schemas.openxmlformats.org/officeDocument/2006/relationships/slideLayout" Target="/ppt/slideLayouts/slideLayout1.xml" Id="Reb1ba634946742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1ba634946742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5e63b605d94fad" /><Relationship Type="http://schemas.openxmlformats.org/officeDocument/2006/relationships/notesSlide" Target="/ppt/notesSlides/notesSlide1.xml" Id="R2fbbd6b6e66747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cc6112de6f4036"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3b57513f7804c83" /><Relationship Type="http://schemas.openxmlformats.org/officeDocument/2006/relationships/notesSlide" Target="/ppt/notesSlides/notesSlide2.xml" Id="Rfc7fc629776444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6afc14f62a4023" /><Relationship Type="http://schemas.openxmlformats.org/officeDocument/2006/relationships/image" Target="/ppt/media/image.jpeg" Id="Rf3a0fdff2c46470d" /><Relationship Type="http://schemas.openxmlformats.org/officeDocument/2006/relationships/image" Target="/ppt/media/image2.jpeg" Id="R6eaa3e8aa695403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205e511b529f4b6a" /><Relationship Type="http://schemas.openxmlformats.org/officeDocument/2006/relationships/hyperlink" Target="file:///Users/paboelustodo/Library/CloudStorage/GoogleDrive-pablo.elustondo@gmail.com/My%20Drive%202/1-GIT-PROJECTS/aishop/ios/AIShop/AIShopVision/Tests/AIShopVisionTests/Resources" TargetMode="External" Id="R813b8fdc511b47b7" /><Relationship Type="http://schemas.openxmlformats.org/officeDocument/2006/relationships/hyperlink" Target="file:///Users/paboelustodo/Library/CloudStorage/GoogleDrive-pablo.elustondo@gmail.com/My%20Drive%202/1-GIT-PROJECTS/aishop/ios/AIShop/AIShop/Diagnostics/VisionDiagnosticHarness.swift" TargetMode="External" Id="Rb5323a56186e43d2" /><Relationship Type="http://schemas.openxmlformats.org/officeDocument/2006/relationships/notesSlide" Target="/ppt/notesSlides/notesSlide3.xml" Id="Ra7c18adc7ed640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69380dd35f4aa7" /><Relationship Type="http://schemas.openxmlformats.org/officeDocument/2006/relationships/hyperlink" Target="file:///Users/paboelustodo/Library/CloudStorage/GoogleDrive-pablo.elustondo@gmail.com/My%20Drive%202/1-GIT-PROJECTS/aishop/e2e/ios/run.zsh" TargetMode="External" Id="Rf985b381bb8d46f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ddf3ccb0380d462e" /><Relationship Type="http://schemas.openxmlformats.org/officeDocument/2006/relationships/hyperlink" Target="file:///Users/paboelustodo/Library/CloudStorage/GoogleDrive-pablo.elustondo@gmail.com/My%20Drive%202/1-GIT-PROJECTS/aishop/ios/AIShop/AIShopTests/" TargetMode="External" Id="Ref527ea0ebb54290" /><Relationship Type="http://schemas.openxmlformats.org/officeDocument/2006/relationships/notesSlide" Target="/ppt/notesSlides/notesSlide4.xml" Id="R340df7b309af4c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2a4584a0e24e53" /><Relationship Type="http://schemas.openxmlformats.org/officeDocument/2006/relationships/hyperlink" Target="file:///Users/paboelustodo/Library/CloudStorage/GoogleDrive-pablo.elustondo@gmail.com/My%20Drive%202/1-GIT-PROJECTS/aishop/ios/AIShop/AIShopVision/Sources/AIShopVision/" TargetMode="External" Id="Re89639ad9f1242c4" /><Relationship Type="http://schemas.openxmlformats.org/officeDocument/2006/relationships/hyperlink" Target="file:///Users/paboelustodo/Library/CloudStorage/GoogleDrive-pablo.elustondo@gmail.com/My%20Drive%202/1-GIT-PROJECTS/aishop/ios/AIShop/AIShop/Diagnostics/" TargetMode="External" Id="R403ad175ce304e44" /><Relationship Type="http://schemas.openxmlformats.org/officeDocument/2006/relationships/hyperlink" Target="file:///Users/paboelustodo/Library/CloudStorage/GoogleDrive-pablo.elustondo@gmail.com/My%20Drive%202/1-GIT-PROJECTS/aishop/ios/AIShop/AIShopVision/Sources/AIShopVisionEvaluation/" TargetMode="External" Id="R7fa29ed67c1a4537" /><Relationship Type="http://schemas.openxmlformats.org/officeDocument/2006/relationships/notesSlide" Target="/ppt/notesSlides/notesSlide5.xml" Id="Rc2ab398d7a4f49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15592af301426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00ed8e2045e4524"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0d5c09a6390b4e23"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3295e25aa484680" /><Relationship Type="http://schemas.openxmlformats.org/officeDocument/2006/relationships/notesSlide" Target="/ppt/notesSlides/notesSlide6.xml" Id="R1e767e3acb5845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1b5ac60d614b1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96d0a41586a4bda"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04badac4638f4fc2" /><Relationship Type="http://schemas.openxmlformats.org/officeDocument/2006/relationships/hyperlink" Target="file:///Users/paboelustodo/Library/CloudStorage/GoogleDrive-pablo.elustondo@gmail.com/My%20Drive%202/1-GIT-PROJECTS/aishop/ios/AIShop/AIShop/Diagnostics/VisionHarnessModel.swift" TargetMode="External" Id="R619932c23d42401c" /><Relationship Type="http://schemas.openxmlformats.org/officeDocument/2006/relationships/notesSlide" Target="/ppt/notesSlides/notesSlide7.xml" Id="R0ea8bdd3d13248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8e21d376e0488a"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d413129f54f948f8"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276deded8384125"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243e760054554bfa" /><Relationship Type="http://schemas.openxmlformats.org/officeDocument/2006/relationships/notesSlide" Target="/ppt/notesSlides/notesSlide8.xml" Id="Rd724cb3794804e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802d23784b439c"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55ded2941f4842d6"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956834a4f7f14b9e" /><Relationship Type="http://schemas.openxmlformats.org/officeDocument/2006/relationships/notesSlide" Target="/ppt/notesSlides/notesSlide9.xml" Id="R9e5598c0fc0d49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616cc3da8346ba"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db1ed25740a43e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52b5a24be7a4dcc"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6682deb32fd24ecd" /><Relationship Type="http://schemas.openxmlformats.org/officeDocument/2006/relationships/notesSlide" Target="/ppt/notesSlides/notesSlide10.xml" Id="R70a1e8bab9b749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65de2f804849bb"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e42d6d2148264600"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7b22e46ffe184026" /><Relationship Type="http://schemas.openxmlformats.org/officeDocument/2006/relationships/hyperlink" Target="file:///Users/paboelustodo/Library/CloudStorage/GoogleDrive-pablo.elustondo@gmail.com/My%20Drive%202/1-GIT-PROJECTS/aishop/ios/AIShop/AIShop/Diagnostics/DiagnosticFixture.swift" TargetMode="External" Id="Rb21f8db6d52146f9" /><Relationship Type="http://schemas.openxmlformats.org/officeDocument/2006/relationships/notesSlide" Target="/ppt/notesSlides/notesSlide11.xml" Id="Rde3900571e2042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589ddfdc9740da"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ee70e91569e8476f"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b55cbdc17c5f4b57" /><Relationship Type="http://schemas.openxmlformats.org/officeDocument/2006/relationships/notesSlide" Target="/ppt/notesSlides/notesSlide12.xml" Id="R8f78f795a86f4e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91993d9e7b4d71"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34676ea51d834416"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f39c54aa642b4ec2"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fc2204b3091e4324" /><Relationship Type="http://schemas.openxmlformats.org/officeDocument/2006/relationships/notesSlide" Target="/ppt/notesSlides/notesSlide13.xml" Id="Re0ea425ba75c44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ef371294044588"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da9817cd0de24aec" /><Relationship Type="http://schemas.openxmlformats.org/officeDocument/2006/relationships/hyperlink" Target="file:///Users/paboelustodo/Library/CloudStorage/GoogleDrive-pablo.elustondo@gmail.com/My%20Drive%202/1-GIT-PROJECTS/aishop/e2e/ios/calibrate-scorer.rb" TargetMode="External" Id="Redb73bd4dbba43d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718b208b3c554a0a" /><Relationship Type="http://schemas.openxmlformats.org/officeDocument/2006/relationships/notesSlide" Target="/ppt/notesSlides/notesSlide14.xml" Id="R87fee8baf19e4a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142cd5b8b34dc6"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eeaf86f332074525"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5ef979cb054a42d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9de21242c9a436a" /><Relationship Type="http://schemas.openxmlformats.org/officeDocument/2006/relationships/notesSlide" Target="/ppt/notesSlides/notesSlide15.xml" Id="Rbc871496240648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9a54677a7240d3"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3f20d43f9b584e1d"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e9b5592d510c43bf" /><Relationship Type="http://schemas.openxmlformats.org/officeDocument/2006/relationships/hyperlink" Target="file:///Users/paboelustodo/Library/CloudStorage/GoogleDrive-pablo.elustondo@gmail.com/My%20Drive%202/1-GIT-PROJECTS/aishop/ios/AIShop/AIShop/Diagnostics/VisionDiagnosticHarness.swift" TargetMode="External" Id="R1d5abbe1832149a9" /><Relationship Type="http://schemas.openxmlformats.org/officeDocument/2006/relationships/notesSlide" Target="/ppt/notesSlides/notesSlide16.xml" Id="Rb8edb84489644d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96a1c4e1e24fdf"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01190be4d60f4684"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7d4c888f3bbe4f41"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4ba5fc76e33245c5" /><Relationship Type="http://schemas.openxmlformats.org/officeDocument/2006/relationships/notesSlide" Target="/ppt/notesSlides/notesSlide17.xml" Id="Rc1e9c89456394b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efc7cc5d1e426c"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480c232e47bf469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b0b63d708ce240fc"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5ab9184fb1824ee2" /><Relationship Type="http://schemas.openxmlformats.org/officeDocument/2006/relationships/notesSlide" Target="/ppt/notesSlides/notesSlide18.xml" Id="R898ff79056214b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829bc32b7a425e"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ba8df5d2abb24984"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b01940ef2c94cea"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0095c655678147e6" /><Relationship Type="http://schemas.openxmlformats.org/officeDocument/2006/relationships/notesSlide" Target="/ppt/notesSlides/notesSlide19.xml" Id="R40ae521c4ea548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efde73f281c4f4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a212489653a74893"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9ebf379809824d0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852dcf1d3b240fc" /><Relationship Type="http://schemas.openxmlformats.org/officeDocument/2006/relationships/notesSlide" Target="/ppt/notesSlides/notesSlide20.xml" Id="R82b1abf62de94c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aff4a8530a5406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b7a50a6865743a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b7da3a9b6794b81"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902380662fac4c0f" /><Relationship Type="http://schemas.openxmlformats.org/officeDocument/2006/relationships/notesSlide" Target="/ppt/notesSlides/notesSlide21.xml" Id="R4abd4f6536ef4e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3f7ced1655346d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2ae4269d55549a2"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5010610f0a6d42f9" /><Relationship Type="http://schemas.openxmlformats.org/officeDocument/2006/relationships/hyperlink" Target="file:///Users/paboelustodo/Library/CloudStorage/GoogleDrive-pablo.elustondo@gmail.com/My%20Drive%202/1-GIT-PROJECTS/aishop/ios/AIShop/AIShop/Diagnostics/VisionHarnessModel.swift" TargetMode="External" Id="Rd63cacf00e324ce7" /><Relationship Type="http://schemas.openxmlformats.org/officeDocument/2006/relationships/notesSlide" Target="/ppt/notesSlides/notesSlide22.xml" Id="R28ca7582ccfe4d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d38e3ef2d044d6a"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08a4a5632bf548f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43b6500098eb4df5"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bca3e69410064d32" /><Relationship Type="http://schemas.openxmlformats.org/officeDocument/2006/relationships/notesSlide" Target="/ppt/notesSlides/notesSlide23.xml" Id="R0ac126f9f94e44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d084bd4c9f942eb"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6506f3fe3abf4738"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6dc2a20c6317448f"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22b44448fa494d15" /><Relationship Type="http://schemas.openxmlformats.org/officeDocument/2006/relationships/notesSlide" Target="/ppt/notesSlides/notesSlide24.xml" Id="R1488c950073f41f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30efc4897ad4057"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99d14fb8d1684d73" /><Relationship Type="http://schemas.openxmlformats.org/officeDocument/2006/relationships/hyperlink" Target="file:///Users/paboelustodo/Library/CloudStorage/GoogleDrive-pablo.elustondo@gmail.com/My%20Drive%202/1-GIT-PROJECTS/aishop/ios/AIShop/AIShopVision/Sources/AIShopVisionEvaluate/main.swift" TargetMode="External" Id="Ra0896bf5efad491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8cc8d9a1df2434e" /><Relationship Type="http://schemas.openxmlformats.org/officeDocument/2006/relationships/notesSlide" Target="/ppt/notesSlides/notesSlide25.xml" Id="Ra943b8a7488c42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6e7f7fac1d94a7f" /><Relationship Type="http://schemas.openxmlformats.org/officeDocument/2006/relationships/hyperlink" Target="file:///Users/paboelustodo/Library/CloudStorage/GoogleDrive-pablo.elustondo@gmail.com/My%20Drive%202/1-GIT-PROJECTS/aishop/ios/AIShop/AIShop/App/ApplicationBootstrap.swift" TargetMode="External" Id="R70bc27bd3ce64cd1" /><Relationship Type="http://schemas.openxmlformats.org/officeDocument/2006/relationships/hyperlink" Target="file:///Users/paboelustodo/Library/CloudStorage/GoogleDrive-pablo.elustondo@gmail.com/My%20Drive%202/1-GIT-PROJECTS/aishop/ios/AIShop/AIShop/Diagnostics/VisionHarnessModel.swift" TargetMode="External" Id="Rc0ff23d190fe466e" /><Relationship Type="http://schemas.openxmlformats.org/officeDocument/2006/relationships/hyperlink" Target="file:///Users/paboelustodo/Library/CloudStorage/GoogleDrive-pablo.elustondo@gmail.com/My%20Drive%202/1-GIT-PROJECTS/aishop/e2e/ios/verify-app-bundle.rb" TargetMode="External" Id="R08fa3b39ad0d4126" /><Relationship Type="http://schemas.openxmlformats.org/officeDocument/2006/relationships/notesSlide" Target="/ppt/notesSlides/notesSlide26.xml" Id="Ra8d1cda49d6142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9e2b5f433014c40"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df5db12944d64ec6" /><Relationship Type="http://schemas.openxmlformats.org/officeDocument/2006/relationships/hyperlink" Target="file:///Users/paboelustodo/Library/CloudStorage/GoogleDrive-pablo.elustondo@gmail.com/My%20Drive%202/1-GIT-PROJECTS/aishop/ios/AIShop/AIShop/Diagnostics/VisionDiagnosticHarness.swift" TargetMode="External" Id="R8a6b77a61be74452"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4c9cfc1d5d940cd" /><Relationship Type="http://schemas.openxmlformats.org/officeDocument/2006/relationships/notesSlide" Target="/ppt/notesSlides/notesSlide27.xml" Id="Ra956dbe5ff0f457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fad6595606145e6" /><Relationship Type="http://schemas.openxmlformats.org/officeDocument/2006/relationships/hyperlink" Target="file:///Users/paboelustodo/Library/CloudStorage/GoogleDrive-pablo.elustondo@gmail.com/My%20Drive%202/1-GIT-PROJECTS/aishop/ios/AIShop/AIShop/Diagnostics/VisionHarnessModel.swift" TargetMode="External" Id="Rcda044a8f1d94b5b"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d28d5101c434d4f"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7b38eb083fd241ab" /><Relationship Type="http://schemas.openxmlformats.org/officeDocument/2006/relationships/notesSlide" Target="/ppt/notesSlides/notesSlide28.xml" Id="R0c124e3987ec4c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8b764c007224c3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7c1367dfd8b4dd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94c26e54b744c20" /><Relationship Type="http://schemas.openxmlformats.org/officeDocument/2006/relationships/hyperlink" Target="file:///Users/paboelustodo/Library/CloudStorage/GoogleDrive-pablo.elustondo@gmail.com/My%20Drive%202/1-GIT-PROJECTS/aishop/ios/AIShop/AIShopVision/Package.swift" TargetMode="External" Id="Re5f95832d31f4409" /><Relationship Type="http://schemas.openxmlformats.org/officeDocument/2006/relationships/notesSlide" Target="/ppt/notesSlides/notesSlide29.xml" Id="R904fcc15134e494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202601efb349cc" /><Relationship Type="http://schemas.openxmlformats.org/officeDocument/2006/relationships/hyperlink" Target="file:///Users/paboelustodo/Library/CloudStorage/GoogleDrive-pablo.elustondo@gmail.com/My%20Drive%202/1-GIT-PROJECTS/aishop/ios/AIShop/AIShopVision/Sources/AIShopVision/" TargetMode="External" Id="R6db6b68b58954b16" /><Relationship Type="http://schemas.openxmlformats.org/officeDocument/2006/relationships/hyperlink" Target="file:///Users/paboelustodo/Library/CloudStorage/GoogleDrive-pablo.elustondo@gmail.com/My%20Drive%202/1-GIT-PROJECTS/aishop/ios/AIShop/AIShopVision/Tests/AIShopVisionTests/" TargetMode="External" Id="R9d42bb86fea84b97"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8ee050088e8b4185" /><Relationship Type="http://schemas.openxmlformats.org/officeDocument/2006/relationships/notesSlide" Target="/ppt/notesSlides/notesSlide30.xml" Id="R6a8a613d85fd4166"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5456BDA-8803-4E5E-819B-3619A6E91267}"/>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6E7A4D6B-F8A4-496C-8B22-0D20CA555AE4}"/>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during video playback</a:t>
            </a:r>
          </a:p>
        </p:txBody>
      </p:sp>
      <p:sp>
        <p:nvSpPr>
          <p:cNvPr id="3" name="text-2">
            <a:extLst xmlns:a="http://schemas.openxmlformats.org/drawingml/2006/main">
              <a:ext uri="{FF2B5EF4-FFF2-40B4-BE49-F238E27FC236}">
                <a16:creationId xmlns:a16="http://schemas.microsoft.com/office/drawing/2014/main" id="{B7B3EC09-1BEB-4BD0-96E3-A5E2BF32B1AE}"/>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signals a possible match before prerecorded</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playback ends</a:t>
            </a:r>
          </a:p>
        </p:txBody>
      </p:sp>
      <p:sp>
        <p:nvSpPr>
          <p:cNvPr id="4" name="text-3">
            <a:extLst xmlns:a="http://schemas.openxmlformats.org/drawingml/2006/main">
              <a:ext uri="{FF2B5EF4-FFF2-40B4-BE49-F238E27FC236}">
                <a16:creationId xmlns:a16="http://schemas.microsoft.com/office/drawing/2014/main" id="{619393F7-F0A0-4258-8219-AC5FEFDAC829}"/>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08 / working tree / 20 September 2026</a:t>
            </a:r>
          </a:p>
        </p:txBody>
      </p:sp>
    </p:spTree>
    <p:extLst>
      <p:ext uri="{BB962C8B-B14F-4D97-AF65-F5344CB8AC3E}">
        <p14:creationId xmlns:p14="http://schemas.microsoft.com/office/powerpoint/2010/main" val="9090090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CB85A6BF-36E6-4A7B-A09A-243CFCE7F30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61C12D2B-B18C-4507-8BB6-4325BBA36A2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CEA9160E-8A22-4667-935F-3A78822572D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BE7F974A-85AF-403F-9B23-7EA369E7D7E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CD72C617-C47C-4CA2-890B-3573D52E40B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567D913-9E42-41B2-B2F3-355708E1DDC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D02D36BF-1327-460E-9218-5DDA3E18B5A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C134B75E-E057-4BA3-8596-43B5D82B4DE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C53F46A-31DA-47BF-B6E0-6D0D3E7F0C6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7D269A80-9195-4749-8FCF-D0F36ACA585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22DB60D4-A4E2-4808-B10F-5B9AEA37430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E9E458C-D629-4367-918E-C0CCE375FD0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661255A7-1A90-4E1F-A791-851ED842D83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D8735F9F-1271-429B-A568-5A023CD6708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C87B3BA-C443-4DDC-9DB5-A71CE34C6AD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b57513f7804c83"/>
              </a:rPr>
              <a:t>Pipeline</a:t>
            </a:r>
          </a:p>
        </p:txBody>
      </p:sp>
      <p:sp>
        <p:nvSpPr>
          <p:cNvPr id="16" name="text-12">
            <a:extLst xmlns:a="http://schemas.openxmlformats.org/drawingml/2006/main">
              <a:ext uri="{FF2B5EF4-FFF2-40B4-BE49-F238E27FC236}">
                <a16:creationId xmlns:a16="http://schemas.microsoft.com/office/drawing/2014/main" id="{8448D103-D6E1-4CE4-9DD1-D6837051010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3201267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4C19CC5D-1106-4F37-BA5C-2E782411879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CB43A171-2381-481D-A689-E629BDE653E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7F6C1DCE-C1E8-40E1-8FAA-FB02C8576DF4}"/>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9391071B-5C3D-46D1-8524-2337B5C7DBEF}"/>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3a0fdff2c46470d"/>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EDEAAA3A-1AAD-42E6-9130-4C00C0FD607F}"/>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16ED3556-F59C-47EA-8F81-E4F020BEFA78}"/>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C4999509-6E08-459B-962E-26E67EF25D96}"/>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AE2F2923-D251-4209-8A5B-6DCFBB90FE81}"/>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eaa3e8aa695403e"/>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2B764F1F-B3BB-43BA-BFCA-8AF15A7AFFD4}"/>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11F9EA61-F71E-4031-8F5E-90C6C6AA9E77}"/>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A557064C-8C59-4254-A3A6-DE9D67C47E30}"/>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0CA64350-B659-4042-BAC1-675C6C5A571A}"/>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91F543FB-6417-4269-812F-998082EF6E8D}"/>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A20CDE9C-FF1B-4774-BC5A-0695A13B5A49}"/>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9D2E54F8-430A-43DA-9193-694223519291}"/>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AAACECD3-C002-479D-9F64-EA4EFD140537}"/>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590AA555-DAD1-43AD-9DA3-EDB03899504D}"/>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E6D5B58E-167B-48BC-A22C-DAB4F76AE645}"/>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8049D436-A084-418B-AAD5-763961DD70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215C5601-7630-4C70-991D-C7384E2430B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5e511b529f4b6a"/>
              </a:rPr>
              <a:t>Fixture annotations</a:t>
            </a:r>
          </a:p>
        </p:txBody>
      </p:sp>
      <p:sp>
        <p:nvSpPr>
          <p:cNvPr id="23" name="text-18">
            <a:extLst xmlns:a="http://schemas.openxmlformats.org/drawingml/2006/main">
              <a:ext uri="{FF2B5EF4-FFF2-40B4-BE49-F238E27FC236}">
                <a16:creationId xmlns:a16="http://schemas.microsoft.com/office/drawing/2014/main" id="{D14EA963-6863-41FE-A434-B4B42604EBC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3b8fdc511b47b7"/>
              </a:rPr>
              <a:t>Fixture resources</a:t>
            </a:r>
          </a:p>
        </p:txBody>
      </p:sp>
      <p:sp>
        <p:nvSpPr>
          <p:cNvPr id="24" name="text-19">
            <a:extLst xmlns:a="http://schemas.openxmlformats.org/drawingml/2006/main">
              <a:ext uri="{FF2B5EF4-FFF2-40B4-BE49-F238E27FC236}">
                <a16:creationId xmlns:a16="http://schemas.microsoft.com/office/drawing/2014/main" id="{E3AFF90F-8A81-4FEB-AB46-3BDD1E6EEA3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323a56186e43d2"/>
              </a:rPr>
              <a:t>Harness screen</a:t>
            </a:r>
          </a:p>
        </p:txBody>
      </p:sp>
      <p:sp>
        <p:nvSpPr>
          <p:cNvPr id="25" name="text-20">
            <a:extLst xmlns:a="http://schemas.openxmlformats.org/drawingml/2006/main">
              <a:ext uri="{FF2B5EF4-FFF2-40B4-BE49-F238E27FC236}">
                <a16:creationId xmlns:a16="http://schemas.microsoft.com/office/drawing/2014/main" id="{190B928D-BB88-4580-9E86-F3F2F540A6C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4920106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AD6B161-BC69-40A5-A513-15B5AAFC0B0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34AB7037-74E1-401F-8D4E-34D7D6D65D0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09131223-8E45-469C-A946-52497F6F51F7}"/>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D580BEE5-4A2A-4DA2-91EE-4C99DAA29947}"/>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21617C0-43A9-479A-AC32-BE2547EC4D79}"/>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9257C58-B37E-4AC3-BC76-9EF3FF73F4EC}"/>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04FD44C-FE6B-4168-A467-0D4377738348}"/>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BBA1CCBC-15DC-42E9-8190-9CCBBB971545}"/>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7AF35097-29FB-4F49-BD63-B8380D8F1C70}"/>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4164A2A-8109-4080-AD34-3B7E744753A5}"/>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D130323E-763E-4CDE-B2C0-446DA191F631}"/>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53D6E1CE-DE3F-4E20-92B9-46F1F592C579}"/>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B40A1639-6BB2-48F6-B47C-447E3F22FA8B}"/>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FAC8EA11-45AE-4EC2-B3D3-306581637BE0}"/>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C384688-660C-4FF3-AAA2-20E02462F3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DD53C169-AD59-441E-8A2B-EA2F75A2623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85b381bb8d46fa"/>
              </a:rPr>
              <a:t>Mac gate</a:t>
            </a:r>
          </a:p>
        </p:txBody>
      </p:sp>
      <p:sp>
        <p:nvSpPr>
          <p:cNvPr id="17" name="text-14">
            <a:extLst xmlns:a="http://schemas.openxmlformats.org/drawingml/2006/main">
              <a:ext uri="{FF2B5EF4-FFF2-40B4-BE49-F238E27FC236}">
                <a16:creationId xmlns:a16="http://schemas.microsoft.com/office/drawing/2014/main" id="{B42F54B5-A676-4DBA-BA26-3968358AC5C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df3ccb0380d462e"/>
              </a:rPr>
              <a:t>Integration tests</a:t>
            </a:r>
          </a:p>
        </p:txBody>
      </p:sp>
      <p:sp>
        <p:nvSpPr>
          <p:cNvPr id="18" name="text-15">
            <a:extLst xmlns:a="http://schemas.openxmlformats.org/drawingml/2006/main">
              <a:ext uri="{FF2B5EF4-FFF2-40B4-BE49-F238E27FC236}">
                <a16:creationId xmlns:a16="http://schemas.microsoft.com/office/drawing/2014/main" id="{93BABE72-9BA3-4F64-AD83-C9D9FE889BF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f527ea0ebb54290"/>
              </a:rPr>
              <a:t>App tests</a:t>
            </a:r>
          </a:p>
        </p:txBody>
      </p:sp>
      <p:sp>
        <p:nvSpPr>
          <p:cNvPr id="19" name="text-16">
            <a:extLst xmlns:a="http://schemas.openxmlformats.org/drawingml/2006/main">
              <a:ext uri="{FF2B5EF4-FFF2-40B4-BE49-F238E27FC236}">
                <a16:creationId xmlns:a16="http://schemas.microsoft.com/office/drawing/2014/main" id="{06EC7943-57B6-475E-9892-2FD6499EC1B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2409937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F5D8EF9F-63A6-49EB-B6FF-E977E2CAB3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68BDF365-C0EF-46EE-AF1F-8B4298D6FA1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8DCA8F9C-DDC5-4102-BCCB-8B913530DA10}"/>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34F5A8D-90AF-4784-AAF4-C10B3C90D091}"/>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63FB3358-3CE9-4D7C-B07E-6D954290F2B5}"/>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C96FE4F5-2D63-4742-B4DC-A64C0B2171D1}"/>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71FDC2-A4CB-4F74-A4DC-E812E332DE3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0C11849-E730-4746-BE2A-1FA69F72525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E958EE70-5A78-41A8-AE59-5E768390E22D}"/>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986235BD-C9B6-4C0C-85AA-4D1952E44674}"/>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1F5197-EA0C-4486-822A-CBCE0DC4D856}"/>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623BC12-BA8B-4B8C-9A3C-BC293A8D1C87}"/>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D18EFE2F-811F-4832-AD4C-DC7357847A72}"/>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20BDE6DB-9CAB-42A1-BC13-35C1270E5C2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EC74F86-956D-44F5-98B9-22F85D9137AC}"/>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5DB6686F-6E52-4297-B834-7D72C9475FB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A600EEB-158A-41CA-97FB-14152F6A132A}"/>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3C1EB05F-267A-4BC0-8E0C-671FFBFCCC6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8446B0A-8C5A-4F10-9C45-DFA8EF1BC75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C7B434F8-E350-4746-84C6-F9DCD7730B24}"/>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845529A7-D1E0-4676-8D60-E175EBE87142}"/>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7E1AB27B-82DF-473E-B5BA-6FF29AD9B98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9C4BE9FF-C3A9-4FBF-A1BC-7BB1C47052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3FE1EE0-D281-4227-8D32-05FE85C981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9639ad9f1242c4"/>
              </a:rPr>
              <a:t>Core package</a:t>
            </a:r>
          </a:p>
        </p:txBody>
      </p:sp>
      <p:sp>
        <p:nvSpPr>
          <p:cNvPr id="25" name="text-15">
            <a:extLst xmlns:a="http://schemas.openxmlformats.org/drawingml/2006/main">
              <a:ext uri="{FF2B5EF4-FFF2-40B4-BE49-F238E27FC236}">
                <a16:creationId xmlns:a16="http://schemas.microsoft.com/office/drawing/2014/main" id="{C9C0AF69-21A1-421B-BEF7-64D7A842A37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3ad175ce304e44"/>
              </a:rPr>
              <a:t>Harness</a:t>
            </a:r>
          </a:p>
        </p:txBody>
      </p:sp>
      <p:sp>
        <p:nvSpPr>
          <p:cNvPr id="26" name="text-16">
            <a:extLst xmlns:a="http://schemas.openxmlformats.org/drawingml/2006/main">
              <a:ext uri="{FF2B5EF4-FFF2-40B4-BE49-F238E27FC236}">
                <a16:creationId xmlns:a16="http://schemas.microsoft.com/office/drawing/2014/main" id="{D0E3B80C-ABE1-4F16-8558-2E4447A86A7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fa29ed67c1a4537"/>
              </a:rPr>
              <a:t>Evaluator</a:t>
            </a:r>
          </a:p>
        </p:txBody>
      </p:sp>
      <p:sp>
        <p:nvSpPr>
          <p:cNvPr id="27" name="text-17">
            <a:extLst xmlns:a="http://schemas.openxmlformats.org/drawingml/2006/main">
              <a:ext uri="{FF2B5EF4-FFF2-40B4-BE49-F238E27FC236}">
                <a16:creationId xmlns:a16="http://schemas.microsoft.com/office/drawing/2014/main" id="{F0076E09-6CBD-4BC4-905A-9D130B53660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8945531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EB6256BA-A724-449C-B66E-B71D36518E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650B95B1-03BA-49A8-A72D-F14C3A762AE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9BFF16D-F945-4239-9440-591F9E5CB87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7B919AE-C6E9-41C8-A79E-016EE79ACFF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22FBF7C5-1855-47E1-A65C-E7E49F4336E5}"/>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96BD6E20-A54C-47E1-A54A-300FE18716F2}"/>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CB3929-CF3D-40F2-88A6-5C1975DF3315}"/>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727FBC4E-DB71-4375-B76C-576C808B45F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5B60514B-A9DA-48B6-8252-945A571C1903}"/>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0A93895C-2CAE-4944-86C3-276C8410185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48EE48-06A4-467F-8D6A-170E1B8F92E3}"/>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882A75E-1CE2-48AC-9DCD-1C9B33D97E1D}"/>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C73833CB-AEE8-4A33-A2FB-A00E62C4B0F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34F74063-1767-40ED-A29C-31535F52853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AE75B8-ABA1-4D51-A11A-8394445CC94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301CC91-2803-4B3D-9034-9E1524AF51B0}"/>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ED28376D-4F59-44AC-B533-92845B1EBDE7}"/>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E56594B9-4647-47BB-8E8B-01D5468853AA}"/>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5376F3-DD9A-40F0-B6F4-F38F5C9F5A2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4BE214D8-FD2C-4326-975E-0A259E447B22}"/>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95575C81-1D3E-40E1-9EC8-6BA717DE0B9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44EA8B97-6E73-4D40-9441-05BBD8E76F9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4BF82B10-0451-43E4-B7AD-E975F611F25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17B9AA90-CE87-4ED7-B1F6-7FF743D9B0E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0ed8e2045e4524"/>
              </a:rPr>
              <a:t>Pipeline source</a:t>
            </a:r>
          </a:p>
        </p:txBody>
      </p:sp>
      <p:sp>
        <p:nvSpPr>
          <p:cNvPr id="25" name="text-15">
            <a:extLst xmlns:a="http://schemas.openxmlformats.org/drawingml/2006/main">
              <a:ext uri="{FF2B5EF4-FFF2-40B4-BE49-F238E27FC236}">
                <a16:creationId xmlns:a16="http://schemas.microsoft.com/office/drawing/2014/main" id="{1A37A042-750A-47A9-8002-BD4C6A9C823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5c09a6390b4e23"/>
              </a:rPr>
              <a:t>Recorder</a:t>
            </a:r>
          </a:p>
        </p:txBody>
      </p:sp>
      <p:sp>
        <p:nvSpPr>
          <p:cNvPr id="26" name="text-16">
            <a:extLst xmlns:a="http://schemas.openxmlformats.org/drawingml/2006/main">
              <a:ext uri="{FF2B5EF4-FFF2-40B4-BE49-F238E27FC236}">
                <a16:creationId xmlns:a16="http://schemas.microsoft.com/office/drawing/2014/main" id="{929A01B2-A38A-4EC3-AA30-62240669E8C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295e25aa484680"/>
              </a:rPr>
              <a:t>Pipeline tests</a:t>
            </a:r>
          </a:p>
        </p:txBody>
      </p:sp>
      <p:sp>
        <p:nvSpPr>
          <p:cNvPr id="27" name="text-17">
            <a:extLst xmlns:a="http://schemas.openxmlformats.org/drawingml/2006/main">
              <a:ext uri="{FF2B5EF4-FFF2-40B4-BE49-F238E27FC236}">
                <a16:creationId xmlns:a16="http://schemas.microsoft.com/office/drawing/2014/main" id="{D6ABF0D5-6CD4-4982-8C58-5B8F1341BC4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1142974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F90A3618-338A-4EE1-9F53-948C81DC078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4BE46402-06A0-4390-A888-17BA7426DAF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F9F091B5-DA2B-40D3-8A0A-4846C763F12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C65E8B7-B95E-4F2D-B09C-F5F32225F22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0FBD4271-DC6D-4A26-B2A2-97427B94B2A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42B9BAB1-523A-48E4-B36F-4A0AF7F64DB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DBC187-6130-46ED-955E-AB3AA59EC22C}"/>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B1CBCC61-761E-411A-81EA-21F08398549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94452310-7C93-49C9-A748-D9931C04799C}"/>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C2685ED1-BFF9-4930-B17F-CC79A0BEF37D}"/>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18BE0F-D1FC-45D1-9103-CBB70DDBE0A2}"/>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C228078-8806-4E8F-984F-D0CF36A282D1}"/>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8EC6A485-7624-4D62-A34B-B7DAD3582A95}"/>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51463A9C-7713-40CF-90D4-8DABADB0E07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D4F33E-94D0-42C5-8744-61C28DBDC277}"/>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1F3D7BF-28CC-4AAE-9F80-778C3911D4F8}"/>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6F0739E8-6FD9-4FE6-A850-41C9C6DFB0F3}"/>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869684AA-DE71-4EB7-8F7F-3A0499985CBB}"/>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97E545B-3912-4A1B-9F5F-D9D5BE8B1B0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9364199-D0CE-462D-B2E7-678DB70C45DA}"/>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CC3F42EA-111E-4C1C-9452-3F0EB35469A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A1D11C52-B00B-47F6-8A09-7EA3CAF59A2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D0116AD4-648A-4283-A4C8-FDC09C6AB6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1978C31-DD18-4D78-B7CF-05CF4DE069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6d0a41586a4bda"/>
              </a:rPr>
              <a:t>Pipeline</a:t>
            </a:r>
          </a:p>
        </p:txBody>
      </p:sp>
      <p:sp>
        <p:nvSpPr>
          <p:cNvPr id="25" name="text-15">
            <a:extLst xmlns:a="http://schemas.openxmlformats.org/drawingml/2006/main">
              <a:ext uri="{FF2B5EF4-FFF2-40B4-BE49-F238E27FC236}">
                <a16:creationId xmlns:a16="http://schemas.microsoft.com/office/drawing/2014/main" id="{D5D5DC57-5B15-4015-9973-89D3E4D8CE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4badac4638f4fc2"/>
              </a:rPr>
              <a:t>Recorder</a:t>
            </a:r>
          </a:p>
        </p:txBody>
      </p:sp>
      <p:sp>
        <p:nvSpPr>
          <p:cNvPr id="26" name="text-16">
            <a:extLst xmlns:a="http://schemas.openxmlformats.org/drawingml/2006/main">
              <a:ext uri="{FF2B5EF4-FFF2-40B4-BE49-F238E27FC236}">
                <a16:creationId xmlns:a16="http://schemas.microsoft.com/office/drawing/2014/main" id="{C8629C73-BB2F-43DB-8AA2-2E6FB22A69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9932c23d42401c"/>
              </a:rPr>
              <a:t>Harness model</a:t>
            </a:r>
          </a:p>
        </p:txBody>
      </p:sp>
      <p:sp>
        <p:nvSpPr>
          <p:cNvPr id="27" name="text-17">
            <a:extLst xmlns:a="http://schemas.openxmlformats.org/drawingml/2006/main">
              <a:ext uri="{FF2B5EF4-FFF2-40B4-BE49-F238E27FC236}">
                <a16:creationId xmlns:a16="http://schemas.microsoft.com/office/drawing/2014/main" id="{5A5B79DF-8171-47E7-8743-7D1EA912680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20908244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9253109-7B77-4BF7-8242-286DDCC838B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51371E87-65DE-4B21-80FC-F604C2EBE7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1018A36B-10EB-4B91-92A2-33225E0A004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3BA69637-A81D-4416-8E90-02934C31793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B801071F-ED8A-4DEF-8FAD-3D8F06FB8D5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72EAE92-CA53-4CDE-975E-9E79C26A3ED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55F8D5B2-4015-49C5-AB12-F241596D77B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ADDC5E5E-615D-4CA7-A30C-D5D8670BE91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EF977A3-6F6C-42FA-929A-0664D1A37A0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A7B8F0DF-EBDF-43DB-8DB1-FE1FB67E1C2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F67A7112-0BF3-4A2D-BC4E-4B1CE47951A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F8A2106-F9FE-46A5-B25A-C370F3069DE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7BFD9AD7-F661-4B34-9FE7-064E58C0F2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A1A5C0F5-2409-42AE-B7A1-3ACD6C030C5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39FC85D-2A9F-4081-8D3E-9376F5F4754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413129f54f948f8"/>
              </a:rPr>
              <a:t>Frame contract</a:t>
            </a:r>
          </a:p>
        </p:txBody>
      </p:sp>
      <p:sp>
        <p:nvSpPr>
          <p:cNvPr id="16" name="text-12">
            <a:extLst xmlns:a="http://schemas.openxmlformats.org/drawingml/2006/main">
              <a:ext uri="{FF2B5EF4-FFF2-40B4-BE49-F238E27FC236}">
                <a16:creationId xmlns:a16="http://schemas.microsoft.com/office/drawing/2014/main" id="{9A6A39D5-75BE-4234-B3E9-40F262F2CAF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76deded8384125"/>
              </a:rPr>
              <a:t>Frame stream</a:t>
            </a:r>
          </a:p>
        </p:txBody>
      </p:sp>
      <p:sp>
        <p:nvSpPr>
          <p:cNvPr id="17" name="text-13">
            <a:extLst xmlns:a="http://schemas.openxmlformats.org/drawingml/2006/main">
              <a:ext uri="{FF2B5EF4-FFF2-40B4-BE49-F238E27FC236}">
                <a16:creationId xmlns:a16="http://schemas.microsoft.com/office/drawing/2014/main" id="{E9E2E9C1-8076-42BC-AFCB-38BD17B989B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43e760054554bfa"/>
              </a:rPr>
              <a:t>Stream tests</a:t>
            </a:r>
          </a:p>
        </p:txBody>
      </p:sp>
      <p:sp>
        <p:nvSpPr>
          <p:cNvPr id="18" name="text-14">
            <a:extLst xmlns:a="http://schemas.openxmlformats.org/drawingml/2006/main">
              <a:ext uri="{FF2B5EF4-FFF2-40B4-BE49-F238E27FC236}">
                <a16:creationId xmlns:a16="http://schemas.microsoft.com/office/drawing/2014/main" id="{18051FC4-D4D8-4888-853F-9CBF7CD697E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6526153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0AF07FBB-2DB3-4422-B4A2-E990B51C721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B903661A-7BB0-46BD-8EEB-1257B23E9DD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4D0DB0CB-1954-47F5-8DEF-113641B5D23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E9014EA-B73B-4E59-BA1A-B54F5B03499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E954FAE0-BDDB-4507-80C3-454E5D14ED9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AAEE603D-6512-452F-B97F-283C73D14B21}"/>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C78A73-4839-4531-B1BC-C05E7422E43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A8D4139-49DB-4445-A020-12D9EB890605}"/>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B3BDE882-6978-48C2-A2B8-524C3CD40444}"/>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FA15CB64-F3D1-4EB8-B561-03C27773BC6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9FE25E-681D-4DF4-BC6E-E44023FE563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1F94EBF-0132-45D4-A697-77F2135DCFB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305E1FD0-0DCA-41D7-83E9-D0861F5C828E}"/>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CA2FD46B-9098-4139-80BF-2DA297192563}"/>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27BFF1-01B1-4021-BAFA-3CC0FF45475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AF05EB8-2EC7-4229-BE7D-897FBB699F6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2AD6E5FA-420A-441F-AD50-4841F4ACB7B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9561D03A-FEEF-4D1D-B7E2-2079CA7A5CD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BC77927-21D8-44A3-87E4-0DE6DE138C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347A13F-AA45-43C7-8930-94C3F5B471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ded2941f4842d6"/>
              </a:rPr>
              <a:t>Stream implementation</a:t>
            </a:r>
          </a:p>
        </p:txBody>
      </p:sp>
      <p:sp>
        <p:nvSpPr>
          <p:cNvPr id="21" name="text-13">
            <a:extLst xmlns:a="http://schemas.openxmlformats.org/drawingml/2006/main">
              <a:ext uri="{FF2B5EF4-FFF2-40B4-BE49-F238E27FC236}">
                <a16:creationId xmlns:a16="http://schemas.microsoft.com/office/drawing/2014/main" id="{582DC6A3-BE58-4F7E-90E5-3137B824C31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56834a4f7f14b9e"/>
              </a:rPr>
              <a:t>Stream tests</a:t>
            </a:r>
          </a:p>
        </p:txBody>
      </p:sp>
      <p:sp>
        <p:nvSpPr>
          <p:cNvPr id="22" name="text-14">
            <a:extLst xmlns:a="http://schemas.openxmlformats.org/drawingml/2006/main">
              <a:ext uri="{FF2B5EF4-FFF2-40B4-BE49-F238E27FC236}">
                <a16:creationId xmlns:a16="http://schemas.microsoft.com/office/drawing/2014/main" id="{925BF456-6419-4EBE-B565-A5F3D2971F1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7127044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B476E1C-9D4E-4109-A653-7E592839456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05D0F55C-B708-4BD7-96D0-4A9236492CF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6A1BA143-7EE1-4E48-9853-46B5433AACA7}"/>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C21F2F5-49F7-434A-A155-164C86675162}"/>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56F67FBF-45D6-4C98-B8FD-A5252D579F84}"/>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E53F5CB-9180-44D5-962B-5BD4FD6BB13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9F9A9CF-75E3-4C4E-A2F4-9B6F217D5212}"/>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8DC604DC-1E22-4ECA-AD25-986D297F5CCE}"/>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26ADDE6F-5EF9-473C-9472-C45A6922437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2DC7897-CBEE-4CB4-9A37-2CC0158C5A8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0803F96B-011E-4F51-9563-56702CF8F525}"/>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C1E1004F-A63D-4582-A69B-09CD81364CA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2AF3E7E3-A5B8-4B8D-8295-F3E05451CE8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6474FFDC-D703-4CDC-8240-3F52832F882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017CE92-D397-4E40-BB32-053CB733ECA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b1ed25740a43e8"/>
              </a:rPr>
              <a:t>Stream implementation</a:t>
            </a:r>
          </a:p>
        </p:txBody>
      </p:sp>
      <p:sp>
        <p:nvSpPr>
          <p:cNvPr id="16" name="text-14">
            <a:extLst xmlns:a="http://schemas.openxmlformats.org/drawingml/2006/main">
              <a:ext uri="{FF2B5EF4-FFF2-40B4-BE49-F238E27FC236}">
                <a16:creationId xmlns:a16="http://schemas.microsoft.com/office/drawing/2014/main" id="{0E842820-8CE6-4F11-8B37-4F4FBD27386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2b5a24be7a4dcc"/>
              </a:rPr>
              <a:t>Integration suite</a:t>
            </a:r>
          </a:p>
        </p:txBody>
      </p:sp>
      <p:sp>
        <p:nvSpPr>
          <p:cNvPr id="17" name="text-15">
            <a:extLst xmlns:a="http://schemas.openxmlformats.org/drawingml/2006/main">
              <a:ext uri="{FF2B5EF4-FFF2-40B4-BE49-F238E27FC236}">
                <a16:creationId xmlns:a16="http://schemas.microsoft.com/office/drawing/2014/main" id="{B14202B7-E9BC-422C-A740-87974DEE579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82deb32fd24ecd"/>
              </a:rPr>
              <a:t>Report builder</a:t>
            </a:r>
          </a:p>
        </p:txBody>
      </p:sp>
      <p:sp>
        <p:nvSpPr>
          <p:cNvPr id="18" name="text-16">
            <a:extLst xmlns:a="http://schemas.openxmlformats.org/drawingml/2006/main">
              <a:ext uri="{FF2B5EF4-FFF2-40B4-BE49-F238E27FC236}">
                <a16:creationId xmlns:a16="http://schemas.microsoft.com/office/drawing/2014/main" id="{0423BE68-32B3-4E6B-BCEF-D9401209F46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7696241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EF9F3FD-E4CF-4F50-AD20-D2FCE5DAC7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CC6E2225-182E-4E96-BC49-CA680A79942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F74C332B-0EDD-493C-A6FE-45711F99A69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7BCB088B-8009-4D1A-B7A4-A3A5AC0D6E8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DA26241F-0784-4B33-89EF-0C4B8DE21E9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E3BBC25-261A-4E61-B118-4E78F8327C3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7777F076-7D5D-46D4-B495-C7C0FA5CE61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8FB64231-B81F-4AF7-B924-CE3033300A9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34AD09B-7BF6-43DF-B2BF-D47A69CC98B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1D936A3C-E09E-460E-8DDC-DB2AB99D6BA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6EF687D2-DFA7-4AC0-90FA-19E9BA7C9EE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60ECE09-FFDA-4C75-89FE-3A735D25476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20808E98-1427-4530-BBA7-CDC6E81BD2F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553C5FE4-2D8E-4392-9C86-C53F37DB183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D590C7-AA0B-4F28-9ACB-5DF3CBDB92C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2d6d2148264600"/>
              </a:rPr>
              <a:t>Local catalog</a:t>
            </a:r>
          </a:p>
        </p:txBody>
      </p:sp>
      <p:sp>
        <p:nvSpPr>
          <p:cNvPr id="16" name="text-12">
            <a:extLst xmlns:a="http://schemas.openxmlformats.org/drawingml/2006/main">
              <a:ext uri="{FF2B5EF4-FFF2-40B4-BE49-F238E27FC236}">
                <a16:creationId xmlns:a16="http://schemas.microsoft.com/office/drawing/2014/main" id="{3C95484A-7DFE-49D0-95F1-6D4F5BB7D3D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22e46ffe184026"/>
              </a:rPr>
              <a:t>Catalog tests</a:t>
            </a:r>
          </a:p>
        </p:txBody>
      </p:sp>
      <p:sp>
        <p:nvSpPr>
          <p:cNvPr id="17" name="text-13">
            <a:extLst xmlns:a="http://schemas.openxmlformats.org/drawingml/2006/main">
              <a:ext uri="{FF2B5EF4-FFF2-40B4-BE49-F238E27FC236}">
                <a16:creationId xmlns:a16="http://schemas.microsoft.com/office/drawing/2014/main" id="{428C1CAC-BE3C-4082-A181-F051FF97E1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1f8db6d52146f9"/>
              </a:rPr>
              <a:t>Diagnostic inputs</a:t>
            </a:r>
          </a:p>
        </p:txBody>
      </p:sp>
      <p:sp>
        <p:nvSpPr>
          <p:cNvPr id="18" name="text-14">
            <a:extLst xmlns:a="http://schemas.openxmlformats.org/drawingml/2006/main">
              <a:ext uri="{FF2B5EF4-FFF2-40B4-BE49-F238E27FC236}">
                <a16:creationId xmlns:a16="http://schemas.microsoft.com/office/drawing/2014/main" id="{9967FDF8-1008-4923-BD32-1F23593B764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8370317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CFC42FE-955D-434C-ABF4-E5ABA42E16D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C4C8B8C3-8EFB-4A0B-9D6F-0AD2A90FE65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8EC08A78-3E8A-4C43-BE53-10B1A022301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2B6D4C0-79F6-4796-A193-398A46AAB9C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0470BB83-4F3E-492C-8E4E-AB470E65495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85245699-7D1D-4115-B280-F4392775E67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F20980FD-9FA9-4D33-AF4D-D1C7A84D205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DD38796-FE11-4636-B658-C74FAFEE263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9E964A11-A4F2-47CA-9CF9-153CF1CE54B5}"/>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20CDCB0-00BE-4D22-A71B-A33B5E032496}"/>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4C6E7D4-7CD5-43A1-8B96-53EEED74C48F}"/>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3E09C0A3-B805-47EA-8ED1-052E7D7C3FA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AED65DF-E5ED-4CA1-B8CF-15983D0E880C}"/>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DB61C306-1F61-412F-AABA-C7C3E72CADE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11D1E10-D68F-41B5-A82A-6EDA27F9357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70e91569e8476f"/>
              </a:rPr>
              <a:t>Vision adapter</a:t>
            </a:r>
          </a:p>
        </p:txBody>
      </p:sp>
      <p:sp>
        <p:nvSpPr>
          <p:cNvPr id="16" name="text-14">
            <a:extLst xmlns:a="http://schemas.openxmlformats.org/drawingml/2006/main">
              <a:ext uri="{FF2B5EF4-FFF2-40B4-BE49-F238E27FC236}">
                <a16:creationId xmlns:a16="http://schemas.microsoft.com/office/drawing/2014/main" id="{3168C655-94EE-4F4F-83D0-E445D855EF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5cbdc17c5f4b57"/>
              </a:rPr>
              <a:t>Vision tests</a:t>
            </a:r>
          </a:p>
        </p:txBody>
      </p:sp>
      <p:sp>
        <p:nvSpPr>
          <p:cNvPr id="17" name="text-15">
            <a:extLst xmlns:a="http://schemas.openxmlformats.org/drawingml/2006/main">
              <a:ext uri="{FF2B5EF4-FFF2-40B4-BE49-F238E27FC236}">
                <a16:creationId xmlns:a16="http://schemas.microsoft.com/office/drawing/2014/main" id="{4914DD20-7210-4AAE-A8ED-559C0719F60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379588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1618609-7842-42F1-BB83-CF63763A112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6A026B24-8986-4AF5-949E-24A2B3B892F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29CC7F35-70BA-4FC2-924F-F82B3385D55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FDEF49F-3CC0-4BF2-8711-48E431F7CE1C}"/>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DA5170CD-4618-4F5B-BA96-280B3D9442F2}"/>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CEE1E7F-2B8D-4AE5-B826-80E8B97A264D}"/>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6DDB9451-0580-4DA5-9100-E480751CF55A}"/>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196B907-6D74-46F5-B402-7F72C5C659B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CF2F03AF-5232-4780-B182-04167DBAC46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CCD4ADC-8024-4980-94C9-60B3B188E956}"/>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58F7E19-2E67-4B57-BF7F-2E2A6E8DE583}"/>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542C1264-E6C9-46F1-92EB-E79525168A7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1A5D166B-C7D6-4170-8A65-1F53222369B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92EF66CB-B758-4FA6-B147-E59B954F5C1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C297FC3-DD24-4FD9-A498-4E5CE3444AF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676ea51d834416"/>
              </a:rPr>
              <a:t>Scorer and score type</a:t>
            </a:r>
          </a:p>
        </p:txBody>
      </p:sp>
      <p:sp>
        <p:nvSpPr>
          <p:cNvPr id="16" name="text-14">
            <a:extLst xmlns:a="http://schemas.openxmlformats.org/drawingml/2006/main">
              <a:ext uri="{FF2B5EF4-FFF2-40B4-BE49-F238E27FC236}">
                <a16:creationId xmlns:a16="http://schemas.microsoft.com/office/drawing/2014/main" id="{A0B5B3E1-1FFB-46B0-8883-5A2FBC74C00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39c54aa642b4ec2"/>
              </a:rPr>
              <a:t>Scorer tests</a:t>
            </a:r>
          </a:p>
        </p:txBody>
      </p:sp>
      <p:sp>
        <p:nvSpPr>
          <p:cNvPr id="17" name="text-15">
            <a:extLst xmlns:a="http://schemas.openxmlformats.org/drawingml/2006/main">
              <a:ext uri="{FF2B5EF4-FFF2-40B4-BE49-F238E27FC236}">
                <a16:creationId xmlns:a16="http://schemas.microsoft.com/office/drawing/2014/main" id="{1818AB5D-503F-4D02-95EC-49A58EAFBEC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c2204b3091e4324"/>
              </a:rPr>
              <a:t>Frozen profile</a:t>
            </a:r>
          </a:p>
        </p:txBody>
      </p:sp>
      <p:sp>
        <p:nvSpPr>
          <p:cNvPr id="18" name="text-16">
            <a:extLst xmlns:a="http://schemas.openxmlformats.org/drawingml/2006/main">
              <a:ext uri="{FF2B5EF4-FFF2-40B4-BE49-F238E27FC236}">
                <a16:creationId xmlns:a16="http://schemas.microsoft.com/office/drawing/2014/main" id="{C77B8AC8-CBB4-4235-82D6-8F77F9207B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5749374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FC2A19FD-F75F-4391-BEDE-2E270EB58DA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F7BCB8E9-32D0-4E16-AC01-19EC8D7FD3A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F47FC90C-94FC-4D46-BF38-9B65C1E70D3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735B469A-562E-465A-A04C-ADCBB466529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184E8A92-4967-45B0-98B2-DAC26A7B9D2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263E203-AEF8-490B-B864-33CF305FD4D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6E6935E8-8F92-4CD1-B7AB-A02D8123AA1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2C42AA17-215B-49EC-9B85-DCE3FCDE7C3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179FB9F-221A-4B9B-814E-8263BB47D13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3406A017-8620-4612-A6C5-CD4F94F234B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41339692-6932-411D-9F48-536C0947AF3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548E63E-A1F6-491F-A521-E549D36EE10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633CEAD7-A4E0-477B-95E3-37E93C3BB93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134E152C-AA86-4808-AFDE-316D4C3A563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D1C4FBD-E26B-4593-AAF1-EA0827D7C32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F6ED240-146C-417C-8A4E-18C1F2BBEBD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a9817cd0de24aec"/>
              </a:rPr>
              <a:t>Profile</a:t>
            </a:r>
          </a:p>
        </p:txBody>
      </p:sp>
      <p:sp>
        <p:nvSpPr>
          <p:cNvPr id="17" name="text-13">
            <a:extLst xmlns:a="http://schemas.openxmlformats.org/drawingml/2006/main">
              <a:ext uri="{FF2B5EF4-FFF2-40B4-BE49-F238E27FC236}">
                <a16:creationId xmlns:a16="http://schemas.microsoft.com/office/drawing/2014/main" id="{EA50566E-CA33-4790-ABFC-F21E819D013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b73bd4dbba43d8"/>
              </a:rPr>
              <a:t>Calibration script</a:t>
            </a:r>
          </a:p>
        </p:txBody>
      </p:sp>
      <p:sp>
        <p:nvSpPr>
          <p:cNvPr id="18" name="text-14">
            <a:extLst xmlns:a="http://schemas.openxmlformats.org/drawingml/2006/main">
              <a:ext uri="{FF2B5EF4-FFF2-40B4-BE49-F238E27FC236}">
                <a16:creationId xmlns:a16="http://schemas.microsoft.com/office/drawing/2014/main" id="{00AD9C5C-21FD-463E-BCDF-B79F169A21F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18b208b3c554a0a"/>
              </a:rPr>
              <a:t>Aggregator</a:t>
            </a:r>
          </a:p>
        </p:txBody>
      </p:sp>
      <p:sp>
        <p:nvSpPr>
          <p:cNvPr id="19" name="text-15">
            <a:extLst xmlns:a="http://schemas.openxmlformats.org/drawingml/2006/main">
              <a:ext uri="{FF2B5EF4-FFF2-40B4-BE49-F238E27FC236}">
                <a16:creationId xmlns:a16="http://schemas.microsoft.com/office/drawing/2014/main" id="{48DA8D96-97DC-407B-BFF7-61BEE725FE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6144743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7D717BA-E1C5-4CFA-8E03-E7D77C4999F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C983C055-C516-4011-A6BC-BB181CD1D9A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349F75D1-AAFF-463D-A00D-359BA3205D1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BEF2985-FCF1-4B33-8178-0E3213816A60}"/>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8DF4E5EA-310C-4623-BB04-653EB14F9BA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7B4A5275-DFCA-45BF-A1E5-8F05735B7C3A}"/>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3F2EEA-0953-4043-8FA2-8CA1474A9CF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9B19250-BA6F-4813-81A2-8EC6F5E78C0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F76E1C1C-853A-44E3-8E5D-2015F0962DC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CCC9A3A1-826F-4729-AE90-B24D6C9F2D2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B366A1-6076-4510-A0C4-64B61C6EB3A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8980446-A6CF-4E89-918E-06513392FBE9}"/>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59620205-996D-4316-B347-DF3740CA542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D523FAAA-C720-4DC3-B921-E7F2336D6B2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49CE23-6A46-4349-B06F-0393E241D23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15A3D5E-2BD4-426E-AEBA-9F7E09B52A04}"/>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2B2DA9CD-8CFC-4B70-AB7C-569826762CA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1C23A750-757E-4133-9330-E583248AB7F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D29550A0-F529-4A6A-8F84-7BDBC7A465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55DC551-2343-4E2B-9376-9D3E60F5891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af86f332074525"/>
              </a:rPr>
              <a:t>Episode aggregator</a:t>
            </a:r>
          </a:p>
        </p:txBody>
      </p:sp>
      <p:sp>
        <p:nvSpPr>
          <p:cNvPr id="21" name="text-13">
            <a:extLst xmlns:a="http://schemas.openxmlformats.org/drawingml/2006/main">
              <a:ext uri="{FF2B5EF4-FFF2-40B4-BE49-F238E27FC236}">
                <a16:creationId xmlns:a16="http://schemas.microsoft.com/office/drawing/2014/main" id="{F484990F-BF5D-482A-8145-9F80051F826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f979cb054a42df"/>
              </a:rPr>
              <a:t>Episode tests</a:t>
            </a:r>
          </a:p>
        </p:txBody>
      </p:sp>
      <p:sp>
        <p:nvSpPr>
          <p:cNvPr id="22" name="text-14">
            <a:extLst xmlns:a="http://schemas.openxmlformats.org/drawingml/2006/main">
              <a:ext uri="{FF2B5EF4-FFF2-40B4-BE49-F238E27FC236}">
                <a16:creationId xmlns:a16="http://schemas.microsoft.com/office/drawing/2014/main" id="{4FBCA3AA-6600-4D92-AB61-5C16B8C3AC8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9de21242c9a436a"/>
              </a:rPr>
              <a:t>Lifecycle integration</a:t>
            </a:r>
          </a:p>
        </p:txBody>
      </p:sp>
      <p:sp>
        <p:nvSpPr>
          <p:cNvPr id="23" name="text-15">
            <a:extLst xmlns:a="http://schemas.openxmlformats.org/drawingml/2006/main">
              <a:ext uri="{FF2B5EF4-FFF2-40B4-BE49-F238E27FC236}">
                <a16:creationId xmlns:a16="http://schemas.microsoft.com/office/drawing/2014/main" id="{A878780A-F67B-4CBA-95A3-0922B6ED23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3879897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510E023-DB90-45BD-838E-2A8373A0D37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BFDE9A61-78B5-418E-BE80-B3DFEDE0E9F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D5D7C76-D240-4674-9BE0-74CCE5D2FA3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12A1CE96-5616-4967-A9E0-94E71E493E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E8992A8A-8496-47DE-9D3A-C5CE07BFB24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2B6B78-96E0-430A-8D57-87D6BF7C31B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C4424C1F-F91E-43B2-AB5F-302DB1AD797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96D263C-A9D6-4B3E-9EF4-B3871C33E5C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FDB9E9F-8797-453F-905A-D716A8E23C5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C6CAE3DD-083E-453B-BCB6-91A2D962B77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8FB71FE3-877D-477E-8FFD-93BAF4E5019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367B712-A7EF-421C-9C84-D017ECB3827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76CA5344-46C3-4F2F-AA7F-113B6EF90FD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2D8DCE02-F8B7-46E0-A428-8B27107AC06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2C83AAD-8F23-4661-AC05-3C3DF6A7DF8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20d43f9b584e1d"/>
              </a:rPr>
              <a:t>Episode and signal types</a:t>
            </a:r>
          </a:p>
        </p:txBody>
      </p:sp>
      <p:sp>
        <p:nvSpPr>
          <p:cNvPr id="16" name="text-12">
            <a:extLst xmlns:a="http://schemas.openxmlformats.org/drawingml/2006/main">
              <a:ext uri="{FF2B5EF4-FFF2-40B4-BE49-F238E27FC236}">
                <a16:creationId xmlns:a16="http://schemas.microsoft.com/office/drawing/2014/main" id="{C2190323-3030-4CD2-B2D3-51C0FA46A50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9b5592d510c43bf"/>
              </a:rPr>
              <a:t>Episode tests</a:t>
            </a:r>
          </a:p>
        </p:txBody>
      </p:sp>
      <p:sp>
        <p:nvSpPr>
          <p:cNvPr id="17" name="text-13">
            <a:extLst xmlns:a="http://schemas.openxmlformats.org/drawingml/2006/main">
              <a:ext uri="{FF2B5EF4-FFF2-40B4-BE49-F238E27FC236}">
                <a16:creationId xmlns:a16="http://schemas.microsoft.com/office/drawing/2014/main" id="{0B10A16C-110E-4655-BECF-0D2C196D0DA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5abbe1832149a9"/>
              </a:rPr>
              <a:t>Harness display</a:t>
            </a:r>
          </a:p>
        </p:txBody>
      </p:sp>
      <p:sp>
        <p:nvSpPr>
          <p:cNvPr id="18" name="text-14">
            <a:extLst xmlns:a="http://schemas.openxmlformats.org/drawingml/2006/main">
              <a:ext uri="{FF2B5EF4-FFF2-40B4-BE49-F238E27FC236}">
                <a16:creationId xmlns:a16="http://schemas.microsoft.com/office/drawing/2014/main" id="{F07864D8-72CE-4A19-93EF-367AC146279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3700155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BCBE2B3-561E-4651-829E-941901CB8E3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D8DD4A51-7E5D-4E69-9BBE-3F8EE4BE78B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1142F56C-28B9-4AE8-9CE4-491612C0708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F930E58-AE2A-4303-A9CA-56433661AEF6}"/>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F8AE9EA6-63F6-43BD-8BDB-AB1C865333B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F6BA685A-5FB2-46F7-BA0B-9462666B154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73A3E9-21D4-4DAC-B0F9-A47EA43830F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219B39B-F739-470C-BB98-E359C8E3E44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46158B14-AAA2-4A33-ABEC-6C198FB9C8B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96FFB33A-F229-4A21-886E-F6964730229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244166-2151-4CB3-A0F7-C54D058E465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4C245B3-7B2D-454B-AE11-1804EB088D7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E2461DFF-A517-4B11-8192-A18A23B5281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4731B36E-8188-4CA3-89D5-FBE092552892}"/>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A3C537-6F25-437B-862B-77A6961577C5}"/>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D2299F3-EA3F-4CB5-862A-E4856FAA63D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B7165953-D6CF-4C85-9AFF-D5574B35731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E0D5C0D7-5A13-4BB1-B9D6-894401BEBD1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4B500848-902F-422B-9F43-BCC063CF12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5181BA6-6CFE-4D94-AF21-C1C5ABD1A1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190be4d60f4684"/>
              </a:rPr>
              <a:t>Recorder</a:t>
            </a:r>
          </a:p>
        </p:txBody>
      </p:sp>
      <p:sp>
        <p:nvSpPr>
          <p:cNvPr id="21" name="text-13">
            <a:extLst xmlns:a="http://schemas.openxmlformats.org/drawingml/2006/main">
              <a:ext uri="{FF2B5EF4-FFF2-40B4-BE49-F238E27FC236}">
                <a16:creationId xmlns:a16="http://schemas.microsoft.com/office/drawing/2014/main" id="{7A40C81C-7029-44E4-B74E-E4BDDA5C366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4c888f3bbe4f41"/>
              </a:rPr>
              <a:t>Log writer</a:t>
            </a:r>
          </a:p>
        </p:txBody>
      </p:sp>
      <p:sp>
        <p:nvSpPr>
          <p:cNvPr id="22" name="text-14">
            <a:extLst xmlns:a="http://schemas.openxmlformats.org/drawingml/2006/main">
              <a:ext uri="{FF2B5EF4-FFF2-40B4-BE49-F238E27FC236}">
                <a16:creationId xmlns:a16="http://schemas.microsoft.com/office/drawing/2014/main" id="{18393BDA-FCE0-4C80-874C-B3B6E0FC83A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a5fc76e33245c5"/>
              </a:rPr>
              <a:t>Report builder</a:t>
            </a:r>
          </a:p>
        </p:txBody>
      </p:sp>
      <p:sp>
        <p:nvSpPr>
          <p:cNvPr id="23" name="text-15">
            <a:extLst xmlns:a="http://schemas.openxmlformats.org/drawingml/2006/main">
              <a:ext uri="{FF2B5EF4-FFF2-40B4-BE49-F238E27FC236}">
                <a16:creationId xmlns:a16="http://schemas.microsoft.com/office/drawing/2014/main" id="{F708EC53-7B34-4F1D-A7B2-9958D3B6630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8664178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E9A491B-32FF-4071-BED3-E253ADEC5E7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F4B2817E-C981-4CB3-A40C-FC13FCC492D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5F14B5EC-D39A-4240-B34F-FC528C55553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707CA27-A747-43D8-A62D-8A321E20D75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CF94D62-B625-47CF-9517-2B3140D7199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649DDEA-0359-4C42-BDBD-729531D66A8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A3503824-1C0F-41FD-B5F9-01AFFCCA314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101464B9-2AF8-4BE1-B94A-A53AD1FB54D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7F1BFEC-259E-4F4C-B227-C5897468D2A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DA33C275-2E9C-4049-AD2B-50936A068FA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A8B6E229-6799-4219-8948-D98A85D71B3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BFC15C0-2138-4CD9-BC0F-759947B5A7D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C366CC49-4E62-47F7-935E-4602D64E64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C868F660-6775-49D9-A52B-F96F227981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8210D26-801A-4866-A558-73CEA56BB30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80c232e47bf4698"/>
              </a:rPr>
              <a:t>Image store</a:t>
            </a:r>
          </a:p>
        </p:txBody>
      </p:sp>
      <p:sp>
        <p:nvSpPr>
          <p:cNvPr id="16" name="text-12">
            <a:extLst xmlns:a="http://schemas.openxmlformats.org/drawingml/2006/main">
              <a:ext uri="{FF2B5EF4-FFF2-40B4-BE49-F238E27FC236}">
                <a16:creationId xmlns:a16="http://schemas.microsoft.com/office/drawing/2014/main" id="{3E7DB579-8E3D-4F5A-A3FF-1878537E3E8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b63d708ce240fc"/>
              </a:rPr>
              <a:t>Pipeline selection</a:t>
            </a:r>
          </a:p>
        </p:txBody>
      </p:sp>
      <p:sp>
        <p:nvSpPr>
          <p:cNvPr id="17" name="text-13">
            <a:extLst xmlns:a="http://schemas.openxmlformats.org/drawingml/2006/main">
              <a:ext uri="{FF2B5EF4-FFF2-40B4-BE49-F238E27FC236}">
                <a16:creationId xmlns:a16="http://schemas.microsoft.com/office/drawing/2014/main" id="{655D3BD8-4300-45AC-8F31-22CA4FB76DC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ab9184fb1824ee2"/>
              </a:rPr>
              <a:t>Report tests</a:t>
            </a:r>
          </a:p>
        </p:txBody>
      </p:sp>
      <p:sp>
        <p:nvSpPr>
          <p:cNvPr id="18" name="text-14">
            <a:extLst xmlns:a="http://schemas.openxmlformats.org/drawingml/2006/main">
              <a:ext uri="{FF2B5EF4-FFF2-40B4-BE49-F238E27FC236}">
                <a16:creationId xmlns:a16="http://schemas.microsoft.com/office/drawing/2014/main" id="{F79B1A43-B425-4A7E-87B8-25D346F0344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665703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A60FD59-EF97-451B-891D-2EBF8E66FC7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36B0ADD0-B04A-4E0A-A026-52C79F52BA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81688EC-9EF7-4A59-9EFF-0A9CFB01598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DAAA6037-5393-43DB-9948-82D1F8AC40C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731880A9-7E02-4D80-B709-1E7D131C81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1A331C6-A0FD-49D5-B836-8CF863AB452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383127E4-AB87-4C07-8AFA-17511EE9B0C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52BC83D0-1C06-4A93-AF4A-668E8D7D65B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DA78BC1-B0AA-4D3F-88FA-9B97BE347C9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BD93213C-CE8E-43FA-89E1-9193D1B5733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F98E2E94-1AA4-49B7-909B-B4F9D4E6AD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2BB8CF0-DEA3-4EE7-8979-A824483E47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ED829102-8A22-451E-A6C8-CA69B8E7231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F5CA4307-F490-46DE-BB89-BF1F739174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E42F96-7E6F-4426-ACDE-5729C994105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a8df5d2abb24984"/>
              </a:rPr>
              <a:t>Log schema</a:t>
            </a:r>
          </a:p>
        </p:txBody>
      </p:sp>
      <p:sp>
        <p:nvSpPr>
          <p:cNvPr id="16" name="text-12">
            <a:extLst xmlns:a="http://schemas.openxmlformats.org/drawingml/2006/main">
              <a:ext uri="{FF2B5EF4-FFF2-40B4-BE49-F238E27FC236}">
                <a16:creationId xmlns:a16="http://schemas.microsoft.com/office/drawing/2014/main" id="{DFFD8380-0231-4383-AADF-41491132A72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01940ef2c94cea"/>
              </a:rPr>
              <a:t>Log validation</a:t>
            </a:r>
          </a:p>
        </p:txBody>
      </p:sp>
      <p:sp>
        <p:nvSpPr>
          <p:cNvPr id="17" name="text-13">
            <a:extLst xmlns:a="http://schemas.openxmlformats.org/drawingml/2006/main">
              <a:ext uri="{FF2B5EF4-FFF2-40B4-BE49-F238E27FC236}">
                <a16:creationId xmlns:a16="http://schemas.microsoft.com/office/drawing/2014/main" id="{65740433-EFC8-4FC0-9389-1F74198CAF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95c655678147e6"/>
              </a:rPr>
              <a:t>Log tests</a:t>
            </a:r>
          </a:p>
        </p:txBody>
      </p:sp>
      <p:sp>
        <p:nvSpPr>
          <p:cNvPr id="18" name="text-14">
            <a:extLst xmlns:a="http://schemas.openxmlformats.org/drawingml/2006/main">
              <a:ext uri="{FF2B5EF4-FFF2-40B4-BE49-F238E27FC236}">
                <a16:creationId xmlns:a16="http://schemas.microsoft.com/office/drawing/2014/main" id="{F8769156-97EC-4A48-BD2E-1D2ADB20C5E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59685166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E56214A-ADD5-441F-B020-B0562A132F2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14FD3641-E57A-487A-BA9D-C3EFAD09493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975194BA-8E4A-4B8D-84C6-5A9389DD2E61}"/>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CB430C5-9F32-4558-BFA9-63B81A684C9A}"/>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5F6614E8-F181-4585-8689-3B483C24D47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66014C9-B77F-413B-B679-152F5E27AF25}"/>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E3541A76-2370-417B-92AA-E91B66D66E6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E190EE9-5256-4B7D-A820-0842BDF7C81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F95F58CD-2FE8-44A8-A85B-78C61E5D08A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A628759-CC1C-4720-913F-A35EDD8192B5}"/>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1EF1139-DA3E-4D7E-AF2E-85C158FE4A3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EED8E922-42CD-492D-B740-A350628A3C5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2E151BD2-8920-40BB-A133-52FC06284CB4}"/>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4D95E710-45E7-49A5-8377-F46D1A4CFCA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70D3DFE-4F61-4074-A503-8A7EF29A3C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212489653a74893"/>
              </a:rPr>
              <a:t>Report builder</a:t>
            </a:r>
          </a:p>
        </p:txBody>
      </p:sp>
      <p:sp>
        <p:nvSpPr>
          <p:cNvPr id="16" name="text-14">
            <a:extLst xmlns:a="http://schemas.openxmlformats.org/drawingml/2006/main">
              <a:ext uri="{FF2B5EF4-FFF2-40B4-BE49-F238E27FC236}">
                <a16:creationId xmlns:a16="http://schemas.microsoft.com/office/drawing/2014/main" id="{629DCEC5-2D12-47FF-91CE-D965187E649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bf379809824d0d"/>
              </a:rPr>
              <a:t>Report tests</a:t>
            </a:r>
          </a:p>
        </p:txBody>
      </p:sp>
      <p:sp>
        <p:nvSpPr>
          <p:cNvPr id="17" name="text-15">
            <a:extLst xmlns:a="http://schemas.openxmlformats.org/drawingml/2006/main">
              <a:ext uri="{FF2B5EF4-FFF2-40B4-BE49-F238E27FC236}">
                <a16:creationId xmlns:a16="http://schemas.microsoft.com/office/drawing/2014/main" id="{9F224E78-742C-4B62-9322-D86C42BB3E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852dcf1d3b240fc"/>
              </a:rPr>
              <a:t>Integration replay</a:t>
            </a:r>
          </a:p>
        </p:txBody>
      </p:sp>
      <p:sp>
        <p:nvSpPr>
          <p:cNvPr id="18" name="text-16">
            <a:extLst xmlns:a="http://schemas.openxmlformats.org/drawingml/2006/main">
              <a:ext uri="{FF2B5EF4-FFF2-40B4-BE49-F238E27FC236}">
                <a16:creationId xmlns:a16="http://schemas.microsoft.com/office/drawing/2014/main" id="{8E3BEFEC-6C40-47BB-BCDD-6DEB9AB5A40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9641984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A4F90199-7905-4104-9B3B-B637575251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D1A1F2D1-554A-4625-9A4B-7A13AF88AC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4C1243B3-9524-469F-AA7D-12AA9B536F9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0F9A165-F98B-4926-8235-89E292D2A3F4}"/>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D5C85346-17C9-4A34-BAE5-9ADE5DA088C5}"/>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889BD66-1A9F-4276-AA12-4FA7BEA87D14}"/>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C7E54F-B0AD-467E-A9BF-DBE58214413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34020A7-1EF9-40FC-85DD-37579863075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2F649CD4-507D-4538-93CC-6F9BBFBA14F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13E722C4-18A3-4AC5-9F65-8ADA129505F6}"/>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A703B9-31E3-4BA7-8CFA-BA5AF474BEF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DFD2DA0-E29B-42EE-B092-735178ECB6D5}"/>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28036A1C-DA0F-4D50-B8C0-F194F33128C1}"/>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64943744-083C-48D5-81AF-9132D3763C35}"/>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8CA7008-AEB0-4781-A547-30B0D1F8E45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1D47A69-BE34-43D6-99DD-DF0A1123B41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C82AF03F-C1BD-41FA-9BBC-7212294260B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8AAD8889-C8A2-4ED5-9DE1-D117E7AAF85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CC8CDDF5-2D3D-4BC2-BC22-91BB96248BD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44C7247-8AA3-4715-9C86-47C43C7CF08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7a50a6865743ad"/>
              </a:rPr>
              <a:t>Pipeline lifecycle</a:t>
            </a:r>
          </a:p>
        </p:txBody>
      </p:sp>
      <p:sp>
        <p:nvSpPr>
          <p:cNvPr id="21" name="text-13">
            <a:extLst xmlns:a="http://schemas.openxmlformats.org/drawingml/2006/main">
              <a:ext uri="{FF2B5EF4-FFF2-40B4-BE49-F238E27FC236}">
                <a16:creationId xmlns:a16="http://schemas.microsoft.com/office/drawing/2014/main" id="{A1611AC5-4DE5-4781-BD90-34B29054486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7da3a9b6794b81"/>
              </a:rPr>
              <a:t>Lifecycle integration</a:t>
            </a:r>
          </a:p>
        </p:txBody>
      </p:sp>
      <p:sp>
        <p:nvSpPr>
          <p:cNvPr id="22" name="text-14">
            <a:extLst xmlns:a="http://schemas.openxmlformats.org/drawingml/2006/main">
              <a:ext uri="{FF2B5EF4-FFF2-40B4-BE49-F238E27FC236}">
                <a16:creationId xmlns:a16="http://schemas.microsoft.com/office/drawing/2014/main" id="{F78A0D1D-2F65-4095-BED6-9310F477104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2380662fac4c0f"/>
              </a:rPr>
              <a:t>One-shot test</a:t>
            </a:r>
          </a:p>
        </p:txBody>
      </p:sp>
      <p:sp>
        <p:nvSpPr>
          <p:cNvPr id="23" name="text-15">
            <a:extLst xmlns:a="http://schemas.openxmlformats.org/drawingml/2006/main">
              <a:ext uri="{FF2B5EF4-FFF2-40B4-BE49-F238E27FC236}">
                <a16:creationId xmlns:a16="http://schemas.microsoft.com/office/drawing/2014/main" id="{31DF7D4C-B11B-4065-AE13-71E3A3734E0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4470014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A16E7F5-CFA5-4423-AB62-58EEA59091A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4B9DA569-A42E-4111-AF4A-E155CF7BBD3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A01FCA74-EB73-457C-B72B-17E7202D577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27CAD1EA-C367-4E6F-BBBF-1DCFDB99E6D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D4552311-573A-425D-8CF5-C24701698E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381B1FB-5702-4FDB-AE05-0D69F19062F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115C8EDD-B2BB-44C3-A806-CAB41E304B7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DECEDAB2-BA99-454C-AC05-0A3576945DE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52E6968-0C78-43DB-9458-A0E2891BDFA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7BDF568E-156A-423C-804F-9FEFC094292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8B0507C9-9F64-4FEA-96B1-25ABB198D17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7E1FFD1-C322-4CE3-B465-D18B8F887BD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EAFF3A3F-90FC-4811-AE77-D9F4129E531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756B2231-A349-49C7-955A-D31E631B23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5892746-44B9-463F-93B0-A5E8F782B83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ae4269d55549a2"/>
              </a:rPr>
              <a:t>Pipeline error path</a:t>
            </a:r>
          </a:p>
        </p:txBody>
      </p:sp>
      <p:sp>
        <p:nvSpPr>
          <p:cNvPr id="16" name="text-12">
            <a:extLst xmlns:a="http://schemas.openxmlformats.org/drawingml/2006/main">
              <a:ext uri="{FF2B5EF4-FFF2-40B4-BE49-F238E27FC236}">
                <a16:creationId xmlns:a16="http://schemas.microsoft.com/office/drawing/2014/main" id="{F04469FE-CFC7-4054-8E9B-813E8CB2A9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010610f0a6d42f9"/>
              </a:rPr>
              <a:t>Failure tests</a:t>
            </a:r>
          </a:p>
        </p:txBody>
      </p:sp>
      <p:sp>
        <p:nvSpPr>
          <p:cNvPr id="17" name="text-13">
            <a:extLst xmlns:a="http://schemas.openxmlformats.org/drawingml/2006/main">
              <a:ext uri="{FF2B5EF4-FFF2-40B4-BE49-F238E27FC236}">
                <a16:creationId xmlns:a16="http://schemas.microsoft.com/office/drawing/2014/main" id="{F2336EA0-5098-47D1-ACC2-B4D57C3746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3cacf00e324ce7"/>
              </a:rPr>
              <a:t>Harness model</a:t>
            </a:r>
          </a:p>
        </p:txBody>
      </p:sp>
      <p:sp>
        <p:nvSpPr>
          <p:cNvPr id="18" name="text-14">
            <a:extLst xmlns:a="http://schemas.openxmlformats.org/drawingml/2006/main">
              <a:ext uri="{FF2B5EF4-FFF2-40B4-BE49-F238E27FC236}">
                <a16:creationId xmlns:a16="http://schemas.microsoft.com/office/drawing/2014/main" id="{049B334C-90D4-421B-A245-BE8E357FD83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326809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ECC88E1-54B7-474C-BC0F-475CE939B7C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3F809DDB-23CE-48F1-B0EE-9130210A490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3D4BDF33-7346-4E51-BFC9-5C71CCA9D0D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E899D683-AFD2-40D2-A888-30BF1374C19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7AA142C4-FD74-4D56-8B52-11AA2BECD6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2A8A5B5-1E53-4436-B90D-4C39ADD0AAB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27DB3AD9-F9FC-40B3-B29E-FC3795C5E50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FFBC4F1A-850B-40D4-BDEB-34E666201B1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6481EAE-C677-481D-808A-83DFD85BC50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079D7D10-C44C-419D-867F-B59D70DED1D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A5D0EE14-3F54-436B-91C6-D81C2BCB3C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79F9BFD-5FA4-4E5B-B12B-6B7E318962E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1047C512-EC9E-478B-81C6-8C66541B8C6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81413F4C-4669-4049-8951-2EE620276D2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C152F91-F78E-4588-B3E7-904D7FBA551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8a4a5632bf548fe"/>
              </a:rPr>
              <a:t>Fixture evaluator</a:t>
            </a:r>
          </a:p>
        </p:txBody>
      </p:sp>
      <p:sp>
        <p:nvSpPr>
          <p:cNvPr id="16" name="text-12">
            <a:extLst xmlns:a="http://schemas.openxmlformats.org/drawingml/2006/main">
              <a:ext uri="{FF2B5EF4-FFF2-40B4-BE49-F238E27FC236}">
                <a16:creationId xmlns:a16="http://schemas.microsoft.com/office/drawing/2014/main" id="{B4AEF335-0B8A-49C4-BA3A-2D46DB107C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b6500098eb4df5"/>
              </a:rPr>
              <a:t>Annotation data</a:t>
            </a:r>
          </a:p>
        </p:txBody>
      </p:sp>
      <p:sp>
        <p:nvSpPr>
          <p:cNvPr id="17" name="text-13">
            <a:extLst xmlns:a="http://schemas.openxmlformats.org/drawingml/2006/main">
              <a:ext uri="{FF2B5EF4-FFF2-40B4-BE49-F238E27FC236}">
                <a16:creationId xmlns:a16="http://schemas.microsoft.com/office/drawing/2014/main" id="{EC7B9CAE-68D5-479C-B424-F9455D38561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ca3e69410064d32"/>
              </a:rPr>
              <a:t>Evaluator tests</a:t>
            </a:r>
          </a:p>
        </p:txBody>
      </p:sp>
      <p:sp>
        <p:nvSpPr>
          <p:cNvPr id="18" name="text-14">
            <a:extLst xmlns:a="http://schemas.openxmlformats.org/drawingml/2006/main">
              <a:ext uri="{FF2B5EF4-FFF2-40B4-BE49-F238E27FC236}">
                <a16:creationId xmlns:a16="http://schemas.microsoft.com/office/drawing/2014/main" id="{14AB0903-1132-4656-9A2E-7143A36C8B0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2556349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E9054E9-D854-47AF-9408-F39D7110A54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BFED939E-3B50-444B-AAE3-F79F92D914D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A1342C6-0B4B-438F-9471-7933DCB576A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A4D314EB-1DAA-42E2-BF4E-A807417C3BCA}"/>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235C8B9C-6FCC-4599-A6E1-27FD6AFF4D2C}"/>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1CE16FEC-6F35-4443-B546-C5068447D12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10B8BAB5-417F-4EBA-ACB3-CDD1E67AEA9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3910E5D2-4748-4832-8689-E100F28FB559}"/>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5DC24B03-079D-4515-8228-012B73ACF1A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A8B692E8-C2B6-4D42-B27D-6E3DCADEA2B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F7DFFA4-7E40-4741-A13F-D31487592ED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6F24A88A-4DF8-413D-930D-31EDD0C40D88}"/>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FE0B213C-B82D-4D5B-8742-36848FAC9182}"/>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49B3681F-AB60-486E-9397-846456BE674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66C8F9BE-F526-492B-9EF7-104AEF2DCA2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EDD481FA-1B3F-4A18-9837-CE93E76D8F5F}"/>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3746E400-E6FE-4473-ABD2-27B5629B1764}"/>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00EDF7FA-F81E-446E-B8AF-61DB8EBBBD4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E075A119-1A07-44AC-989E-822039942B8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70297BCC-995A-4EAF-8DBF-1681EF03821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06f3fe3abf4738"/>
              </a:rPr>
              <a:t>Positive evaluation</a:t>
            </a:r>
          </a:p>
        </p:txBody>
      </p:sp>
      <p:sp>
        <p:nvSpPr>
          <p:cNvPr id="21" name="text-17">
            <a:extLst xmlns:a="http://schemas.openxmlformats.org/drawingml/2006/main">
              <a:ext uri="{FF2B5EF4-FFF2-40B4-BE49-F238E27FC236}">
                <a16:creationId xmlns:a16="http://schemas.microsoft.com/office/drawing/2014/main" id="{9DA82C2A-18E0-480B-82AF-680A346F006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c2a20c6317448f"/>
              </a:rPr>
              <a:t>Negative evaluation</a:t>
            </a:r>
          </a:p>
        </p:txBody>
      </p:sp>
      <p:sp>
        <p:nvSpPr>
          <p:cNvPr id="22" name="text-18">
            <a:extLst xmlns:a="http://schemas.openxmlformats.org/drawingml/2006/main">
              <a:ext uri="{FF2B5EF4-FFF2-40B4-BE49-F238E27FC236}">
                <a16:creationId xmlns:a16="http://schemas.microsoft.com/office/drawing/2014/main" id="{40B3EC24-8305-4F72-BC4B-20091D241AC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b44448fa494d15"/>
              </a:rPr>
              <a:t>Positive report</a:t>
            </a:r>
          </a:p>
        </p:txBody>
      </p:sp>
      <p:sp>
        <p:nvSpPr>
          <p:cNvPr id="23" name="text-19">
            <a:extLst xmlns:a="http://schemas.openxmlformats.org/drawingml/2006/main">
              <a:ext uri="{FF2B5EF4-FFF2-40B4-BE49-F238E27FC236}">
                <a16:creationId xmlns:a16="http://schemas.microsoft.com/office/drawing/2014/main" id="{4A9871B3-C0BB-49DB-A6E4-3826907EBA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1078445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58817C0-516C-4DEB-B02E-BF9409C8326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5B57D3F4-2C41-4D19-B801-2C1EE2C2942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A748D38D-D3C6-48D0-A248-804895F1117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111E33F6-B5AE-4964-9F47-ACCC003006E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72E9BBC5-DB6D-4F09-934F-C514F5DC3F9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9173E21-F156-46F4-A722-C0E1B27D750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7DFD8926-A970-4B5A-9E88-FE2AAD399D7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C00C92F8-9DEE-439A-9B65-0B9F205CC67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81AC750-7E35-44A5-A5D8-7F970D39434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984C5352-D844-4650-9548-3C35248B75B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65ECAF33-9CD5-48C3-8D6B-0082AEE0F43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AE7AFB5-D142-4D36-9316-0D0FD7892AF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E0D4BA63-6DF9-4230-A0CC-4F4AAA2D455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842D3DE6-DA5C-4EBC-AEA0-A74E7790FD3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2356C18-8955-45E7-92E8-F84819D7E8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d14fb8d1684d73"/>
              </a:rPr>
              <a:t>Comparator</a:t>
            </a:r>
          </a:p>
        </p:txBody>
      </p:sp>
      <p:sp>
        <p:nvSpPr>
          <p:cNvPr id="16" name="text-12">
            <a:extLst xmlns:a="http://schemas.openxmlformats.org/drawingml/2006/main">
              <a:ext uri="{FF2B5EF4-FFF2-40B4-BE49-F238E27FC236}">
                <a16:creationId xmlns:a16="http://schemas.microsoft.com/office/drawing/2014/main" id="{FA276886-76FE-45D2-86CC-E9964E2C9EC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0896bf5efad4910"/>
              </a:rPr>
              <a:t>Evaluation CLI</a:t>
            </a:r>
          </a:p>
        </p:txBody>
      </p:sp>
      <p:sp>
        <p:nvSpPr>
          <p:cNvPr id="17" name="text-13">
            <a:extLst xmlns:a="http://schemas.openxmlformats.org/drawingml/2006/main">
              <a:ext uri="{FF2B5EF4-FFF2-40B4-BE49-F238E27FC236}">
                <a16:creationId xmlns:a16="http://schemas.microsoft.com/office/drawing/2014/main" id="{4B196821-74C3-4E3C-AAE8-BE03643853E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8cc8d9a1df2434e"/>
              </a:rPr>
              <a:t>Comparator tests</a:t>
            </a:r>
          </a:p>
        </p:txBody>
      </p:sp>
      <p:sp>
        <p:nvSpPr>
          <p:cNvPr id="18" name="text-14">
            <a:extLst xmlns:a="http://schemas.openxmlformats.org/drawingml/2006/main">
              <a:ext uri="{FF2B5EF4-FFF2-40B4-BE49-F238E27FC236}">
                <a16:creationId xmlns:a16="http://schemas.microsoft.com/office/drawing/2014/main" id="{F3AA181E-4317-45EE-8F41-577B550A6D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6379903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C380054-41F4-4FFC-A0B9-94897CB451C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85D50A7D-DDC9-4E28-A4AA-3D75892CE6D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56221EA4-7185-4E00-BE7A-AEF1C2A5396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F36C9ED-4307-4C61-BAE3-22EBBC654C3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ADC36EB4-A73F-4BCA-A9F0-24AC3A1F4D7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29D95747-E1AA-43A8-8233-4743EC063F9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CA4A5F-7D8F-4F08-9FE3-C6BC7EEE69C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65F942A-85CE-48E3-A975-E7154929920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CA2D1BCB-3B67-40DC-BE7E-F91069B005E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0A72DB3D-B66A-4B06-AE0E-95E24DA972D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AEFF9F-7B34-4453-81DF-6EDD701A6B6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288C5D6-3E16-4307-9760-A6091AB1AA1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12E388A5-C9BD-4DC9-A869-F3286DB3AC1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DC7CD211-74EC-4AE8-BFE9-55E60534725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6CBE9F-314D-48E4-8CCB-8447BE5B511D}"/>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8C93167-F16F-474D-9A80-7C1DB9EBE9E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7094062A-C66F-4824-BD38-AC88DA6515A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2CF37FE4-55F3-4FC4-B1D6-F79868D8C7F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D11916C-8441-403D-B7AD-F035AAECB15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1F38975-AF72-4E67-A0A4-D4BE15920A9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bc27bd3ce64cd1"/>
              </a:rPr>
              <a:t>Bootstrap</a:t>
            </a:r>
          </a:p>
        </p:txBody>
      </p:sp>
      <p:sp>
        <p:nvSpPr>
          <p:cNvPr id="21" name="text-13">
            <a:extLst xmlns:a="http://schemas.openxmlformats.org/drawingml/2006/main">
              <a:ext uri="{FF2B5EF4-FFF2-40B4-BE49-F238E27FC236}">
                <a16:creationId xmlns:a16="http://schemas.microsoft.com/office/drawing/2014/main" id="{4A7086F5-812B-4913-B209-0F25FAA20D5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ff23d190fe466e"/>
              </a:rPr>
              <a:t>Harness model</a:t>
            </a:r>
          </a:p>
        </p:txBody>
      </p:sp>
      <p:sp>
        <p:nvSpPr>
          <p:cNvPr id="22" name="text-14">
            <a:extLst xmlns:a="http://schemas.openxmlformats.org/drawingml/2006/main">
              <a:ext uri="{FF2B5EF4-FFF2-40B4-BE49-F238E27FC236}">
                <a16:creationId xmlns:a16="http://schemas.microsoft.com/office/drawing/2014/main" id="{35537CD2-C11C-4438-B245-B406AFE45EA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8fa3b39ad0d4126"/>
              </a:rPr>
              <a:t>Bundle checks</a:t>
            </a:r>
          </a:p>
        </p:txBody>
      </p:sp>
      <p:sp>
        <p:nvSpPr>
          <p:cNvPr id="23" name="text-15">
            <a:extLst xmlns:a="http://schemas.openxmlformats.org/drawingml/2006/main">
              <a:ext uri="{FF2B5EF4-FFF2-40B4-BE49-F238E27FC236}">
                <a16:creationId xmlns:a16="http://schemas.microsoft.com/office/drawing/2014/main" id="{304A2040-E462-4A89-BFE1-C2082346A04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9724101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209810F-912E-4D85-B6E0-FF344B6DD61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65E61225-1199-4CA7-BE82-F77EC64063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2D454825-1ED0-4CB0-B59C-A10194185B4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110C2AAE-0FF1-4DE7-94CD-A62347C6A3D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592B8C87-FDCD-43DA-91DD-8F11702A61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86F815C-2DFC-4D72-A204-4230FBBF2B9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4DD1118-6A75-4DFB-886A-751303630DB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8EA37E38-C923-433A-ABB8-8412AF803F7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D2EF33A-13DC-4538-894B-8E49D1E05D2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95142648-B776-423B-9E05-8D642137F0B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6C939E6-EC65-455C-921C-BDB647DAB69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D40876-94F2-4BAF-AC22-CDD6AECEACC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0D1DBC8B-8FB3-48A2-BEBD-646660041BF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150DD9D8-9C7B-48A7-9F6E-498E5E1B0B8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26F6EEF9-DE4C-4A58-8E5C-65A2BDA8E19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7AB3631-7036-4B55-9BEF-4163E6F805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f5db12944d64ec6"/>
              </a:rPr>
              <a:t>Diagnostic scheme</a:t>
            </a:r>
          </a:p>
        </p:txBody>
      </p:sp>
      <p:sp>
        <p:nvSpPr>
          <p:cNvPr id="17" name="text-13">
            <a:extLst xmlns:a="http://schemas.openxmlformats.org/drawingml/2006/main">
              <a:ext uri="{FF2B5EF4-FFF2-40B4-BE49-F238E27FC236}">
                <a16:creationId xmlns:a16="http://schemas.microsoft.com/office/drawing/2014/main" id="{67E0A2B5-2C49-442B-A3F8-FE530086882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6b77a61be74452"/>
              </a:rPr>
              <a:t>Harness export</a:t>
            </a:r>
          </a:p>
        </p:txBody>
      </p:sp>
      <p:sp>
        <p:nvSpPr>
          <p:cNvPr id="18" name="text-14">
            <a:extLst xmlns:a="http://schemas.openxmlformats.org/drawingml/2006/main">
              <a:ext uri="{FF2B5EF4-FFF2-40B4-BE49-F238E27FC236}">
                <a16:creationId xmlns:a16="http://schemas.microsoft.com/office/drawing/2014/main" id="{FB7A90BB-A9C6-4042-99C1-FC843636619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c9cfc1d5d940cd"/>
              </a:rPr>
              <a:t>Phone verification</a:t>
            </a:r>
          </a:p>
        </p:txBody>
      </p:sp>
      <p:sp>
        <p:nvSpPr>
          <p:cNvPr id="19" name="text-15">
            <a:extLst xmlns:a="http://schemas.openxmlformats.org/drawingml/2006/main">
              <a:ext uri="{FF2B5EF4-FFF2-40B4-BE49-F238E27FC236}">
                <a16:creationId xmlns:a16="http://schemas.microsoft.com/office/drawing/2014/main" id="{47088C52-60D3-4186-8F7E-95DDAB922C7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83110670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3780E65-7BF4-47DA-BAF8-083D3DBA587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09DB2802-6E2A-46E7-95DF-7D633301443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EBDD934A-AD7F-41A5-A004-7AE7764AF7D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DB6405BC-D77C-4472-8C01-7153B0FF0E4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4376AE0B-6365-4582-ABC1-89C14F767AA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923E9CC-37D1-4211-966F-C266103AFD7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D05DAE58-444D-467A-B0F8-F17DDB4970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C2B895BC-B64E-4043-B097-36E05FABC22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65FEE84-180B-4ADF-A47F-9BC017862D4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72BFECA7-0F21-49A3-935B-D769853FD8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96A4A242-A06F-49F0-A02B-2D5B8C19D5B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FCFB4BE-0610-4434-81C1-F005495456A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58ECCD13-EDCC-4517-8ADD-E79409777C0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2429B3DD-B628-4707-8EB8-67022AA9A7C4}"/>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07754745-CFCF-4CDB-9AD2-05ED99D5C3F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39322C4B-8286-401C-87C3-3B2A5474A28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a044a8f1d94b5b"/>
              </a:rPr>
              <a:t>Harness replay</a:t>
            </a:r>
          </a:p>
        </p:txBody>
      </p:sp>
      <p:sp>
        <p:nvSpPr>
          <p:cNvPr id="17" name="text-13">
            <a:extLst xmlns:a="http://schemas.openxmlformats.org/drawingml/2006/main">
              <a:ext uri="{FF2B5EF4-FFF2-40B4-BE49-F238E27FC236}">
                <a16:creationId xmlns:a16="http://schemas.microsoft.com/office/drawing/2014/main" id="{EE37B08C-360F-4E1B-9908-56003691718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d28d5101c434d4f"/>
              </a:rPr>
              <a:t>Comparator preconditions</a:t>
            </a:r>
          </a:p>
        </p:txBody>
      </p:sp>
      <p:sp>
        <p:nvSpPr>
          <p:cNvPr id="18" name="text-14">
            <a:extLst xmlns:a="http://schemas.openxmlformats.org/drawingml/2006/main">
              <a:ext uri="{FF2B5EF4-FFF2-40B4-BE49-F238E27FC236}">
                <a16:creationId xmlns:a16="http://schemas.microsoft.com/office/drawing/2014/main" id="{622BC69C-9192-46C4-9325-8322BCA703A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38eb083fd241ab"/>
              </a:rPr>
              <a:t>Report resources</a:t>
            </a:r>
          </a:p>
        </p:txBody>
      </p:sp>
      <p:sp>
        <p:nvSpPr>
          <p:cNvPr id="19" name="text-15">
            <a:extLst xmlns:a="http://schemas.openxmlformats.org/drawingml/2006/main">
              <a:ext uri="{FF2B5EF4-FFF2-40B4-BE49-F238E27FC236}">
                <a16:creationId xmlns:a16="http://schemas.microsoft.com/office/drawing/2014/main" id="{3F2C3097-D1CE-4285-A21F-7026F44B4AF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63643661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675FA36-5C22-4D0A-8F67-2D4F084B66B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D69FBB60-C56C-4F17-AB60-9A0F5051ED1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7132E811-258A-4696-99D8-4D4709044FE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4209695E-2DF7-49CD-A1D4-3BBCE81F128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0C326BD0-0D54-49AF-AAC5-43133B7A25C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AEA3F4E-DB73-4017-B944-EBC117B7628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BE7AC8FA-2CF5-4CEE-9D53-D2DE89776B7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13B84456-14D8-4BC0-A6F3-86E6DFBB27A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814EFE3-F8B2-4907-A271-5BA9DC69E2E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AD2FD132-904D-45BE-8DD8-F3CBD9687D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576D4E16-9DF3-4F64-AB4C-0E08F538445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9519A95-9A33-44A4-B920-0BA3D34F69B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6A3BF82C-5D62-4069-9670-E27DFA727AD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65905BB6-859D-4B82-BD27-2A8EB239C66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ABA3036-D00A-4812-83B8-0BE63E14D61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7c1367dfd8b4ddc"/>
              </a:rPr>
              <a:t>Production pipeline</a:t>
            </a:r>
          </a:p>
        </p:txBody>
      </p:sp>
      <p:sp>
        <p:nvSpPr>
          <p:cNvPr id="16" name="text-12">
            <a:extLst xmlns:a="http://schemas.openxmlformats.org/drawingml/2006/main">
              <a:ext uri="{FF2B5EF4-FFF2-40B4-BE49-F238E27FC236}">
                <a16:creationId xmlns:a16="http://schemas.microsoft.com/office/drawing/2014/main" id="{1C867D07-57EB-48B9-B132-18627E7529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4c26e54b744c20"/>
              </a:rPr>
              <a:t>Integration suite</a:t>
            </a:r>
          </a:p>
        </p:txBody>
      </p:sp>
      <p:sp>
        <p:nvSpPr>
          <p:cNvPr id="17" name="text-13">
            <a:extLst xmlns:a="http://schemas.openxmlformats.org/drawingml/2006/main">
              <a:ext uri="{FF2B5EF4-FFF2-40B4-BE49-F238E27FC236}">
                <a16:creationId xmlns:a16="http://schemas.microsoft.com/office/drawing/2014/main" id="{E98AE078-5FB0-41E4-B6FF-30211569EB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5f95832d31f4409"/>
              </a:rPr>
              <a:t>Package boundaries</a:t>
            </a:r>
          </a:p>
        </p:txBody>
      </p:sp>
      <p:sp>
        <p:nvSpPr>
          <p:cNvPr id="18" name="text-14">
            <a:extLst xmlns:a="http://schemas.openxmlformats.org/drawingml/2006/main">
              <a:ext uri="{FF2B5EF4-FFF2-40B4-BE49-F238E27FC236}">
                <a16:creationId xmlns:a16="http://schemas.microsoft.com/office/drawing/2014/main" id="{88E027BB-1F27-4F8B-B077-FE083202A92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0227851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8F63974-A69F-4E40-9AB0-606E765860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E90F29A4-B703-4AFF-8C64-032E1FDE98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4E61E693-8FCA-4294-B88D-2A84CCD1803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86F70B55-1991-48C4-88DF-6E5E0893271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8A9F99A5-6F81-466B-AEB8-09BFE773E95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47A8F2D-A23A-45A0-A2B8-B77DA897A61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E46E8F44-8E61-45FA-8FC0-DA2B1444377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49F4406C-3EFC-4C81-9A43-E0D32EF803C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457EAD2-317B-4A09-8688-04D2E52153F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DC6A1E8E-B4AF-40BE-BAB9-4E016DF51FB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65B68148-3D8C-4A39-BA6E-1C721B70C81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F48A826-7983-485B-9CD4-947564D63C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790888E9-5C05-493B-89DC-D4CA1C5528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EC3BD9BA-86DF-4C6F-8262-60F1AD70658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5EA666E-6518-4910-B473-AFF283122B0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b6b68b58954b16"/>
              </a:rPr>
              <a:t>Source package</a:t>
            </a:r>
          </a:p>
        </p:txBody>
      </p:sp>
      <p:sp>
        <p:nvSpPr>
          <p:cNvPr id="16" name="text-12">
            <a:extLst xmlns:a="http://schemas.openxmlformats.org/drawingml/2006/main">
              <a:ext uri="{FF2B5EF4-FFF2-40B4-BE49-F238E27FC236}">
                <a16:creationId xmlns:a16="http://schemas.microsoft.com/office/drawing/2014/main" id="{449680A6-29FC-4124-887C-FA251391C13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d42bb86fea84b97"/>
              </a:rPr>
              <a:t>Test package</a:t>
            </a:r>
          </a:p>
        </p:txBody>
      </p:sp>
      <p:sp>
        <p:nvSpPr>
          <p:cNvPr id="17" name="text-13">
            <a:extLst xmlns:a="http://schemas.openxmlformats.org/drawingml/2006/main">
              <a:ext uri="{FF2B5EF4-FFF2-40B4-BE49-F238E27FC236}">
                <a16:creationId xmlns:a16="http://schemas.microsoft.com/office/drawing/2014/main" id="{110790EE-EE3D-47C8-912F-9015CEF823A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e050088e8b4185"/>
              </a:rPr>
              <a:t>Acceptance record</a:t>
            </a:r>
          </a:p>
        </p:txBody>
      </p:sp>
      <p:sp>
        <p:nvSpPr>
          <p:cNvPr id="18" name="text-14">
            <a:extLst xmlns:a="http://schemas.openxmlformats.org/drawingml/2006/main">
              <a:ext uri="{FF2B5EF4-FFF2-40B4-BE49-F238E27FC236}">
                <a16:creationId xmlns:a16="http://schemas.microsoft.com/office/drawing/2014/main" id="{D8A9CBC9-3034-423F-8D6F-403B93F33D4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85968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2026-09-21T02:03:37.3080000Z</dcterms:created>
  <dcterms:modified xsi:type="dcterms:W3CDTF">2026-09-21T02:03:37.3080000Z</dcterms:modified>
</coreProperties>
</file>