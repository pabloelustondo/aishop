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59f6e56d6b49a1" /><Relationship Type="http://schemas.openxmlformats.org/officeDocument/2006/relationships/extended-properties" Target="/docProps/app.xml" Id="Rfb528e0c406b4ea9" /><Relationship Type="http://schemas.openxmlformats.org/officeDocument/2006/relationships/officeDocument" Target="/ppt/presentation.xml" Id="Rde42cd76cb944e45" /></Relationships>
</file>

<file path=ppt/presentation.xml><?xml version="1.0" encoding="utf-8"?>
<p:presentation xmlns:p="http://schemas.openxmlformats.org/presentationml/2006/main">
  <p:sldMasterIdLst>
    <p:sldMasterId xmlns:r="http://schemas.openxmlformats.org/officeDocument/2006/relationships" id="2147483648" r:id="R15a83f68d21a4246"/>
  </p:sldMasterIdLst>
  <p:notesMasterIdLst>
    <p:notesMasterId xmlns:r="http://schemas.openxmlformats.org/officeDocument/2006/relationships" r:id="R8775cb94723342e7"/>
  </p:notesMasterIdLst>
  <p:sldIdLst>
    <p:sldId xmlns:r="http://schemas.openxmlformats.org/officeDocument/2006/relationships" id="256" r:id="R711d0938dcc94a10"/>
    <p:sldId xmlns:r="http://schemas.openxmlformats.org/officeDocument/2006/relationships" id="257" r:id="R0ebb8053a7a04f2f"/>
    <p:sldId xmlns:r="http://schemas.openxmlformats.org/officeDocument/2006/relationships" id="258" r:id="R2f67ba3dfaad444a"/>
    <p:sldId xmlns:r="http://schemas.openxmlformats.org/officeDocument/2006/relationships" id="259" r:id="Re42ed9ca5117483d"/>
    <p:sldId xmlns:r="http://schemas.openxmlformats.org/officeDocument/2006/relationships" id="260" r:id="R6940ae5f9a5e470a"/>
    <p:sldId xmlns:r="http://schemas.openxmlformats.org/officeDocument/2006/relationships" id="261" r:id="R3e6c25f033d4424c"/>
    <p:sldId xmlns:r="http://schemas.openxmlformats.org/officeDocument/2006/relationships" id="262" r:id="Rb33066ba88b54b1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756ee58f084fcd" /><Relationship Type="http://schemas.openxmlformats.org/officeDocument/2006/relationships/slideMaster" Target="/ppt/slideMasters/slideMaster1.xml" Id="R15a83f68d21a4246" /><Relationship Type="http://schemas.openxmlformats.org/officeDocument/2006/relationships/notesMaster" Target="/ppt/notesMasters/notesMaster1.xml" Id="R8775cb94723342e7" /><Relationship Type="http://schemas.openxmlformats.org/officeDocument/2006/relationships/presProps" Target="/ppt/presProps.xml" Id="Rca85f4b589414e3b" /><Relationship Type="http://schemas.openxmlformats.org/officeDocument/2006/relationships/tableStyles" Target="/ppt/tableStyles.xml" Id="R1ab3204004f745c4" /><Relationship Type="http://schemas.openxmlformats.org/officeDocument/2006/relationships/slide" Target="/ppt/slides/slide1.xml" Id="R711d0938dcc94a10" /><Relationship Type="http://schemas.openxmlformats.org/officeDocument/2006/relationships/slide" Target="/ppt/slides/slide2.xml" Id="R0ebb8053a7a04f2f" /><Relationship Type="http://schemas.openxmlformats.org/officeDocument/2006/relationships/slide" Target="/ppt/slides/slide3.xml" Id="R2f67ba3dfaad444a" /><Relationship Type="http://schemas.openxmlformats.org/officeDocument/2006/relationships/slide" Target="/ppt/slides/slide4.xml" Id="Re42ed9ca5117483d" /><Relationship Type="http://schemas.openxmlformats.org/officeDocument/2006/relationships/slide" Target="/ppt/slides/slide5.xml" Id="R6940ae5f9a5e470a" /><Relationship Type="http://schemas.openxmlformats.org/officeDocument/2006/relationships/slide" Target="/ppt/slides/slide6.xml" Id="R3e6c25f033d4424c" /><Relationship Type="http://schemas.openxmlformats.org/officeDocument/2006/relationships/slide" Target="/ppt/slides/slide7.xml" Id="Rb33066ba88b54b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0ffe7107794f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4b26a0f75143cc" /><Relationship Type="http://schemas.openxmlformats.org/officeDocument/2006/relationships/notesMaster" Target="/ppt/notesMasters/notesMaster1.xml" Id="Ra4c338ea27b249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bcccecfe9f4d57" /><Relationship Type="http://schemas.openxmlformats.org/officeDocument/2006/relationships/notesMaster" Target="/ppt/notesMasters/notesMaster1.xml" Id="Re49c772c7e584b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781c546f4f41a4" /><Relationship Type="http://schemas.openxmlformats.org/officeDocument/2006/relationships/notesMaster" Target="/ppt/notesMasters/notesMaster1.xml" Id="R2585d1f4a53248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218a3171204989" /><Relationship Type="http://schemas.openxmlformats.org/officeDocument/2006/relationships/notesMaster" Target="/ppt/notesMasters/notesMaster1.xml" Id="R79c274a9808c4d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eb3acbb198437b" /><Relationship Type="http://schemas.openxmlformats.org/officeDocument/2006/relationships/notesMaster" Target="/ppt/notesMasters/notesMaster1.xml" Id="Rb5b3cae17bea45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b55ee6ad724179" /><Relationship Type="http://schemas.openxmlformats.org/officeDocument/2006/relationships/notesMaster" Target="/ppt/notesMasters/notesMaster1.xml" Id="R5170def553d64e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189c4cf8994af2" /><Relationship Type="http://schemas.openxmlformats.org/officeDocument/2006/relationships/notesMaster" Target="/ppt/notesMasters/notesMaster1.xml" Id="R549414467ad348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walkthrough explains AIShopVision's first foundation: using Apple Vision to raise a provisional signal while a prerecorded video is still playing.</a:t>
            </a:r>
          </a:p>
          <a:p xmlns:a="http://schemas.openxmlformats.org/drawingml/2006/main">
            <a:r>
              <a:t/>
            </a:r>
          </a:p>
          <a:p xmlns:a="http://schemas.openxmlformats.org/drawingml/2006/main">
            <a:r>
              <a:t>We begin with the intent, then show the two real fixture videos and the HITL journey. The positive fixture contains a banana. The control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7b167088d44c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2888f51e954fed" /><Relationship Type="http://schemas.openxmlformats.org/officeDocument/2006/relationships/slideLayout" Target="/ppt/slideLayouts/slideLayout1.xml" Id="Rd1ab9af8b32244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ab9af8b32244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e41f7a396942f8" /><Relationship Type="http://schemas.openxmlformats.org/officeDocument/2006/relationships/notesSlide" Target="/ppt/notesSlides/notesSlide1.xml" Id="R0d4ff2a143584a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635d4adcbd42d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12c977a7ccef4b96" /><Relationship Type="http://schemas.openxmlformats.org/officeDocument/2006/relationships/notesSlide" Target="/ppt/notesSlides/notesSlide2.xml" Id="R9d461e1ba7b14c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1750f54fae4ea9" /><Relationship Type="http://schemas.openxmlformats.org/officeDocument/2006/relationships/image" Target="/ppt/media/image.jpeg" Id="R02a3c3fd3a1c445c" /><Relationship Type="http://schemas.openxmlformats.org/officeDocument/2006/relationships/image" Target="/ppt/media/image2.jpeg" Id="R9177eba9c85a487e"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5868364332b34c1f" /><Relationship Type="http://schemas.openxmlformats.org/officeDocument/2006/relationships/hyperlink" Target="file:///Users/paboelustodo/Library/CloudStorage/GoogleDrive-pablo.elustondo@gmail.com/My%20Drive%202/1-GIT-PROJECTS/aishop/ios/AIShop/AIShopVision/Tests/AIShopVisionTests/Resources" TargetMode="External" Id="R2c3950386db348c6" /><Relationship Type="http://schemas.openxmlformats.org/officeDocument/2006/relationships/hyperlink" Target="file:///Users/paboelustodo/Library/CloudStorage/GoogleDrive-pablo.elustondo@gmail.com/My%20Drive%202/1-GIT-PROJECTS/aishop/ios/AIShop/AIShop/Diagnostics/VisionDiagnosticHarness.swift" TargetMode="External" Id="R50b99ca9152345c4" /><Relationship Type="http://schemas.openxmlformats.org/officeDocument/2006/relationships/notesSlide" Target="/ppt/notesSlides/notesSlide3.xml" Id="Raf1fd29467a441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b6f395d8074216" /><Relationship Type="http://schemas.openxmlformats.org/officeDocument/2006/relationships/hyperlink" Target="file:///Users/paboelustodo/Library/CloudStorage/GoogleDrive-pablo.elustondo@gmail.com/My%20Drive%202/1-GIT-PROJECTS/aishop/e2e/ios/run.zsh" TargetMode="External" Id="R4019ea34259247cf"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70c116bf913c4a6f" /><Relationship Type="http://schemas.openxmlformats.org/officeDocument/2006/relationships/hyperlink" Target="file:///Users/paboelustodo/Library/CloudStorage/GoogleDrive-pablo.elustondo@gmail.com/My%20Drive%202/1-GIT-PROJECTS/aishop/ios/AIShop/AIShopTests/" TargetMode="External" Id="Recec43bfa9004f92" /><Relationship Type="http://schemas.openxmlformats.org/officeDocument/2006/relationships/notesSlide" Target="/ppt/notesSlides/notesSlide4.xml" Id="R4c689203e59d47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850a3a34a24d95" /><Relationship Type="http://schemas.openxmlformats.org/officeDocument/2006/relationships/hyperlink" Target="file:///Users/paboelustodo/Library/CloudStorage/GoogleDrive-pablo.elustondo@gmail.com/My%20Drive%202/1-GIT-PROJECTS/aishop/ios/AIShop/AIShopVision/Sources/AIShopVision/" TargetMode="External" Id="Rc04c4c050ca84aa7" /><Relationship Type="http://schemas.openxmlformats.org/officeDocument/2006/relationships/hyperlink" Target="file:///Users/paboelustodo/Library/CloudStorage/GoogleDrive-pablo.elustondo@gmail.com/My%20Drive%202/1-GIT-PROJECTS/aishop/ios/AIShop/AIShop/Diagnostics/" TargetMode="External" Id="Rde5d3e321f22409c" /><Relationship Type="http://schemas.openxmlformats.org/officeDocument/2006/relationships/hyperlink" Target="file:///Users/paboelustodo/Library/CloudStorage/GoogleDrive-pablo.elustondo@gmail.com/My%20Drive%202/1-GIT-PROJECTS/aishop/ios/AIShop/AIShopVision/Sources/AIShopVisionEvaluation/" TargetMode="External" Id="Rae05a8b7351b4693" /><Relationship Type="http://schemas.openxmlformats.org/officeDocument/2006/relationships/notesSlide" Target="/ppt/notesSlides/notesSlide5.xml" Id="R4eeda9f44b7d4c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033d2a519c469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99c1b37126f4802"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8a9c6bdfcdff4727"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69582d06f83745d5" /><Relationship Type="http://schemas.openxmlformats.org/officeDocument/2006/relationships/notesSlide" Target="/ppt/notesSlides/notesSlide6.xml" Id="Rec591a400e3b4d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a947ed9ba043a5"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3d4487ff95864550"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858a37ea49d14c99" /><Relationship Type="http://schemas.openxmlformats.org/officeDocument/2006/relationships/hyperlink" Target="file:///Users/paboelustodo/Library/CloudStorage/GoogleDrive-pablo.elustondo@gmail.com/My%20Drive%202/1-GIT-PROJECTS/aishop/ios/AIShop/AIShop/Diagnostics/VisionHarnessModel.swift" TargetMode="External" Id="R19fa5f75f33243a6" /><Relationship Type="http://schemas.openxmlformats.org/officeDocument/2006/relationships/notesSlide" Target="/ppt/notesSlides/notesSlide7.xml" Id="R592600f9f4b249c1"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5456BDA-8803-4E5E-819B-3619A6E91267}"/>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6E7A4D6B-F8A4-496C-8B22-0D20CA555AE4}"/>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Finding a product</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during video playback</a:t>
            </a:r>
          </a:p>
        </p:txBody>
      </p:sp>
      <p:sp>
        <p:nvSpPr>
          <p:cNvPr id="3" name="text-2">
            <a:extLst xmlns:a="http://schemas.openxmlformats.org/drawingml/2006/main">
              <a:ext uri="{FF2B5EF4-FFF2-40B4-BE49-F238E27FC236}">
                <a16:creationId xmlns:a16="http://schemas.microsoft.com/office/drawing/2014/main" id="{B7B3EC09-1BEB-4BD0-96E3-A5E2BF32B1AE}"/>
              </a:ext>
            </a:extLst>
          </p:cNvPr>
          <p:cNvSpPr>
            <a:spLocks xmlns:a="http://schemas.openxmlformats.org/drawingml/2006/main" noGrp="1"/>
          </p:cNvSpPr>
          <p:nvPr/>
        </p:nvSpPr>
        <p:spPr>
          <a:xfrm xmlns:a="http://schemas.openxmlformats.org/drawingml/2006/main">
            <a:off x="876300" y="5105400"/>
            <a:ext cx="13487400" cy="1506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Apple Vision signals a possible match before prerecorded</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playback ends</a:t>
            </a:r>
          </a:p>
        </p:txBody>
      </p:sp>
      <p:sp>
        <p:nvSpPr>
          <p:cNvPr id="4" name="text-3">
            <a:extLst xmlns:a="http://schemas.openxmlformats.org/drawingml/2006/main">
              <a:ext uri="{FF2B5EF4-FFF2-40B4-BE49-F238E27FC236}">
                <a16:creationId xmlns:a16="http://schemas.microsoft.com/office/drawing/2014/main" id="{619393F7-F0A0-4258-8219-AC5FEFDAC829}"/>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08 / working tree / 20 September 2026</a:t>
            </a:r>
          </a:p>
        </p:txBody>
      </p:sp>
    </p:spTree>
    <p:extLst>
      <p:ext uri="{BB962C8B-B14F-4D97-AF65-F5344CB8AC3E}">
        <p14:creationId xmlns:p14="http://schemas.microsoft.com/office/powerpoint/2010/main" val="9090090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CB85A6BF-36E6-4A7B-A09A-243CFCE7F30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61C12D2B-B18C-4507-8BB6-4325BBA36A2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CEA9160E-8A22-4667-935F-3A78822572D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BE7F974A-85AF-403F-9B23-7EA369E7D7E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CD72C617-C47C-4CA2-890B-3573D52E40B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567D913-9E42-41B2-B2F3-355708E1DDC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D02D36BF-1327-460E-9218-5DDA3E18B5A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C134B75E-E057-4BA3-8596-43B5D82B4DE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C53F46A-31DA-47BF-B6E0-6D0D3E7F0C6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7D269A80-9195-4749-8FCF-D0F36ACA585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22DB60D4-A4E2-4808-B10F-5B9AEA37430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E9E458C-D629-4367-918E-C0CCE375FD0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661255A7-1A90-4E1F-A791-851ED842D831}"/>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D8735F9F-1271-429B-A568-5A023CD6708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C87B3BA-C443-4DDC-9DB5-A71CE34C6AD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c977a7ccef4b96"/>
              </a:rPr>
              <a:t>Pipeline</a:t>
            </a:r>
          </a:p>
        </p:txBody>
      </p:sp>
      <p:sp>
        <p:nvSpPr>
          <p:cNvPr id="16" name="text-12">
            <a:extLst xmlns:a="http://schemas.openxmlformats.org/drawingml/2006/main">
              <a:ext uri="{FF2B5EF4-FFF2-40B4-BE49-F238E27FC236}">
                <a16:creationId xmlns:a16="http://schemas.microsoft.com/office/drawing/2014/main" id="{8448D103-D6E1-4CE4-9DD1-D6837051010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13201267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4C19CC5D-1106-4F37-BA5C-2E782411879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CB43A171-2381-481D-A689-E629BDE653E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7F6C1DCE-C1E8-40E1-8FAA-FB02C8576DF4}"/>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9391071B-5C3D-46D1-8524-2337B5C7DBEF}"/>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2a3c3fd3a1c445c"/>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EDEAAA3A-1AAD-42E6-9130-4C00C0FD607F}"/>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16ED3556-F59C-47EA-8F81-E4F020BEFA78}"/>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C4999509-6E08-459B-962E-26E67EF25D96}"/>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AE2F2923-D251-4209-8A5B-6DCFBB90FE81}"/>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177eba9c85a487e"/>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2B764F1F-B3BB-43BA-BFCA-8AF15A7AFFD4}"/>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11F9EA61-F71E-4031-8F5E-90C6C6AA9E77}"/>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A557064C-8C59-4254-A3A6-DE9D67C47E30}"/>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0CA64350-B659-4042-BAC1-675C6C5A571A}"/>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91F543FB-6417-4269-812F-998082EF6E8D}"/>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A20CDE9C-FF1B-4774-BC5A-0695A13B5A49}"/>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9D2E54F8-430A-43DA-9193-694223519291}"/>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AAACECD3-C002-479D-9F64-EA4EFD140537}"/>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590AA555-DAD1-43AD-9DA3-EDB03899504D}"/>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E6D5B58E-167B-48BC-A22C-DAB4F76AE645}"/>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8049D436-A084-418B-AAD5-763961DD70D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215C5601-7630-4C70-991D-C7384E2430B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868364332b34c1f"/>
              </a:rPr>
              <a:t>Fixture annotations</a:t>
            </a:r>
          </a:p>
        </p:txBody>
      </p:sp>
      <p:sp>
        <p:nvSpPr>
          <p:cNvPr id="23" name="text-18">
            <a:extLst xmlns:a="http://schemas.openxmlformats.org/drawingml/2006/main">
              <a:ext uri="{FF2B5EF4-FFF2-40B4-BE49-F238E27FC236}">
                <a16:creationId xmlns:a16="http://schemas.microsoft.com/office/drawing/2014/main" id="{D14EA963-6863-41FE-A434-B4B42604EBC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c3950386db348c6"/>
              </a:rPr>
              <a:t>Fixture resources</a:t>
            </a:r>
          </a:p>
        </p:txBody>
      </p:sp>
      <p:sp>
        <p:nvSpPr>
          <p:cNvPr id="24" name="text-19">
            <a:extLst xmlns:a="http://schemas.openxmlformats.org/drawingml/2006/main">
              <a:ext uri="{FF2B5EF4-FFF2-40B4-BE49-F238E27FC236}">
                <a16:creationId xmlns:a16="http://schemas.microsoft.com/office/drawing/2014/main" id="{E3AFF90F-8A81-4FEB-AB46-3BDD1E6EEA3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0b99ca9152345c4"/>
              </a:rPr>
              <a:t>Harness screen</a:t>
            </a:r>
          </a:p>
        </p:txBody>
      </p:sp>
      <p:sp>
        <p:nvSpPr>
          <p:cNvPr id="25" name="text-20">
            <a:extLst xmlns:a="http://schemas.openxmlformats.org/drawingml/2006/main">
              <a:ext uri="{FF2B5EF4-FFF2-40B4-BE49-F238E27FC236}">
                <a16:creationId xmlns:a16="http://schemas.microsoft.com/office/drawing/2014/main" id="{190B928D-BB88-4580-9E86-F3F2F540A6C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14920106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AD6B161-BC69-40A5-A513-15B5AAFC0B0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34AB7037-74E1-401F-8D4E-34D7D6D65D0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09131223-8E45-469C-A946-52497F6F51F7}"/>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D580BEE5-4A2A-4DA2-91EE-4C99DAA29947}"/>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521617C0-43A9-479A-AC32-BE2547EC4D79}"/>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F9257C58-B37E-4AC3-BC76-9EF3FF73F4EC}"/>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904FD44C-FE6B-4168-A467-0D4377738348}"/>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BBA1CCBC-15DC-42E9-8190-9CCBBB971545}"/>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7AF35097-29FB-4F49-BD63-B8380D8F1C70}"/>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84164A2A-8109-4080-AD34-3B7E744753A5}"/>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D130323E-763E-4CDE-B2C0-446DA191F631}"/>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53D6E1CE-DE3F-4E20-92B9-46F1F592C579}"/>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B40A1639-6BB2-48F6-B47C-447E3F22FA8B}"/>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FAC8EA11-45AE-4EC2-B3D3-306581637BE0}"/>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BC384688-660C-4FF3-AAA2-20E02462F31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DD53C169-AD59-441E-8A2B-EA2F75A2623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019ea34259247cf"/>
              </a:rPr>
              <a:t>Mac gate</a:t>
            </a:r>
          </a:p>
        </p:txBody>
      </p:sp>
      <p:sp>
        <p:nvSpPr>
          <p:cNvPr id="17" name="text-14">
            <a:extLst xmlns:a="http://schemas.openxmlformats.org/drawingml/2006/main">
              <a:ext uri="{FF2B5EF4-FFF2-40B4-BE49-F238E27FC236}">
                <a16:creationId xmlns:a16="http://schemas.microsoft.com/office/drawing/2014/main" id="{B42F54B5-A676-4DBA-BA26-3968358AC5C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0c116bf913c4a6f"/>
              </a:rPr>
              <a:t>Integration tests</a:t>
            </a:r>
          </a:p>
        </p:txBody>
      </p:sp>
      <p:sp>
        <p:nvSpPr>
          <p:cNvPr id="18" name="text-15">
            <a:extLst xmlns:a="http://schemas.openxmlformats.org/drawingml/2006/main">
              <a:ext uri="{FF2B5EF4-FFF2-40B4-BE49-F238E27FC236}">
                <a16:creationId xmlns:a16="http://schemas.microsoft.com/office/drawing/2014/main" id="{93BABE72-9BA3-4F64-AD83-C9D9FE889BF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ec43bfa9004f92"/>
              </a:rPr>
              <a:t>App tests</a:t>
            </a:r>
          </a:p>
        </p:txBody>
      </p:sp>
      <p:sp>
        <p:nvSpPr>
          <p:cNvPr id="19" name="text-16">
            <a:extLst xmlns:a="http://schemas.openxmlformats.org/drawingml/2006/main">
              <a:ext uri="{FF2B5EF4-FFF2-40B4-BE49-F238E27FC236}">
                <a16:creationId xmlns:a16="http://schemas.microsoft.com/office/drawing/2014/main" id="{06EC7943-57B6-475E-9892-2FD6499EC1B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2409937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F5D8EF9F-63A6-49EB-B6FF-E977E2CAB34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68BDF365-C0EF-46EE-AF1F-8B4298D6FA1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8DCA8F9C-DDC5-4102-BCCB-8B913530DA10}"/>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34F5A8D-90AF-4784-AAF4-C10B3C90D091}"/>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63FB3358-3CE9-4D7C-B07E-6D954290F2B5}"/>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C96FE4F5-2D63-4742-B4DC-A64C0B2171D1}"/>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71FDC2-A4CB-4F74-A4DC-E812E332DE33}"/>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0C11849-E730-4746-BE2A-1FA69F725259}"/>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E958EE70-5A78-41A8-AE59-5E768390E22D}"/>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986235BD-C9B6-4C0C-85AA-4D1952E44674}"/>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1F5197-EA0C-4486-822A-CBCE0DC4D856}"/>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5623BC12-BA8B-4B8C-9A3C-BC293A8D1C87}"/>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D18EFE2F-811F-4832-AD4C-DC7357847A72}"/>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20BDE6DB-9CAB-42A1-BC13-35C1270E5C2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EC74F86-956D-44F5-98B9-22F85D9137AC}"/>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5DB6686F-6E52-4297-B834-7D72C9475FB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6A600EEB-158A-41CA-97FB-14152F6A132A}"/>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3C1EB05F-267A-4BC0-8E0C-671FFBFCCC68}"/>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8446B0A-8C5A-4F10-9C45-DFA8EF1BC751}"/>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C7B434F8-E350-4746-84C6-F9DCD7730B24}"/>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845529A7-D1E0-4676-8D60-E175EBE87142}"/>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7E1AB27B-82DF-473E-B5BA-6FF29AD9B98C}"/>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9C4BE9FF-C3A9-4FBF-A1BC-7BB1C470520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53FE1EE0-D281-4227-8D32-05FE85C9814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4c4c050ca84aa7"/>
              </a:rPr>
              <a:t>Core package</a:t>
            </a:r>
          </a:p>
        </p:txBody>
      </p:sp>
      <p:sp>
        <p:nvSpPr>
          <p:cNvPr id="25" name="text-15">
            <a:extLst xmlns:a="http://schemas.openxmlformats.org/drawingml/2006/main">
              <a:ext uri="{FF2B5EF4-FFF2-40B4-BE49-F238E27FC236}">
                <a16:creationId xmlns:a16="http://schemas.microsoft.com/office/drawing/2014/main" id="{C9C0AF69-21A1-421B-BEF7-64D7A842A37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e5d3e321f22409c"/>
              </a:rPr>
              <a:t>Harness</a:t>
            </a:r>
          </a:p>
        </p:txBody>
      </p:sp>
      <p:sp>
        <p:nvSpPr>
          <p:cNvPr id="26" name="text-16">
            <a:extLst xmlns:a="http://schemas.openxmlformats.org/drawingml/2006/main">
              <a:ext uri="{FF2B5EF4-FFF2-40B4-BE49-F238E27FC236}">
                <a16:creationId xmlns:a16="http://schemas.microsoft.com/office/drawing/2014/main" id="{D0E3B80C-ABE1-4F16-8558-2E4447A86A7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e05a8b7351b4693"/>
              </a:rPr>
              <a:t>Evaluator</a:t>
            </a:r>
          </a:p>
        </p:txBody>
      </p:sp>
      <p:sp>
        <p:nvSpPr>
          <p:cNvPr id="27" name="text-17">
            <a:extLst xmlns:a="http://schemas.openxmlformats.org/drawingml/2006/main">
              <a:ext uri="{FF2B5EF4-FFF2-40B4-BE49-F238E27FC236}">
                <a16:creationId xmlns:a16="http://schemas.microsoft.com/office/drawing/2014/main" id="{F0076E09-6CBD-4BC4-905A-9D130B53660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8945531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EB6256BA-A724-449C-B66E-B71D36518EE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650B95B1-03BA-49A8-A72D-F14C3A762AE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29BFF16D-F945-4239-9440-591F9E5CB87D}"/>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77B919AE-C6E9-41C8-A79E-016EE79ACFF5}"/>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22FBF7C5-1855-47E1-A65C-E7E49F4336E5}"/>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96BD6E20-A54C-47E1-A54A-300FE18716F2}"/>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FCB3929-CF3D-40F2-88A6-5C1975DF3315}"/>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727FBC4E-DB71-4375-B76C-576C808B45FA}"/>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5B60514B-A9DA-48B6-8252-945A571C1903}"/>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0A93895C-2CAE-4944-86C3-276C84101856}"/>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48EE48-06A4-467F-8D6A-170E1B8F92E3}"/>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882A75E-1CE2-48AC-9DCD-1C9B33D97E1D}"/>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C73833CB-AEE8-4A33-A2FB-A00E62C4B0FE}"/>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34F74063-1767-40ED-A29C-31535F52853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AE75B8-ABA1-4D51-A11A-8394445CC94F}"/>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301CC91-2803-4B3D-9034-9E1524AF51B0}"/>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ED28376D-4F59-44AC-B533-92845B1EBDE7}"/>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E56594B9-4647-47BB-8E8B-01D5468853AA}"/>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25376F3-DD9A-40F0-B6F4-F38F5C9F5A2B}"/>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4BE214D8-FD2C-4326-975E-0A259E447B22}"/>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95575C81-1D3E-40E1-9EC8-6BA717DE0B9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44EA8B97-6E73-4D40-9441-05BBD8E76F9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4BF82B10-0451-43E4-B7AD-E975F611F25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17B9AA90-CE87-4ED7-B1F6-7FF743D9B0E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99c1b37126f4802"/>
              </a:rPr>
              <a:t>Pipeline source</a:t>
            </a:r>
          </a:p>
        </p:txBody>
      </p:sp>
      <p:sp>
        <p:nvSpPr>
          <p:cNvPr id="25" name="text-15">
            <a:extLst xmlns:a="http://schemas.openxmlformats.org/drawingml/2006/main">
              <a:ext uri="{FF2B5EF4-FFF2-40B4-BE49-F238E27FC236}">
                <a16:creationId xmlns:a16="http://schemas.microsoft.com/office/drawing/2014/main" id="{1A37A042-750A-47A9-8002-BD4C6A9C823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a9c6bdfcdff4727"/>
              </a:rPr>
              <a:t>Recorder</a:t>
            </a:r>
          </a:p>
        </p:txBody>
      </p:sp>
      <p:sp>
        <p:nvSpPr>
          <p:cNvPr id="26" name="text-16">
            <a:extLst xmlns:a="http://schemas.openxmlformats.org/drawingml/2006/main">
              <a:ext uri="{FF2B5EF4-FFF2-40B4-BE49-F238E27FC236}">
                <a16:creationId xmlns:a16="http://schemas.microsoft.com/office/drawing/2014/main" id="{929A01B2-A38A-4EC3-AA30-62240669E8C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9582d06f83745d5"/>
              </a:rPr>
              <a:t>Pipeline tests</a:t>
            </a:r>
          </a:p>
        </p:txBody>
      </p:sp>
      <p:sp>
        <p:nvSpPr>
          <p:cNvPr id="27" name="text-17">
            <a:extLst xmlns:a="http://schemas.openxmlformats.org/drawingml/2006/main">
              <a:ext uri="{FF2B5EF4-FFF2-40B4-BE49-F238E27FC236}">
                <a16:creationId xmlns:a16="http://schemas.microsoft.com/office/drawing/2014/main" id="{D6ABF0D5-6CD4-4982-8C58-5B8F1341BC4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21142974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F90A3618-338A-4EE1-9F53-948C81DC078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4BE46402-06A0-4390-A888-17BA7426DAF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F9F091B5-DA2B-40D3-8A0A-4846C763F127}"/>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C65E8B7-B95E-4F2D-B09C-F5F32225F226}"/>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0FBD4271-DC6D-4A26-B2A2-97427B94B2A8}"/>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42B9BAB1-523A-48E4-B36F-4A0AF7F64DB4}"/>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DBC187-6130-46ED-955E-AB3AA59EC22C}"/>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B1CBCC61-761E-411A-81EA-21F083985496}"/>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94452310-7C93-49C9-A748-D9931C04799C}"/>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C2685ED1-BFF9-4930-B17F-CC79A0BEF37D}"/>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18BE0F-D1FC-45D1-9103-CBB70DDBE0A2}"/>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C228078-8806-4E8F-984F-D0CF36A282D1}"/>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8EC6A485-7624-4D62-A34B-B7DAD3582A95}"/>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51463A9C-7713-40CF-90D4-8DABADB0E07E}"/>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BD4F33E-94D0-42C5-8744-61C28DBDC277}"/>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1F3D7BF-28CC-4AAE-9F80-778C3911D4F8}"/>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6F0739E8-6FD9-4FE6-A850-41C9C6DFB0F3}"/>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869684AA-DE71-4EB7-8F7F-3A0499985CBB}"/>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97E545B-3912-4A1B-9F5F-D9D5BE8B1B03}"/>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89364199-D0CE-462D-B2E7-678DB70C45DA}"/>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CC3F42EA-111E-4C1C-9452-3F0EB35469A4}"/>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A1D11C52-B00B-47F6-8A09-7EA3CAF59A2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D0116AD4-648A-4283-A4C8-FDC09C6AB6D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71978C31-DD18-4D78-B7CF-05CF4DE0690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4487ff95864550"/>
              </a:rPr>
              <a:t>Pipeline</a:t>
            </a:r>
          </a:p>
        </p:txBody>
      </p:sp>
      <p:sp>
        <p:nvSpPr>
          <p:cNvPr id="25" name="text-15">
            <a:extLst xmlns:a="http://schemas.openxmlformats.org/drawingml/2006/main">
              <a:ext uri="{FF2B5EF4-FFF2-40B4-BE49-F238E27FC236}">
                <a16:creationId xmlns:a16="http://schemas.microsoft.com/office/drawing/2014/main" id="{D5D5DC57-5B15-4015-9973-89D3E4D8CED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58a37ea49d14c99"/>
              </a:rPr>
              <a:t>Recorder</a:t>
            </a:r>
          </a:p>
        </p:txBody>
      </p:sp>
      <p:sp>
        <p:nvSpPr>
          <p:cNvPr id="26" name="text-16">
            <a:extLst xmlns:a="http://schemas.openxmlformats.org/drawingml/2006/main">
              <a:ext uri="{FF2B5EF4-FFF2-40B4-BE49-F238E27FC236}">
                <a16:creationId xmlns:a16="http://schemas.microsoft.com/office/drawing/2014/main" id="{C8629C73-BB2F-43DB-8AA2-2E6FB22A693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9fa5f75f33243a6"/>
              </a:rPr>
              <a:t>Harness model</a:t>
            </a:r>
          </a:p>
        </p:txBody>
      </p:sp>
      <p:sp>
        <p:nvSpPr>
          <p:cNvPr id="27" name="text-17">
            <a:extLst xmlns:a="http://schemas.openxmlformats.org/drawingml/2006/main">
              <a:ext uri="{FF2B5EF4-FFF2-40B4-BE49-F238E27FC236}">
                <a16:creationId xmlns:a16="http://schemas.microsoft.com/office/drawing/2014/main" id="{5A5B79DF-8171-47E7-8743-7D1EA912680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20908244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2026-09-21T02:03:39.7600000Z</dcterms:created>
  <dcterms:modified xsi:type="dcterms:W3CDTF">2026-09-21T02:03:39.7600000Z</dcterms:modified>
</coreProperties>
</file>