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76e81ef0234b8b" /><Relationship Type="http://schemas.openxmlformats.org/officeDocument/2006/relationships/extended-properties" Target="/docProps/app.xml" Id="R3786c00655c64222" /><Relationship Type="http://schemas.openxmlformats.org/officeDocument/2006/relationships/officeDocument" Target="/ppt/presentation.xml" Id="R7e24923e6faf4028" /></Relationships>
</file>

<file path=ppt/presentation.xml><?xml version="1.0" encoding="utf-8"?>
<p:presentation xmlns:p="http://schemas.openxmlformats.org/presentationml/2006/main">
  <p:sldMasterIdLst>
    <p:sldMasterId xmlns:r="http://schemas.openxmlformats.org/officeDocument/2006/relationships" id="2147483648" r:id="R07a99e101fe74d78"/>
  </p:sldMasterIdLst>
  <p:notesMasterIdLst>
    <p:notesMasterId xmlns:r="http://schemas.openxmlformats.org/officeDocument/2006/relationships" r:id="Rc6b77cd3933343c4"/>
  </p:notesMasterIdLst>
  <p:sldIdLst>
    <p:sldId xmlns:r="http://schemas.openxmlformats.org/officeDocument/2006/relationships" id="256" r:id="R3bfbce7210ff444a"/>
    <p:sldId xmlns:r="http://schemas.openxmlformats.org/officeDocument/2006/relationships" id="257" r:id="Rbe038a5752744a9b"/>
    <p:sldId xmlns:r="http://schemas.openxmlformats.org/officeDocument/2006/relationships" id="258" r:id="Rc4e1745395a94d50"/>
    <p:sldId xmlns:r="http://schemas.openxmlformats.org/officeDocument/2006/relationships" id="259" r:id="Rf3bf56d6c9824be5"/>
    <p:sldId xmlns:r="http://schemas.openxmlformats.org/officeDocument/2006/relationships" id="260" r:id="R46c0228b685d4b78"/>
    <p:sldId xmlns:r="http://schemas.openxmlformats.org/officeDocument/2006/relationships" id="261" r:id="R6930b727036944a8"/>
    <p:sldId xmlns:r="http://schemas.openxmlformats.org/officeDocument/2006/relationships" id="262" r:id="Rb3f67fddec464077"/>
    <p:sldId xmlns:r="http://schemas.openxmlformats.org/officeDocument/2006/relationships" id="263" r:id="Rff254a861c1847c9"/>
    <p:sldId xmlns:r="http://schemas.openxmlformats.org/officeDocument/2006/relationships" id="264" r:id="R7146b925566a4746"/>
    <p:sldId xmlns:r="http://schemas.openxmlformats.org/officeDocument/2006/relationships" id="265" r:id="Rca775adef7bb4a8b"/>
    <p:sldId xmlns:r="http://schemas.openxmlformats.org/officeDocument/2006/relationships" id="266" r:id="Rfb54367be8674bc2"/>
    <p:sldId xmlns:r="http://schemas.openxmlformats.org/officeDocument/2006/relationships" id="267" r:id="R57a0bc35013c463e"/>
    <p:sldId xmlns:r="http://schemas.openxmlformats.org/officeDocument/2006/relationships" id="268" r:id="R4719118c31be437d"/>
    <p:sldId xmlns:r="http://schemas.openxmlformats.org/officeDocument/2006/relationships" id="269" r:id="R6b4a353fceff413c"/>
    <p:sldId xmlns:r="http://schemas.openxmlformats.org/officeDocument/2006/relationships" id="270" r:id="R4df0800367af4c39"/>
    <p:sldId xmlns:r="http://schemas.openxmlformats.org/officeDocument/2006/relationships" id="271" r:id="Readf12e33161472c"/>
    <p:sldId xmlns:r="http://schemas.openxmlformats.org/officeDocument/2006/relationships" id="272" r:id="R12b683f47df64023"/>
    <p:sldId xmlns:r="http://schemas.openxmlformats.org/officeDocument/2006/relationships" id="273" r:id="Re20a76b7e46044c5"/>
    <p:sldId xmlns:r="http://schemas.openxmlformats.org/officeDocument/2006/relationships" id="274" r:id="R64eadb25881e416b"/>
    <p:sldId xmlns:r="http://schemas.openxmlformats.org/officeDocument/2006/relationships" id="275" r:id="R999ad98a8d3540ff"/>
    <p:sldId xmlns:r="http://schemas.openxmlformats.org/officeDocument/2006/relationships" id="276" r:id="R00c852a494dc4d96"/>
    <p:sldId xmlns:r="http://schemas.openxmlformats.org/officeDocument/2006/relationships" id="277" r:id="Rc99aaaa7f5f146e4"/>
    <p:sldId xmlns:r="http://schemas.openxmlformats.org/officeDocument/2006/relationships" id="278" r:id="R6819ad5cf43a483e"/>
    <p:sldId xmlns:r="http://schemas.openxmlformats.org/officeDocument/2006/relationships" id="279" r:id="R3bf365626b1742da"/>
    <p:sldId xmlns:r="http://schemas.openxmlformats.org/officeDocument/2006/relationships" id="280" r:id="R69a823d9df854344"/>
    <p:sldId xmlns:r="http://schemas.openxmlformats.org/officeDocument/2006/relationships" id="281" r:id="Ra5316d7dc9b54b4e"/>
    <p:sldId xmlns:r="http://schemas.openxmlformats.org/officeDocument/2006/relationships" id="282" r:id="Ree002b3f158845d2"/>
    <p:sldId xmlns:r="http://schemas.openxmlformats.org/officeDocument/2006/relationships" id="283" r:id="R600d02782eda4a7d"/>
    <p:sldId xmlns:r="http://schemas.openxmlformats.org/officeDocument/2006/relationships" id="284" r:id="R224637334fb14070"/>
    <p:sldId xmlns:r="http://schemas.openxmlformats.org/officeDocument/2006/relationships" id="285" r:id="Rd2e2d43113124ff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f2120822c64edb" /><Relationship Type="http://schemas.openxmlformats.org/officeDocument/2006/relationships/slideMaster" Target="/ppt/slideMasters/slideMaster1.xml" Id="R07a99e101fe74d78" /><Relationship Type="http://schemas.openxmlformats.org/officeDocument/2006/relationships/notesMaster" Target="/ppt/notesMasters/notesMaster1.xml" Id="Rc6b77cd3933343c4" /><Relationship Type="http://schemas.openxmlformats.org/officeDocument/2006/relationships/presProps" Target="/ppt/presProps.xml" Id="R74d1fe971bbd4ac5" /><Relationship Type="http://schemas.openxmlformats.org/officeDocument/2006/relationships/tableStyles" Target="/ppt/tableStyles.xml" Id="Rc0bd2cb911cf43f5" /><Relationship Type="http://schemas.openxmlformats.org/officeDocument/2006/relationships/slide" Target="/ppt/slides/slide1.xml" Id="R3bfbce7210ff444a" /><Relationship Type="http://schemas.openxmlformats.org/officeDocument/2006/relationships/slide" Target="/ppt/slides/slide2.xml" Id="Rbe038a5752744a9b" /><Relationship Type="http://schemas.openxmlformats.org/officeDocument/2006/relationships/slide" Target="/ppt/slides/slide3.xml" Id="Rc4e1745395a94d50" /><Relationship Type="http://schemas.openxmlformats.org/officeDocument/2006/relationships/slide" Target="/ppt/slides/slide4.xml" Id="Rf3bf56d6c9824be5" /><Relationship Type="http://schemas.openxmlformats.org/officeDocument/2006/relationships/slide" Target="/ppt/slides/slide5.xml" Id="R46c0228b685d4b78" /><Relationship Type="http://schemas.openxmlformats.org/officeDocument/2006/relationships/slide" Target="/ppt/slides/slide6.xml" Id="R6930b727036944a8" /><Relationship Type="http://schemas.openxmlformats.org/officeDocument/2006/relationships/slide" Target="/ppt/slides/slide7.xml" Id="Rb3f67fddec464077" /><Relationship Type="http://schemas.openxmlformats.org/officeDocument/2006/relationships/slide" Target="/ppt/slides/slide8.xml" Id="Rff254a861c1847c9" /><Relationship Type="http://schemas.openxmlformats.org/officeDocument/2006/relationships/slide" Target="/ppt/slides/slide9.xml" Id="R7146b925566a4746" /><Relationship Type="http://schemas.openxmlformats.org/officeDocument/2006/relationships/slide" Target="/ppt/slides/slide10.xml" Id="Rca775adef7bb4a8b" /><Relationship Type="http://schemas.openxmlformats.org/officeDocument/2006/relationships/slide" Target="/ppt/slides/slide11.xml" Id="Rfb54367be8674bc2" /><Relationship Type="http://schemas.openxmlformats.org/officeDocument/2006/relationships/slide" Target="/ppt/slides/slide12.xml" Id="R57a0bc35013c463e" /><Relationship Type="http://schemas.openxmlformats.org/officeDocument/2006/relationships/slide" Target="/ppt/slides/slide13.xml" Id="R4719118c31be437d" /><Relationship Type="http://schemas.openxmlformats.org/officeDocument/2006/relationships/slide" Target="/ppt/slides/slide14.xml" Id="R6b4a353fceff413c" /><Relationship Type="http://schemas.openxmlformats.org/officeDocument/2006/relationships/slide" Target="/ppt/slides/slide15.xml" Id="R4df0800367af4c39" /><Relationship Type="http://schemas.openxmlformats.org/officeDocument/2006/relationships/slide" Target="/ppt/slides/slide16.xml" Id="Readf12e33161472c" /><Relationship Type="http://schemas.openxmlformats.org/officeDocument/2006/relationships/slide" Target="/ppt/slides/slide17.xml" Id="R12b683f47df64023" /><Relationship Type="http://schemas.openxmlformats.org/officeDocument/2006/relationships/slide" Target="/ppt/slides/slide18.xml" Id="Re20a76b7e46044c5" /><Relationship Type="http://schemas.openxmlformats.org/officeDocument/2006/relationships/slide" Target="/ppt/slides/slide19.xml" Id="R64eadb25881e416b" /><Relationship Type="http://schemas.openxmlformats.org/officeDocument/2006/relationships/slide" Target="/ppt/slides/slide20.xml" Id="R999ad98a8d3540ff" /><Relationship Type="http://schemas.openxmlformats.org/officeDocument/2006/relationships/slide" Target="/ppt/slides/slide21.xml" Id="R00c852a494dc4d96" /><Relationship Type="http://schemas.openxmlformats.org/officeDocument/2006/relationships/slide" Target="/ppt/slides/slide22.xml" Id="Rc99aaaa7f5f146e4" /><Relationship Type="http://schemas.openxmlformats.org/officeDocument/2006/relationships/slide" Target="/ppt/slides/slide23.xml" Id="R6819ad5cf43a483e" /><Relationship Type="http://schemas.openxmlformats.org/officeDocument/2006/relationships/slide" Target="/ppt/slides/slide24.xml" Id="R3bf365626b1742da" /><Relationship Type="http://schemas.openxmlformats.org/officeDocument/2006/relationships/slide" Target="/ppt/slides/slide25.xml" Id="R69a823d9df854344" /><Relationship Type="http://schemas.openxmlformats.org/officeDocument/2006/relationships/slide" Target="/ppt/slides/slide26.xml" Id="Ra5316d7dc9b54b4e" /><Relationship Type="http://schemas.openxmlformats.org/officeDocument/2006/relationships/slide" Target="/ppt/slides/slide27.xml" Id="Ree002b3f158845d2" /><Relationship Type="http://schemas.openxmlformats.org/officeDocument/2006/relationships/slide" Target="/ppt/slides/slide28.xml" Id="R600d02782eda4a7d" /><Relationship Type="http://schemas.openxmlformats.org/officeDocument/2006/relationships/slide" Target="/ppt/slides/slide29.xml" Id="R224637334fb14070" /><Relationship Type="http://schemas.openxmlformats.org/officeDocument/2006/relationships/slide" Target="/ppt/slides/slide30.xml" Id="Rd2e2d43113124f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c199f6adec49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63636940194259" /><Relationship Type="http://schemas.openxmlformats.org/officeDocument/2006/relationships/notesMaster" Target="/ppt/notesMasters/notesMaster1.xml" Id="R3df5db7d76814c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24e01a00d34e6e" /><Relationship Type="http://schemas.openxmlformats.org/officeDocument/2006/relationships/notesMaster" Target="/ppt/notesMasters/notesMaster1.xml" Id="R51d2f434d5004a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48485f00054bfe" /><Relationship Type="http://schemas.openxmlformats.org/officeDocument/2006/relationships/notesMaster" Target="/ppt/notesMasters/notesMaster1.xml" Id="R82bbfde7d6e945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d7e4e8167b4b74" /><Relationship Type="http://schemas.openxmlformats.org/officeDocument/2006/relationships/notesMaster" Target="/ppt/notesMasters/notesMaster1.xml" Id="R1fcf0fb5ea0f46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bae4f866b44021" /><Relationship Type="http://schemas.openxmlformats.org/officeDocument/2006/relationships/notesMaster" Target="/ppt/notesMasters/notesMaster1.xml" Id="R543a5a928bed4f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456349749745e4" /><Relationship Type="http://schemas.openxmlformats.org/officeDocument/2006/relationships/notesMaster" Target="/ppt/notesMasters/notesMaster1.xml" Id="Recf8e1059fe44d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0f0ca1d10e4007" /><Relationship Type="http://schemas.openxmlformats.org/officeDocument/2006/relationships/notesMaster" Target="/ppt/notesMasters/notesMaster1.xml" Id="R9ebdce8a4a374a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868a3038a144d9" /><Relationship Type="http://schemas.openxmlformats.org/officeDocument/2006/relationships/notesMaster" Target="/ppt/notesMasters/notesMaster1.xml" Id="R2e2e3cfa36844c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a7458eddae44e6" /><Relationship Type="http://schemas.openxmlformats.org/officeDocument/2006/relationships/notesMaster" Target="/ppt/notesMasters/notesMaster1.xml" Id="Ra46e60451d5e46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078d1bda1d4826" /><Relationship Type="http://schemas.openxmlformats.org/officeDocument/2006/relationships/notesMaster" Target="/ppt/notesMasters/notesMaster1.xml" Id="Re8f9690a43e546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311db15ffd437a" /><Relationship Type="http://schemas.openxmlformats.org/officeDocument/2006/relationships/notesMaster" Target="/ppt/notesMasters/notesMaster1.xml" Id="Rb6c60230131a4b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87c3fca541417b" /><Relationship Type="http://schemas.openxmlformats.org/officeDocument/2006/relationships/notesMaster" Target="/ppt/notesMasters/notesMaster1.xml" Id="Re28a2902b29e46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5074a373f9461c" /><Relationship Type="http://schemas.openxmlformats.org/officeDocument/2006/relationships/notesMaster" Target="/ppt/notesMasters/notesMaster1.xml" Id="Rb05c7969c86045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7525332b714e1f" /><Relationship Type="http://schemas.openxmlformats.org/officeDocument/2006/relationships/notesMaster" Target="/ppt/notesMasters/notesMaster1.xml" Id="Rba2f43699d9444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fb71fde0834a7e" /><Relationship Type="http://schemas.openxmlformats.org/officeDocument/2006/relationships/notesMaster" Target="/ppt/notesMasters/notesMaster1.xml" Id="Rb7e572bb384d45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75c8c9d9694adc" /><Relationship Type="http://schemas.openxmlformats.org/officeDocument/2006/relationships/notesMaster" Target="/ppt/notesMasters/notesMaster1.xml" Id="Rfade02fbe5c048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cf42bce0a94a3f" /><Relationship Type="http://schemas.openxmlformats.org/officeDocument/2006/relationships/notesMaster" Target="/ppt/notesMasters/notesMaster1.xml" Id="R36b19cb100dc47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094a38e2f046a0" /><Relationship Type="http://schemas.openxmlformats.org/officeDocument/2006/relationships/notesMaster" Target="/ppt/notesMasters/notesMaster1.xml" Id="R4fe998c65fae454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bc318b7adc84e80" /><Relationship Type="http://schemas.openxmlformats.org/officeDocument/2006/relationships/notesMaster" Target="/ppt/notesMasters/notesMaster1.xml" Id="Rd8409a3b0ea04e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966d59ecb84af2" /><Relationship Type="http://schemas.openxmlformats.org/officeDocument/2006/relationships/notesMaster" Target="/ppt/notesMasters/notesMaster1.xml" Id="R4c4409ae57e2423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47b23b59d74b58" /><Relationship Type="http://schemas.openxmlformats.org/officeDocument/2006/relationships/notesMaster" Target="/ppt/notesMasters/notesMaster1.xml" Id="R32c534a3d44c448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dc2a17a192441f" /><Relationship Type="http://schemas.openxmlformats.org/officeDocument/2006/relationships/notesMaster" Target="/ppt/notesMasters/notesMaster1.xml" Id="Raf761b315e6c42e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7117e7fd9324ea0" /><Relationship Type="http://schemas.openxmlformats.org/officeDocument/2006/relationships/notesMaster" Target="/ppt/notesMasters/notesMaster1.xml" Id="R18f3d15ff9a64b2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b68b03f6ce455f" /><Relationship Type="http://schemas.openxmlformats.org/officeDocument/2006/relationships/notesMaster" Target="/ppt/notesMasters/notesMaster1.xml" Id="R5612b4208ad143c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0feab85207245ef" /><Relationship Type="http://schemas.openxmlformats.org/officeDocument/2006/relationships/notesMaster" Target="/ppt/notesMasters/notesMaster1.xml" Id="Rbaac5573b37f4dd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b27b815ad7b476a" /><Relationship Type="http://schemas.openxmlformats.org/officeDocument/2006/relationships/notesMaster" Target="/ppt/notesMasters/notesMaster1.xml" Id="Rd370793296d3438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0e97625f1d644f7" /><Relationship Type="http://schemas.openxmlformats.org/officeDocument/2006/relationships/notesMaster" Target="/ppt/notesMasters/notesMaster1.xml" Id="R4acefa792bab49c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950b4e9aca43e7" /><Relationship Type="http://schemas.openxmlformats.org/officeDocument/2006/relationships/notesMaster" Target="/ppt/notesMasters/notesMaster1.xml" Id="Ra075fb4fff5d4f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e90d5d7d8ec41dd" /><Relationship Type="http://schemas.openxmlformats.org/officeDocument/2006/relationships/notesMaster" Target="/ppt/notesMasters/notesMaster1.xml" Id="R2bc669b5361b493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a1287ebf7ae4807" /><Relationship Type="http://schemas.openxmlformats.org/officeDocument/2006/relationships/notesMaster" Target="/ppt/notesMasters/notesMaster1.xml" Id="Rb3bc98fbca3e4d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Known product in video</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Welcome. This walkthrough explains the first foundation for AIShopVision: a small, testable way to notice one known product while a prerecorded video is still playing.</a:t>
            </a:r>
          </a:p>
          <a:p xmlns:a="http://schemas.openxmlformats.org/drawingml/2006/main">
            <a:r>
              <a:t/>
            </a:r>
          </a:p>
          <a:p xmlns:a="http://schemas.openxmlformats.org/drawingml/2006/main">
            <a:r>
              <a:t>We begin with the intent, then the user journey and test strategy. The concrete reference is the banana image shown on the next slide. The positive fixture contains that banana; the negative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[Approved sprint plan](../../../../../../ios/AIShop/01-docs/07-planning/sprints/sprint-001-candidate-target-signal/01-sprint-plan.md)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intent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is the banana reference used by the experiment. The positive fixture shows this target. The negative fixture is a control video with no banana. One reference and two fixtures make the first acceptance question precise.</a:t>
            </a:r>
          </a:p>
          <a:p xmlns:a="http://schemas.openxmlformats.org/drawingml/2006/main">
            <a:r>
              <a:t/>
            </a:r>
          </a:p>
          <a:p xmlns:a="http://schemas.openxmlformats.org/drawingml/2006/main">
            <a:r>
              <a:t>The user need is to notice when this product may be visible, early enough to inspect it. Incremental processing matters because a result must arrive while frames are still arriving. The pipeline keeps the strongest evidence and summarizes the session without reading the video again.</a:t>
            </a:r>
          </a:p>
          <a:p xmlns:a="http://schemas.openxmlformats.org/drawingml/2006/main">
            <a:r>
              <a:t/>
            </a:r>
          </a:p>
          <a:p xmlns:a="http://schemas.openxmlformats.org/drawingml/2006/main">
            <a:r>
              <a:t>Possible match stays provisional. A feature-print distance does not confirm identity. This sprint provides neither object boxes nor a live camera. Those limits prevent a fixture pass from sounding like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[Scope](../../../../../../ios/AIShop/01-docs/07-planning/sprints/sprint-001-candidate-target-signal/01-sprint-plan.md)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use cases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diagnostic journey has four steps. Choose banana present or no banana, then start the fixture. The harness plays local video and displays updates from the production pipeline.</a:t>
            </a:r>
          </a:p>
          <a:p xmlns:a="http://schemas.openxmlformats.org/drawingml/2006/main">
            <a:r>
              <a:t/>
            </a:r>
          </a:p>
          <a:p xmlns:a="http://schemas.openxmlformats.org/drawingml/2006/main">
            <a:r>
              <a:t>During the run, a possible match indicates an open candidate episode. The user can stop early or let the fixture finish. Either path should close an active episode and produce a session report.</a:t>
            </a:r>
          </a:p>
          <a:p xmlns:a="http://schemas.openxmlformats.org/drawingml/2006/main">
            <a:r>
              <a:t/>
            </a:r>
          </a:p>
          <a:p xmlns:a="http://schemas.openxmlformats.org/drawingml/2006/main">
            <a:r>
              <a:t>The report points to retained images and exposes frame counts and inference latency. Exporting the session log lets the Mac evaluate the phone's evidence. A stopped session is useful for lifecycle testing, but calibration requires complete fixture runs. No sign-in or server is involved in this diagnostic journey.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screen](../../../../../../ios/AIShop/AIShop/Diagnostics/VisionDiagnosticHarness.swift)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How to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[Mac gate](../../../../../../e2e/ios/run.zsh)</a:t>
            </a:r>
          </a:p>
          <a:p xmlns:a="http://schemas.openxmlformats.org/drawingml/2006/main">
            <a:r>
              <a:t>- [Integration tests](../../../../../../ios/AIShop/AIShopVision/Tests/AIShopVisionTests/PipelineIntegrationSuite.swift)</a:t>
            </a:r>
          </a:p>
          <a:p xmlns:a="http://schemas.openxmlformats.org/drawingml/2006/main">
            <a:r>
              <a:t>- [App tests](../../../../../../ios/AIShop/AIShopTests)</a:t>
            </a:r>
          </a:p>
          <a:p xmlns:a="http://schemas.openxmlformats.org/drawingml/2006/main">
            <a:r>
              <a:t>- [Fresh gate evidence](../artifacts/evidence/mac-gate-r04.log)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High-level architecture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[Core package](../../../../../../ios/AIShop/AIShopVision/Sources/AIShopVision)</a:t>
            </a:r>
          </a:p>
          <a:p xmlns:a="http://schemas.openxmlformats.org/drawingml/2006/main">
            <a:r>
              <a:t>- [Harness](../../../../../../ios/AIShop/AIShop/Diagnostics)</a:t>
            </a:r>
          </a:p>
          <a:p xmlns:a="http://schemas.openxmlformats.org/drawingml/2006/main">
            <a:r>
              <a:t>- [Evaluator](../../../../../../ios/AIShop/AIShopVision/Sources/AIShopVisionEvaluation)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frame through the pipeline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source](../../../../../../ios/AIShop/AIShopVision/Sources/AIShopVision/CandidateAnalysisPipeline/CandidateAnalysisPipeline.swift)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[Pipeline tests](../../../../../../ios/AIShop/AIShopVision/Tests/AIShopVisionTests/CandidateAnalysisPipelineTests.swift)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Concurrency and ownership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frame-stream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[Frame contract](../../../../../../ios/AIShop/AIShopVision/Sources/AIShopVision/VideoFixtureFrameStream/FrameStream.swift)</a:t>
            </a:r>
          </a:p>
          <a:p xmlns:a="http://schemas.openxmlformats.org/drawingml/2006/main">
            <a:r>
              <a:t>- [Frame stream](../../../../../../ios/AIShop/AIShopVision/Sources/AIShopVision/VideoFixtureFrameStream/VideoFixtureFrameStream.swift)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Incremental video decoding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Replay under load</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[Integration suite](../../../../../../ios/AIShop/AIShopVision/Tests/AIShopVisionTests/PipelineIntegrationSuite.swift)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local target catalog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[Local catalog](../../../../../../ios/AIShop/AIShopVision/Sources/AIShopVision/LocalTargetCatalog/LocalTargetCatalog.swift)</a:t>
            </a:r>
          </a:p>
          <a:p xmlns:a="http://schemas.openxmlformats.org/drawingml/2006/main">
            <a:r>
              <a:t>- [Catalog tests](../../../../../../ios/AIShop/AIShopVision/Tests/AIShopVisionTests/LocalTargetCatalogTests.swift)</a:t>
            </a:r>
          </a:p>
          <a:p xmlns:a="http://schemas.openxmlformats.org/drawingml/2006/main">
            <a:r>
              <a:t>- [Diagnostic inputs](../../../../../../ios/AIShop/AIShop/Diagnostics/DiagnosticFixture.swift)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Vision adapter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[Vision adapter](../../../../../../ios/AIShop/AIShopVision/Sources/AIShopVision/VisionFeatureAdapter.swift)</a:t>
            </a:r>
          </a:p>
          <a:p xmlns:a="http://schemas.openxmlformats.org/drawingml/2006/main">
            <a:r>
              <a:t>- [Vision tests](../../../../../../ios/AIShop/AIShopVision/Tests/AIShopVisionTests/VisionFeatureAdapterTests.swift)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Per-frame scoring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[Scorer and score type](../../../../../../ios/AIShop/AIShopVision/Sources/AIShopVision/CandidateScorer/CandidateScorer.swift)</a:t>
            </a:r>
          </a:p>
          <a:p xmlns:a="http://schemas.openxmlformats.org/drawingml/2006/main">
            <a:r>
              <a:t>- [Scorer tests](../../../../../../ios/AIShop/AIShopVision/Tests/AIShopVisionTests/CandidateScorerTests.swift)</a:t>
            </a:r>
          </a:p>
          <a:p xmlns:a="http://schemas.openxmlformats.org/drawingml/2006/main">
            <a:r>
              <a:t>- [Frozen profile](../../../../../../ios/AIShop/AIShopVision/Sources/AIShopVision/CandidateScorer/ScoringProfile.swift)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Frozen rules and their reasons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[Profile](../../../../../../ios/AIShop/AIShopVision/Sources/AIShopVision/CandidateScorer/ScoringProfile.swift)</a:t>
            </a:r>
          </a:p>
          <a:p xmlns:a="http://schemas.openxmlformats.org/drawingml/2006/main">
            <a:r>
              <a:t>- [Calibration script](../../../../../../e2e/ios/calibrate-scorer.rb)</a:t>
            </a:r>
          </a:p>
          <a:p xmlns:a="http://schemas.openxmlformats.org/drawingml/2006/main">
            <a:r>
              <a:t>- [Aggregator](../../../../../../ios/AIShop/AIShopVision/Sources/AIShopVision/CandidateEpisodeAggregator/CandidateEpisodeAggregator.swift)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candidate episode lifecycle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aggregator](../../../../../../ios/AIShop/AIShopVision/Sources/AIShopVision/CandidateEpisodeAggregator/CandidateEpisodeAggregator.swift)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[Lifecycle integration](../../../../../../ios/AIShop/AIShopVision/Tests/AIShopVisionTests/PipelineIntegrationSuite.swift)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Episode and signal contracts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and signal types](../../../../../../ios/AIShop/AIShopVision/Sources/AIShopVision/CandidateEpisodeAggregator/CandidateEpisodeAggregator.swift)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[Harness display](../../../../../../ios/AIShop/AIShop/Diagnostics/VisionDiagnosticHarness.swift)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ordered evidence path</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[Recorder](../../../../../../ios/AIShop/AIShopVision/Sources/AIShopVision/CandidateAnalysisPipeline/PipelineRecorder.swift)</a:t>
            </a:r>
          </a:p>
          <a:p xmlns:a="http://schemas.openxmlformats.org/drawingml/2006/main">
            <a:r>
              <a:t>- [Log writer](../../../../../../ios/AIShop/AIShopVision/Sources/AIShopVision/SessionLog/SessionLog.swift)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Retained image evidence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[Image store](../../../../../../ios/AIShop/AIShopVision/Sources/AIShopVision/SessionReportBuilder/RetainedImageStore.swift)</a:t>
            </a:r>
          </a:p>
          <a:p xmlns:a="http://schemas.openxmlformats.org/drawingml/2006/main">
            <a:r>
              <a:t>- [Pipeline selection](../../../../../../ios/AIShop/AIShopVision/Sources/AIShopVision/CandidateAnalysisPipeline/CandidateAnalysisPipeline.swift)</a:t>
            </a:r>
          </a:p>
          <a:p xmlns:a="http://schemas.openxmlformats.org/drawingml/2006/main">
            <a:r>
              <a:t>- [Report tests](../../../../../../ios/AIShop/AIShopVision/Tests/AIShopVisionTests/SessionReportBuilderTests.swift)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session-log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[Log schema](../../../../../../ios/AIShop/AIShopVision/Sources/AIShopVision/SessionLog/LogValue.swift)</a:t>
            </a:r>
          </a:p>
          <a:p xmlns:a="http://schemas.openxmlformats.org/drawingml/2006/main">
            <a:r>
              <a:t>- [Log validation](../../../../../../ios/AIShop/AIShopVision/Sources/AIShopVision/SessionLog/SessionLog.swift)</a:t>
            </a:r>
          </a:p>
          <a:p xmlns:a="http://schemas.openxmlformats.org/drawingml/2006/main">
            <a:r>
              <a:t>- [Log tests](../../../../../../ios/AIShop/AIShopVision/Tests/AIShopVisionTests/SessionLogTests.swift)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Report construction and replay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[Report builder](../../../../../../ios/AIShop/AIShopVision/Sources/AIShopVision/SessionReportBuilder/SessionReportBuilder.swift)</a:t>
            </a:r>
          </a:p>
          <a:p xmlns:a="http://schemas.openxmlformats.org/drawingml/2006/main">
            <a:r>
              <a:t>- [Report tests](../../../../../../ios/AIShop/AIShopVision/Tests/AIShopVisionTests/SessionReportBuilderTests.swift)</a:t>
            </a:r>
          </a:p>
          <a:p xmlns:a="http://schemas.openxmlformats.org/drawingml/2006/main">
            <a:r>
              <a:t>- [Integration replay](../../../../../../ios/AIShop/AIShopVision/Tests/AIShopVisionTests/PipelineIntegrationSuite.swift)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Session termination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lifecycle](../../../../../../ios/AIShop/AIShopVision/Sources/AIShopVision/CandidateAnalysisPipeline/CandidateAnalysisPipeline.swift)</a:t>
            </a:r>
          </a:p>
          <a:p xmlns:a="http://schemas.openxmlformats.org/drawingml/2006/main">
            <a:r>
              <a:t>- [Lifecycle integration](../../../../../../ios/AIShop/AIShopVision/Tests/AIShopVisionTests/PipelineIntegrationSuite.swift)</a:t>
            </a:r>
          </a:p>
          <a:p xmlns:a="http://schemas.openxmlformats.org/drawingml/2006/main">
            <a:r>
              <a:t>- [One-shot test](../../../../../../ios/AIShop/AIShopVision/Tests/AIShopVisionTests/CandidateAnalysisPipelineTests.swift)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Failure behavior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error path](../../../../../../ios/AIShop/AIShopVision/Sources/AIShopVision/CandidateAnalysisPipeline/CandidateAnalysisPipeline.swift)</a:t>
            </a:r>
          </a:p>
          <a:p xmlns:a="http://schemas.openxmlformats.org/drawingml/2006/main">
            <a:r>
              <a:t>- [Failure tests](../../../../../../ios/AIShop/AIShopVision/Tests/AIShopVisionTests/CandidateAnalysisPipelineTests.swift)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Independent fixture evaluation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evaluator](../../../../../../ios/AIShop/AIShopVision/Sources/AIShopVisionEvaluation/FixtureEvaluator.swift)</a:t>
            </a:r>
          </a:p>
          <a:p xmlns:a="http://schemas.openxmlformats.org/drawingml/2006/main">
            <a:r>
              <a:t>- [Annotation data](../../../../../../ios/AIShop/AIShopVision/Tests/AIShopVisionTests/Resources/annotations.json)</a:t>
            </a:r>
          </a:p>
          <a:p xmlns:a="http://schemas.openxmlformats.org/drawingml/2006/main">
            <a:r>
              <a:t>- [Evaluator tests](../../../../../../ios/AIShop/AIShopVision/Tests/AIShopVisionTests/FixtureEvaluatorTests.swift)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Measured fixture results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[Positive evaluation](../../../artifacts/evidence/mac-positive/evaluation.json)</a:t>
            </a:r>
          </a:p>
          <a:p xmlns:a="http://schemas.openxmlformats.org/drawingml/2006/main">
            <a:r>
              <a:t>- [Negative evaluation](../../../artifacts/evidence/mac-negative/evaluation.json)</a:t>
            </a:r>
          </a:p>
          <a:p xmlns:a="http://schemas.openxmlformats.org/drawingml/2006/main">
            <a:r>
              <a:t>- [Positive report](../../../artifacts/evidence/mac-positive/report.json)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Mac and iPhone comparison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[Comparator](../../../../../../ios/AIShop/AIShopVision/Sources/AIShopVisionEvaluation/FixtureEvaluator.swift)</a:t>
            </a:r>
          </a:p>
          <a:p xmlns:a="http://schemas.openxmlformats.org/drawingml/2006/main">
            <a:r>
              <a:t>- [Evaluation CLI](../../../../../../ios/AIShop/AIShopVision/Sources/AIShopVisionEvaluate/main.swift)</a:t>
            </a:r>
          </a:p>
          <a:p xmlns:a="http://schemas.openxmlformats.org/drawingml/2006/main">
            <a:r>
              <a:t>- [Comparator tests](../../../../../../ios/AIShop/AIShopVision/Tests/AIShopVisionTests/PipelineIntegrationSuite.swift)</a:t>
            </a:r>
          </a:p>
          <a:p xmlns:a="http://schemas.openxmlformats.org/drawingml/2006/main">
            <a:r>
              <a:t>- [Phone acceptance rules](../../../../../../ios/AIShop/01-docs/04-benchmarks-test-strategy-and-success-criteria/sprint-001-iphone-verification.md)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Diagnostic app boundary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[Bootstrap](../../../../../../ios/AIShop/AIShop/App/ApplicationBootstrap.swift)</a:t>
            </a:r>
          </a:p>
          <a:p xmlns:a="http://schemas.openxmlformats.org/drawingml/2006/main">
            <a:r>
              <a:t>- [Harness model](../../../../../../ios/AIShop/AIShop/Diagnostics/VisionHarnessModel.swift)</a:t>
            </a:r>
          </a:p>
          <a:p xmlns:a="http://schemas.openxmlformats.org/drawingml/2006/main">
            <a:r>
              <a:t>- [Bundle checks](../../../../../../e2e/ios/verify-app-bundle.rb)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physical-iPhone session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[Diagnostic scheme](../../../../../../ios/AIShop/AIShop.xcodeproj/xcshareddata/xcschemes/AIShop-VisionDiagnostics.xcscheme)</a:t>
            </a:r>
          </a:p>
          <a:p xmlns:a="http://schemas.openxmlformats.org/drawingml/2006/main">
            <a:r>
              <a:t>- [Harness export](../../../../../../ios/AIShop/AIShop/Diagnostics/VisionDiagnosticHarness.swift)</a:t>
            </a:r>
          </a:p>
          <a:p xmlns:a="http://schemas.openxmlformats.org/drawingml/2006/main">
            <a:r>
              <a:t>- [Phone verification](../../../../../../ios/AIShop/01-docs/04-benchmarks-test-strategy-and-success-criteria/sprint-001-iphone-verification.md)</a:t>
            </a:r>
          </a:p>
          <a:p xmlns:a="http://schemas.openxmlformats.org/drawingml/2006/main">
            <a:r>
              <a:t>- [Phone session runbook](../runbook.md)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Where to look hardest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replay](../../../../../../ios/AIShop/AIShop/Diagnostics/VisionHarnessModel.swift)</a:t>
            </a:r>
          </a:p>
          <a:p xmlns:a="http://schemas.openxmlformats.org/drawingml/2006/main">
            <a:r>
              <a:t>- [Comparator preconditions](../../../../../../ios/AIShop/AIShopVision/Sources/AIShopVisionEvaluation/FixtureEvaluator.swift)</a:t>
            </a:r>
          </a:p>
          <a:p xmlns:a="http://schemas.openxmlformats.org/drawingml/2006/main">
            <a:r>
              <a:t>- [Report resources](../../../../../../ios/AIShop/AIShopVision/Sources/AIShopVision/SessionReportBuilder/SessionReportBuilder.swift)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What this foundation gives us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[Production pipeline](../../../../../../ios/AIShop/AIShopVision/Sources/AIShopVision/CandidateAnalysisPipeline/CandidateAnalysisPipeline.swift)</a:t>
            </a:r>
          </a:p>
          <a:p xmlns:a="http://schemas.openxmlformats.org/drawingml/2006/main">
            <a:r>
              <a:t>- [Integration suite](../../../../../../ios/AIShop/AIShopVision/Tests/AIShopVisionTests/PipelineIntegrationSuite.swift)</a:t>
            </a:r>
          </a:p>
          <a:p xmlns:a="http://schemas.openxmlformats.org/drawingml/2006/main">
            <a:r>
              <a:t>- [Package boundaries](../../../../../../ios/AIShop/AIShopVision/Package.swift)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fine-print map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[Source package](../../../../../../ios/AIShop/AIShopVision/Sources/AIShopVision)</a:t>
            </a:r>
          </a:p>
          <a:p xmlns:a="http://schemas.openxmlformats.org/drawingml/2006/main">
            <a:r>
              <a:t>- [Test package](../../../../../../ios/AIShop/AIShopVision/Tests/AIShopVisionTests)</a:t>
            </a:r>
          </a:p>
          <a:p xmlns:a="http://schemas.openxmlformats.org/drawingml/2006/main">
            <a:r>
              <a:t>- [Acceptance record](../../../../../../ios/AIShop/01-docs/04-benchmarks-test-strategy-and-success-criteria/sprint-001-iphone-verification.md)</a:t>
            </a:r>
          </a:p>
          <a:p xmlns:a="http://schemas.openxmlformats.org/drawingml/2006/main">
            <a:r>
              <a:t>- [Complete changed-file coverage](../artifacts/file-coverage.csv)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d0cd8e90dc4e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1729e1f76c4c6f" /><Relationship Type="http://schemas.openxmlformats.org/officeDocument/2006/relationships/slideLayout" Target="/ppt/slideLayouts/slideLayout1.xml" Id="R22c4a307fe7345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c4a307fe7345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549a8802934ca8" /><Relationship Type="http://schemas.openxmlformats.org/officeDocument/2006/relationships/notesSlide" Target="/ppt/notesSlides/notesSlide1.xml" Id="R1b8f347e10f74e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b44923c4604c7f" /><Relationship Type="http://schemas.openxmlformats.org/officeDocument/2006/relationships/image" Target="/ppt/media/image.jpeg" Id="Rc7ae2fbfd798438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fd87ccfcd8c24030" /><Relationship Type="http://schemas.openxmlformats.org/officeDocument/2006/relationships/notesSlide" Target="/ppt/notesSlides/notesSlide2.xml" Id="R504d4fb1ae4640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a60306856641ca" /><Relationship Type="http://schemas.openxmlformats.org/officeDocument/2006/relationships/hyperlink" Target="file:///Users/paboelustodo/Library/CloudStorage/GoogleDrive-pablo.elustondo@gmail.com/My%20Drive%202/1-GIT-PROJECTS/aishop/ios/AIShop/AIShop/Diagnostics/VisionDiagnosticHarness.swift" TargetMode="External" Id="R0abb3b556b344419" /><Relationship Type="http://schemas.openxmlformats.org/officeDocument/2006/relationships/hyperlink" Target="file:///Users/paboelustodo/Library/CloudStorage/GoogleDrive-pablo.elustondo@gmail.com/My%20Drive%202/1-GIT-PROJECTS/aishop/ios/AIShop/AIShop/Diagnostics/VisionHarnessModel.swift" TargetMode="External" Id="R05cb5a253d6044ff" /><Relationship Type="http://schemas.openxmlformats.org/officeDocument/2006/relationships/notesSlide" Target="/ppt/notesSlides/notesSlide3.xml" Id="R985f2d47f5c549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f2052792604ca1" /><Relationship Type="http://schemas.openxmlformats.org/officeDocument/2006/relationships/hyperlink" Target="file:///Users/paboelustodo/Library/CloudStorage/GoogleDrive-pablo.elustondo@gmail.com/My%20Drive%202/1-GIT-PROJECTS/aishop/e2e/ios/run.zsh" TargetMode="External" Id="R1287027a21cb4ed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e7444740882c494e" /><Relationship Type="http://schemas.openxmlformats.org/officeDocument/2006/relationships/hyperlink" Target="file:///Users/paboelustodo/Library/CloudStorage/GoogleDrive-pablo.elustondo@gmail.com/My%20Drive%202/1-GIT-PROJECTS/aishop/ios/AIShop/AIShopTests/" TargetMode="External" Id="R3dad460644fb408f" /><Relationship Type="http://schemas.openxmlformats.org/officeDocument/2006/relationships/notesSlide" Target="/ppt/notesSlides/notesSlide4.xml" Id="Rc9bbd6a1328545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052f3bb6a24d2a" /><Relationship Type="http://schemas.openxmlformats.org/officeDocument/2006/relationships/hyperlink" Target="file:///Users/paboelustodo/Library/CloudStorage/GoogleDrive-pablo.elustondo@gmail.com/My%20Drive%202/1-GIT-PROJECTS/aishop/ios/AIShop/AIShopVision/Sources/AIShopVision/" TargetMode="External" Id="Rad8d698513f64002" /><Relationship Type="http://schemas.openxmlformats.org/officeDocument/2006/relationships/hyperlink" Target="file:///Users/paboelustodo/Library/CloudStorage/GoogleDrive-pablo.elustondo@gmail.com/My%20Drive%202/1-GIT-PROJECTS/aishop/ios/AIShop/AIShop/Diagnostics/" TargetMode="External" Id="R9473a9bc0f474fc1" /><Relationship Type="http://schemas.openxmlformats.org/officeDocument/2006/relationships/hyperlink" Target="file:///Users/paboelustodo/Library/CloudStorage/GoogleDrive-pablo.elustondo@gmail.com/My%20Drive%202/1-GIT-PROJECTS/aishop/ios/AIShop/AIShopVision/Sources/AIShopVisionEvaluation/" TargetMode="External" Id="R8a4d3b003a0241e2" /><Relationship Type="http://schemas.openxmlformats.org/officeDocument/2006/relationships/notesSlide" Target="/ppt/notesSlides/notesSlide5.xml" Id="R68a72ba107c14a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78ed0c59cb444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2856f7d3b1544685"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1b39974a5ceb41e4"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df5a72e9c7f444bf" /><Relationship Type="http://schemas.openxmlformats.org/officeDocument/2006/relationships/notesSlide" Target="/ppt/notesSlides/notesSlide6.xml" Id="Rf2b0463e8e6646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e99da390e142e2"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cd0997fa9c3f44c0"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9b38f687bddf4f06" /><Relationship Type="http://schemas.openxmlformats.org/officeDocument/2006/relationships/hyperlink" Target="file:///Users/paboelustodo/Library/CloudStorage/GoogleDrive-pablo.elustondo@gmail.com/My%20Drive%202/1-GIT-PROJECTS/aishop/ios/AIShop/AIShop/Diagnostics/VisionHarnessModel.swift" TargetMode="External" Id="R2c5d2e546f9b4eb6" /><Relationship Type="http://schemas.openxmlformats.org/officeDocument/2006/relationships/notesSlide" Target="/ppt/notesSlides/notesSlide7.xml" Id="Re7618288c0cd46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274a58daea477c"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1710a40d845045fd"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ce76d87c68844f23"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f0f03c7954b24013" /><Relationship Type="http://schemas.openxmlformats.org/officeDocument/2006/relationships/notesSlide" Target="/ppt/notesSlides/notesSlide8.xml" Id="R6fb3bd525a1147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bb6668c2724725"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f4b8a745c826447f"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122d95f5c541440d" /><Relationship Type="http://schemas.openxmlformats.org/officeDocument/2006/relationships/notesSlide" Target="/ppt/notesSlides/notesSlide9.xml" Id="R1bc805b4155442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0db9cb5bcc4f32"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a74c72dbefb74cef"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671ccb3908294993"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90a1ec5165574656" /><Relationship Type="http://schemas.openxmlformats.org/officeDocument/2006/relationships/notesSlide" Target="/ppt/notesSlides/notesSlide10.xml" Id="Rd43dd7e0d89a47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da623566364338"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4b43e6b4290740ba"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31835f7a0b934c8a" /><Relationship Type="http://schemas.openxmlformats.org/officeDocument/2006/relationships/hyperlink" Target="file:///Users/paboelustodo/Library/CloudStorage/GoogleDrive-pablo.elustondo@gmail.com/My%20Drive%202/1-GIT-PROJECTS/aishop/ios/AIShop/AIShop/Diagnostics/DiagnosticFixture.swift" TargetMode="External" Id="R0e25f7cdde884cc1" /><Relationship Type="http://schemas.openxmlformats.org/officeDocument/2006/relationships/notesSlide" Target="/ppt/notesSlides/notesSlide11.xml" Id="R2394a7b9382b4c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8ffec9a11b4190"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46e76633c7b4401f"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ba671ab111684c9a" /><Relationship Type="http://schemas.openxmlformats.org/officeDocument/2006/relationships/notesSlide" Target="/ppt/notesSlides/notesSlide12.xml" Id="Rf836822d41bb49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e6c043f5119432d"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fd07892bc42a4d3d"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94dfc69f8cec4330"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ec1f2c57c5c840fc" /><Relationship Type="http://schemas.openxmlformats.org/officeDocument/2006/relationships/notesSlide" Target="/ppt/notesSlides/notesSlide13.xml" Id="R3dc8ea381abc458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b0859954d74ba9"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6e87714fcf354aa6" /><Relationship Type="http://schemas.openxmlformats.org/officeDocument/2006/relationships/hyperlink" Target="file:///Users/paboelustodo/Library/CloudStorage/GoogleDrive-pablo.elustondo@gmail.com/My%20Drive%202/1-GIT-PROJECTS/aishop/e2e/ios/calibrate-scorer.rb" TargetMode="External" Id="R60b88631f2b94139"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9c2be52030cc4f39" /><Relationship Type="http://schemas.openxmlformats.org/officeDocument/2006/relationships/notesSlide" Target="/ppt/notesSlides/notesSlide14.xml" Id="R30835c69f3f743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c7af3d8c3b4ad8"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d23d4bac88b248ec"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eaa5e6d2f779450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47a0724b82374b89" /><Relationship Type="http://schemas.openxmlformats.org/officeDocument/2006/relationships/notesSlide" Target="/ppt/notesSlides/notesSlide15.xml" Id="R5764978c7f5649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ba69cc60bd4b6a"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fc8e3a37e52940ce"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4f1d95d0366242de" /><Relationship Type="http://schemas.openxmlformats.org/officeDocument/2006/relationships/hyperlink" Target="file:///Users/paboelustodo/Library/CloudStorage/GoogleDrive-pablo.elustondo@gmail.com/My%20Drive%202/1-GIT-PROJECTS/aishop/ios/AIShop/AIShop/Diagnostics/VisionDiagnosticHarness.swift" TargetMode="External" Id="Rb641d507d59e4ae7" /><Relationship Type="http://schemas.openxmlformats.org/officeDocument/2006/relationships/notesSlide" Target="/ppt/notesSlides/notesSlide16.xml" Id="Rf99a2b9a957f4d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adfb75a6b94367"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5e8294053a124045"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23af0b27b5224aa8"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e3141047089f4b40" /><Relationship Type="http://schemas.openxmlformats.org/officeDocument/2006/relationships/notesSlide" Target="/ppt/notesSlides/notesSlide17.xml" Id="Rc742d26efdbe48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68a646863994e06"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914e2275e11e408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00053c7e8204b66"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17ecc26f98654b0f" /><Relationship Type="http://schemas.openxmlformats.org/officeDocument/2006/relationships/notesSlide" Target="/ppt/notesSlides/notesSlide18.xml" Id="R0c7ff4a7f96a418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5d4e539d6624bfe"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3a1b90d37062430c"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0df1d47f780d4732"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1184bc5fc22d4a2f" /><Relationship Type="http://schemas.openxmlformats.org/officeDocument/2006/relationships/notesSlide" Target="/ppt/notesSlides/notesSlide19.xml" Id="R7412d59093a54e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4f33c04018f4566"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f809e2dec39b4a85"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fb463ae03331446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6ecd66eb172043c9" /><Relationship Type="http://schemas.openxmlformats.org/officeDocument/2006/relationships/notesSlide" Target="/ppt/notesSlides/notesSlide20.xml" Id="Re905b6cd46714b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e58274ca9f84be5"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471b48292eb42f0"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65f9e35cf134ca4"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f1e37f7be2f3411f" /><Relationship Type="http://schemas.openxmlformats.org/officeDocument/2006/relationships/notesSlide" Target="/ppt/notesSlides/notesSlide21.xml" Id="R7dd20220f79b410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16c08d6755048c1"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16ce3d33f304b00"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a9e51f4556274ef1" /><Relationship Type="http://schemas.openxmlformats.org/officeDocument/2006/relationships/hyperlink" Target="file:///Users/paboelustodo/Library/CloudStorage/GoogleDrive-pablo.elustondo@gmail.com/My%20Drive%202/1-GIT-PROJECTS/aishop/ios/AIShop/AIShop/Diagnostics/VisionHarnessModel.swift" TargetMode="External" Id="R544c241e451e43cd" /><Relationship Type="http://schemas.openxmlformats.org/officeDocument/2006/relationships/notesSlide" Target="/ppt/notesSlides/notesSlide22.xml" Id="R657c654250dd4dd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2f8044f3028467b"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37ab8ecff0c8485b"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614d1023722a4b41"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a486e50117104ffc" /><Relationship Type="http://schemas.openxmlformats.org/officeDocument/2006/relationships/notesSlide" Target="/ppt/notesSlides/notesSlide23.xml" Id="R806cb7511be942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11a827cf7f442a5"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169ebd2a2be2409d"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589c4999c98c428f"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f6222f00d7254793" /><Relationship Type="http://schemas.openxmlformats.org/officeDocument/2006/relationships/notesSlide" Target="/ppt/notesSlides/notesSlide24.xml" Id="Rad0342d80ba34c6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7fa840d6ccd4011"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4d594512c67e4659" /><Relationship Type="http://schemas.openxmlformats.org/officeDocument/2006/relationships/hyperlink" Target="file:///Users/paboelustodo/Library/CloudStorage/GoogleDrive-pablo.elustondo@gmail.com/My%20Drive%202/1-GIT-PROJECTS/aishop/ios/AIShop/AIShopVision/Sources/AIShopVisionEvaluate/main.swift" TargetMode="External" Id="R6b095f7137da4145"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22e41efb0b784176" /><Relationship Type="http://schemas.openxmlformats.org/officeDocument/2006/relationships/notesSlide" Target="/ppt/notesSlides/notesSlide25.xml" Id="R44d537b9f871475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558414884d34e6d" /><Relationship Type="http://schemas.openxmlformats.org/officeDocument/2006/relationships/hyperlink" Target="file:///Users/paboelustodo/Library/CloudStorage/GoogleDrive-pablo.elustondo@gmail.com/My%20Drive%202/1-GIT-PROJECTS/aishop/ios/AIShop/AIShop/App/ApplicationBootstrap.swift" TargetMode="External" Id="R28a2edac6a3b4ee3" /><Relationship Type="http://schemas.openxmlformats.org/officeDocument/2006/relationships/hyperlink" Target="file:///Users/paboelustodo/Library/CloudStorage/GoogleDrive-pablo.elustondo@gmail.com/My%20Drive%202/1-GIT-PROJECTS/aishop/ios/AIShop/AIShop/Diagnostics/VisionHarnessModel.swift" TargetMode="External" Id="Rb0b5b4507b0a4faf" /><Relationship Type="http://schemas.openxmlformats.org/officeDocument/2006/relationships/hyperlink" Target="file:///Users/paboelustodo/Library/CloudStorage/GoogleDrive-pablo.elustondo@gmail.com/My%20Drive%202/1-GIT-PROJECTS/aishop/e2e/ios/verify-app-bundle.rb" TargetMode="External" Id="R81b67da2a1d44b3a" /><Relationship Type="http://schemas.openxmlformats.org/officeDocument/2006/relationships/notesSlide" Target="/ppt/notesSlides/notesSlide26.xml" Id="Ra199a8622eee483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3937c789954cb0"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cce8c1436c134c9d" /><Relationship Type="http://schemas.openxmlformats.org/officeDocument/2006/relationships/hyperlink" Target="file:///Users/paboelustodo/Library/CloudStorage/GoogleDrive-pablo.elustondo@gmail.com/My%20Drive%202/1-GIT-PROJECTS/aishop/ios/AIShop/AIShop/Diagnostics/VisionDiagnosticHarness.swift" TargetMode="External" Id="R33891789cf354fad"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cd093588de494ae4" /><Relationship Type="http://schemas.openxmlformats.org/officeDocument/2006/relationships/notesSlide" Target="/ppt/notesSlides/notesSlide27.xml" Id="Rc1c115d94e59452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aebf2916e4e400f" /><Relationship Type="http://schemas.openxmlformats.org/officeDocument/2006/relationships/hyperlink" Target="file:///Users/paboelustodo/Library/CloudStorage/GoogleDrive-pablo.elustondo@gmail.com/My%20Drive%202/1-GIT-PROJECTS/aishop/ios/AIShop/AIShop/Diagnostics/VisionHarnessModel.swift" TargetMode="External" Id="R802f6f87297e431f"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5efce475e4974ffd"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b99bc49046e64202" /><Relationship Type="http://schemas.openxmlformats.org/officeDocument/2006/relationships/notesSlide" Target="/ppt/notesSlides/notesSlide28.xml" Id="R5191b09ede524a9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9536a61a5604393"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c3cd8cd7a12049ad"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06acbb88fe3c49fc" /><Relationship Type="http://schemas.openxmlformats.org/officeDocument/2006/relationships/hyperlink" Target="file:///Users/paboelustodo/Library/CloudStorage/GoogleDrive-pablo.elustondo@gmail.com/My%20Drive%202/1-GIT-PROJECTS/aishop/ios/AIShop/AIShopVision/Package.swift" TargetMode="External" Id="Ra5a25b78b5be4a15" /><Relationship Type="http://schemas.openxmlformats.org/officeDocument/2006/relationships/notesSlide" Target="/ppt/notesSlides/notesSlide29.xml" Id="R40981739d2f0440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67094bd2f6140f0" /><Relationship Type="http://schemas.openxmlformats.org/officeDocument/2006/relationships/hyperlink" Target="file:///Users/paboelustodo/Library/CloudStorage/GoogleDrive-pablo.elustondo@gmail.com/My%20Drive%202/1-GIT-PROJECTS/aishop/ios/AIShop/AIShopVision/Sources/AIShopVision/" TargetMode="External" Id="R64481621fbb04bd6" /><Relationship Type="http://schemas.openxmlformats.org/officeDocument/2006/relationships/hyperlink" Target="file:///Users/paboelustodo/Library/CloudStorage/GoogleDrive-pablo.elustondo@gmail.com/My%20Drive%202/1-GIT-PROJECTS/aishop/ios/AIShop/AIShopVision/Tests/AIShopVisionTests/" TargetMode="External" Id="R39194f8ed4be412f"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8a5e70a5317e4960" /><Relationship Type="http://schemas.openxmlformats.org/officeDocument/2006/relationships/notesSlide" Target="/ppt/notesSlides/notesSlide30.xml" Id="R04e91e92a34947c4"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DC43981-B20E-49E8-86E3-85533EC351AC}"/>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4038F8C3-F544-4611-B7A6-1BA237422159}"/>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Known product</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in video</a:t>
            </a:r>
          </a:p>
        </p:txBody>
      </p:sp>
      <p:sp>
        <p:nvSpPr>
          <p:cNvPr id="3" name="text-2">
            <a:extLst xmlns:a="http://schemas.openxmlformats.org/drawingml/2006/main">
              <a:ext uri="{FF2B5EF4-FFF2-40B4-BE49-F238E27FC236}">
                <a16:creationId xmlns:a16="http://schemas.microsoft.com/office/drawing/2014/main" id="{AFE7C1E0-B1AA-439C-927E-F63D07DDACD9}"/>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Solution, code, and test walkthrough</a:t>
            </a:r>
          </a:p>
        </p:txBody>
      </p:sp>
      <p:sp>
        <p:nvSpPr>
          <p:cNvPr id="4" name="text-3">
            <a:extLst xmlns:a="http://schemas.openxmlformats.org/drawingml/2006/main">
              <a:ext uri="{FF2B5EF4-FFF2-40B4-BE49-F238E27FC236}">
                <a16:creationId xmlns:a16="http://schemas.microsoft.com/office/drawing/2014/main" id="{71821F9B-6BF8-4022-9668-53B816C3A3AB}"/>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05 / working tree / 20 September 2026</a:t>
            </a:r>
          </a:p>
        </p:txBody>
      </p:sp>
    </p:spTree>
    <p:extLst>
      <p:ext uri="{BB962C8B-B14F-4D97-AF65-F5344CB8AC3E}">
        <p14:creationId xmlns:p14="http://schemas.microsoft.com/office/powerpoint/2010/main" val="16600924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D804BDB2-501A-4B4B-BA29-4500EBBA813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CE3FBC3B-EDAA-4D16-847D-0DDCE902560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7ae2fbfd7984388"/>
          <a:stretch xmlns:a="http://schemas.openxmlformats.org/drawingml/2006/main"/>
        </p:blipFill>
        <p:spPr>
          <a:xfrm xmlns:a="http://schemas.openxmlformats.org/drawingml/2006/main">
            <a:off x="10287000" y="2350294"/>
            <a:ext cx="3714750" cy="2786063"/>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CA4D3AA0-0FC2-41E9-9B82-577B9A3737A4}"/>
              </a:ext>
            </a:extLst>
          </p:cNvPr>
          <p:cNvSpPr>
            <a:spLocks xmlns:a="http://schemas.openxmlformats.org/drawingml/2006/main" noGrp="1"/>
          </p:cNvSpPr>
          <p:nvPr/>
        </p:nvSpPr>
        <p:spPr>
          <a:xfrm xmlns:a="http://schemas.openxmlformats.org/drawingml/2006/main">
            <a:off x="723900" y="1924050"/>
            <a:ext cx="885825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5" name="text-3">
            <a:extLst xmlns:a="http://schemas.openxmlformats.org/drawingml/2006/main">
              <a:ext uri="{FF2B5EF4-FFF2-40B4-BE49-F238E27FC236}">
                <a16:creationId xmlns:a16="http://schemas.microsoft.com/office/drawing/2014/main" id="{8FFEECB4-13C2-47CD-B1F3-5A75E65AB850}"/>
              </a:ext>
            </a:extLst>
          </p:cNvPr>
          <p:cNvSpPr>
            <a:spLocks xmlns:a="http://schemas.openxmlformats.org/drawingml/2006/main" noGrp="1"/>
          </p:cNvSpPr>
          <p:nvPr/>
        </p:nvSpPr>
        <p:spPr>
          <a:xfrm xmlns:a="http://schemas.openxmlformats.org/drawingml/2006/main">
            <a:off x="723900" y="2324100"/>
            <a:ext cx="885825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6" name="">
            <a:extLst xmlns:a="http://schemas.openxmlformats.org/drawingml/2006/main">
              <a:ext uri="{FF2B5EF4-FFF2-40B4-BE49-F238E27FC236}">
                <a16:creationId xmlns:a16="http://schemas.microsoft.com/office/drawing/2014/main" id="{D0CDA402-DCA7-4ECC-99DE-8554365A8DAC}"/>
              </a:ext>
            </a:extLst>
          </p:cNvPr>
          <p:cNvSpPr>
            <a:spLocks xmlns:a="http://schemas.openxmlformats.org/drawingml/2006/main" noGrp="1"/>
          </p:cNvSpPr>
          <p:nvPr/>
        </p:nvSpPr>
        <p:spPr>
          <a:xfrm xmlns:a="http://schemas.openxmlformats.org/drawingml/2006/main">
            <a:off x="723900" y="3171825"/>
            <a:ext cx="885825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4">
            <a:extLst xmlns:a="http://schemas.openxmlformats.org/drawingml/2006/main">
              <a:ext uri="{FF2B5EF4-FFF2-40B4-BE49-F238E27FC236}">
                <a16:creationId xmlns:a16="http://schemas.microsoft.com/office/drawing/2014/main" id="{82BDCB32-3840-42EB-9F8F-465EAAB4EAF6}"/>
              </a:ext>
            </a:extLst>
          </p:cNvPr>
          <p:cNvSpPr>
            <a:spLocks xmlns:a="http://schemas.openxmlformats.org/drawingml/2006/main" noGrp="1"/>
          </p:cNvSpPr>
          <p:nvPr/>
        </p:nvSpPr>
        <p:spPr>
          <a:xfrm xmlns:a="http://schemas.openxmlformats.org/drawingml/2006/main">
            <a:off x="723900" y="3314700"/>
            <a:ext cx="885825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8" name="text-5">
            <a:extLst xmlns:a="http://schemas.openxmlformats.org/drawingml/2006/main">
              <a:ext uri="{FF2B5EF4-FFF2-40B4-BE49-F238E27FC236}">
                <a16:creationId xmlns:a16="http://schemas.microsoft.com/office/drawing/2014/main" id="{E9981382-8963-46F3-9BE7-A62501246B14}"/>
              </a:ext>
            </a:extLst>
          </p:cNvPr>
          <p:cNvSpPr>
            <a:spLocks xmlns:a="http://schemas.openxmlformats.org/drawingml/2006/main" noGrp="1"/>
          </p:cNvSpPr>
          <p:nvPr/>
        </p:nvSpPr>
        <p:spPr>
          <a:xfrm xmlns:a="http://schemas.openxmlformats.org/drawingml/2006/main">
            <a:off x="723900" y="3714750"/>
            <a:ext cx="885825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9" name="">
            <a:extLst xmlns:a="http://schemas.openxmlformats.org/drawingml/2006/main">
              <a:ext uri="{FF2B5EF4-FFF2-40B4-BE49-F238E27FC236}">
                <a16:creationId xmlns:a16="http://schemas.microsoft.com/office/drawing/2014/main" id="{597E9619-300D-4C51-8C86-04C916BB4C7C}"/>
              </a:ext>
            </a:extLst>
          </p:cNvPr>
          <p:cNvSpPr>
            <a:spLocks xmlns:a="http://schemas.openxmlformats.org/drawingml/2006/main" noGrp="1"/>
          </p:cNvSpPr>
          <p:nvPr/>
        </p:nvSpPr>
        <p:spPr>
          <a:xfrm xmlns:a="http://schemas.openxmlformats.org/drawingml/2006/main">
            <a:off x="723900" y="4562475"/>
            <a:ext cx="885825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0" name="text-6">
            <a:extLst xmlns:a="http://schemas.openxmlformats.org/drawingml/2006/main">
              <a:ext uri="{FF2B5EF4-FFF2-40B4-BE49-F238E27FC236}">
                <a16:creationId xmlns:a16="http://schemas.microsoft.com/office/drawing/2014/main" id="{B61301C2-C0F0-4303-A3F5-861F967BF7C2}"/>
              </a:ext>
            </a:extLst>
          </p:cNvPr>
          <p:cNvSpPr>
            <a:spLocks xmlns:a="http://schemas.openxmlformats.org/drawingml/2006/main" noGrp="1"/>
          </p:cNvSpPr>
          <p:nvPr/>
        </p:nvSpPr>
        <p:spPr>
          <a:xfrm xmlns:a="http://schemas.openxmlformats.org/drawingml/2006/main">
            <a:off x="723900" y="4705350"/>
            <a:ext cx="885825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1" name="text-7">
            <a:extLst xmlns:a="http://schemas.openxmlformats.org/drawingml/2006/main">
              <a:ext uri="{FF2B5EF4-FFF2-40B4-BE49-F238E27FC236}">
                <a16:creationId xmlns:a16="http://schemas.microsoft.com/office/drawing/2014/main" id="{C350BCCF-7C5D-44D1-9119-E791474F442C}"/>
              </a:ext>
            </a:extLst>
          </p:cNvPr>
          <p:cNvSpPr>
            <a:spLocks xmlns:a="http://schemas.openxmlformats.org/drawingml/2006/main" noGrp="1"/>
          </p:cNvSpPr>
          <p:nvPr/>
        </p:nvSpPr>
        <p:spPr>
          <a:xfrm xmlns:a="http://schemas.openxmlformats.org/drawingml/2006/main">
            <a:off x="723900" y="5105400"/>
            <a:ext cx="885825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2" name="">
            <a:extLst xmlns:a="http://schemas.openxmlformats.org/drawingml/2006/main">
              <a:ext uri="{FF2B5EF4-FFF2-40B4-BE49-F238E27FC236}">
                <a16:creationId xmlns:a16="http://schemas.microsoft.com/office/drawing/2014/main" id="{274E211A-F371-4D12-AB36-C4335F561E8D}"/>
              </a:ext>
            </a:extLst>
          </p:cNvPr>
          <p:cNvSpPr>
            <a:spLocks xmlns:a="http://schemas.openxmlformats.org/drawingml/2006/main" noGrp="1"/>
          </p:cNvSpPr>
          <p:nvPr/>
        </p:nvSpPr>
        <p:spPr>
          <a:xfrm xmlns:a="http://schemas.openxmlformats.org/drawingml/2006/main">
            <a:off x="723900" y="5953125"/>
            <a:ext cx="885825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3" name="text-8">
            <a:extLst xmlns:a="http://schemas.openxmlformats.org/drawingml/2006/main">
              <a:ext uri="{FF2B5EF4-FFF2-40B4-BE49-F238E27FC236}">
                <a16:creationId xmlns:a16="http://schemas.microsoft.com/office/drawing/2014/main" id="{1082D598-0651-4EA2-AD5E-FCC54242586A}"/>
              </a:ext>
            </a:extLst>
          </p:cNvPr>
          <p:cNvSpPr>
            <a:spLocks xmlns:a="http://schemas.openxmlformats.org/drawingml/2006/main" noGrp="1"/>
          </p:cNvSpPr>
          <p:nvPr/>
        </p:nvSpPr>
        <p:spPr>
          <a:xfrm xmlns:a="http://schemas.openxmlformats.org/drawingml/2006/main">
            <a:off x="723900" y="6096000"/>
            <a:ext cx="885825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4" name="text-9">
            <a:extLst xmlns:a="http://schemas.openxmlformats.org/drawingml/2006/main">
              <a:ext uri="{FF2B5EF4-FFF2-40B4-BE49-F238E27FC236}">
                <a16:creationId xmlns:a16="http://schemas.microsoft.com/office/drawing/2014/main" id="{DF3D9699-E122-46D9-8F43-4814743E4E8E}"/>
              </a:ext>
            </a:extLst>
          </p:cNvPr>
          <p:cNvSpPr>
            <a:spLocks xmlns:a="http://schemas.openxmlformats.org/drawingml/2006/main" noGrp="1"/>
          </p:cNvSpPr>
          <p:nvPr/>
        </p:nvSpPr>
        <p:spPr>
          <a:xfrm xmlns:a="http://schemas.openxmlformats.org/drawingml/2006/main">
            <a:off x="723900" y="6496050"/>
            <a:ext cx="8858250" cy="862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banana reference. Prerecorded video. Entirely</a:t>
            </a:r>
          </a:p>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local.</a:t>
            </a:r>
          </a:p>
        </p:txBody>
      </p:sp>
      <p:sp>
        <p:nvSpPr>
          <p:cNvPr id="15" name="text-10">
            <a:extLst xmlns:a="http://schemas.openxmlformats.org/drawingml/2006/main">
              <a:ext uri="{FF2B5EF4-FFF2-40B4-BE49-F238E27FC236}">
                <a16:creationId xmlns:a16="http://schemas.microsoft.com/office/drawing/2014/main" id="{7F85D424-1B2F-4AFD-8225-0B038F2F26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1">
            <a:extLst xmlns:a="http://schemas.openxmlformats.org/drawingml/2006/main">
              <a:ext uri="{FF2B5EF4-FFF2-40B4-BE49-F238E27FC236}">
                <a16:creationId xmlns:a16="http://schemas.microsoft.com/office/drawing/2014/main" id="{B15A65B0-8427-4743-A6E7-FEAA4D2A331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d87ccfcd8c24030"/>
              </a:rPr>
              <a:t>Pipeline</a:t>
            </a:r>
          </a:p>
        </p:txBody>
      </p:sp>
      <p:sp>
        <p:nvSpPr>
          <p:cNvPr id="17" name="text-12">
            <a:extLst xmlns:a="http://schemas.openxmlformats.org/drawingml/2006/main">
              <a:ext uri="{FF2B5EF4-FFF2-40B4-BE49-F238E27FC236}">
                <a16:creationId xmlns:a16="http://schemas.microsoft.com/office/drawing/2014/main" id="{0BE27784-9011-4EFC-A0EA-644E982EFB5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3125112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4EB9815F-5453-40E6-ABD0-2B83D5FB1AB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use cases</a:t>
            </a:r>
          </a:p>
        </p:txBody>
      </p:sp>
      <p:sp>
        <p:nvSpPr>
          <p:cNvPr id="2" name="text-1">
            <a:extLst xmlns:a="http://schemas.openxmlformats.org/drawingml/2006/main">
              <a:ext uri="{FF2B5EF4-FFF2-40B4-BE49-F238E27FC236}">
                <a16:creationId xmlns:a16="http://schemas.microsoft.com/office/drawing/2014/main" id="{05C5E650-93BB-40F6-840E-A1DC2D58AB5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offline diagnostic journey</a:t>
            </a:r>
          </a:p>
        </p:txBody>
      </p:sp>
      <p:sp>
        <p:nvSpPr>
          <p:cNvPr id="3" name="">
            <a:extLst xmlns:a="http://schemas.openxmlformats.org/drawingml/2006/main">
              <a:ext uri="{FF2B5EF4-FFF2-40B4-BE49-F238E27FC236}">
                <a16:creationId xmlns:a16="http://schemas.microsoft.com/office/drawing/2014/main" id="{D34BDC0A-3C3C-4999-A342-C3BC46FC72E8}"/>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DE09A46-65F7-4E32-AEC3-C7816F6F2059}"/>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 local fixture</a:t>
            </a:r>
          </a:p>
        </p:txBody>
      </p:sp>
      <p:sp>
        <p:nvSpPr>
          <p:cNvPr id="5" name="text-3">
            <a:extLst xmlns:a="http://schemas.openxmlformats.org/drawingml/2006/main">
              <a:ext uri="{FF2B5EF4-FFF2-40B4-BE49-F238E27FC236}">
                <a16:creationId xmlns:a16="http://schemas.microsoft.com/office/drawing/2014/main" id="{A1AD7C12-5B26-41E0-BDFA-DEBF9F6D1B5C}"/>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Banana present or no banana</a:t>
            </a:r>
          </a:p>
        </p:txBody>
      </p:sp>
      <p:sp>
        <p:nvSpPr>
          <p:cNvPr id="6" name="">
            <a:extLst xmlns:a="http://schemas.openxmlformats.org/drawingml/2006/main">
              <a:ext uri="{FF2B5EF4-FFF2-40B4-BE49-F238E27FC236}">
                <a16:creationId xmlns:a16="http://schemas.microsoft.com/office/drawing/2014/main" id="{F568C2DE-8A78-47E8-AA45-8CD808CA41B2}"/>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3AC0706-3E9F-48B2-B30B-1386B4BAE09F}"/>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80F109A-8493-444F-967B-C96E74712B59}"/>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Observe incoming evidence</a:t>
            </a:r>
          </a:p>
        </p:txBody>
      </p:sp>
      <p:sp>
        <p:nvSpPr>
          <p:cNvPr id="9" name="text-5">
            <a:extLst xmlns:a="http://schemas.openxmlformats.org/drawingml/2006/main">
              <a:ext uri="{FF2B5EF4-FFF2-40B4-BE49-F238E27FC236}">
                <a16:creationId xmlns:a16="http://schemas.microsoft.com/office/drawing/2014/main" id="{9193DEAD-02CB-434D-A809-3EB6FC3873FC}"/>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Playback, scores, and possible match</a:t>
            </a:r>
          </a:p>
        </p:txBody>
      </p:sp>
      <p:sp>
        <p:nvSpPr>
          <p:cNvPr id="10" name="">
            <a:extLst xmlns:a="http://schemas.openxmlformats.org/drawingml/2006/main">
              <a:ext uri="{FF2B5EF4-FFF2-40B4-BE49-F238E27FC236}">
                <a16:creationId xmlns:a16="http://schemas.microsoft.com/office/drawing/2014/main" id="{0A9590D0-F4A8-4E8E-9D80-1D284955B816}"/>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AA7E4C5-196D-497A-8ADE-C3DC5200662B}"/>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7FC185C2-4D37-4C04-B487-FC88209B9665}"/>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Stop or reach the end</a:t>
            </a:r>
          </a:p>
        </p:txBody>
      </p:sp>
      <p:sp>
        <p:nvSpPr>
          <p:cNvPr id="13" name="text-7">
            <a:extLst xmlns:a="http://schemas.openxmlformats.org/drawingml/2006/main">
              <a:ext uri="{FF2B5EF4-FFF2-40B4-BE49-F238E27FC236}">
                <a16:creationId xmlns:a16="http://schemas.microsoft.com/office/drawing/2014/main" id="{5D48D492-5C41-4D3A-BF15-15E4CEC54ADF}"/>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Close any open episode and inspect the report</a:t>
            </a:r>
          </a:p>
        </p:txBody>
      </p:sp>
      <p:sp>
        <p:nvSpPr>
          <p:cNvPr id="14" name="">
            <a:extLst xmlns:a="http://schemas.openxmlformats.org/drawingml/2006/main">
              <a:ext uri="{FF2B5EF4-FFF2-40B4-BE49-F238E27FC236}">
                <a16:creationId xmlns:a16="http://schemas.microsoft.com/office/drawing/2014/main" id="{C2C4785B-7065-4835-B809-AA5556A5947C}"/>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4CFBBD0-6D93-4F30-8A0C-DA39A24E4AEC}"/>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5C03F51-69B9-47AC-BC1A-1F3736A7CA43}"/>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Export and compare</a:t>
            </a:r>
          </a:p>
        </p:txBody>
      </p:sp>
      <p:sp>
        <p:nvSpPr>
          <p:cNvPr id="17" name="text-9">
            <a:extLst xmlns:a="http://schemas.openxmlformats.org/drawingml/2006/main">
              <a:ext uri="{FF2B5EF4-FFF2-40B4-BE49-F238E27FC236}">
                <a16:creationId xmlns:a16="http://schemas.microsoft.com/office/drawing/2014/main" id="{DE36642F-5F50-489F-B498-A6C7D13E4D27}"/>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the phone log for comparison on the Mac</a:t>
            </a:r>
          </a:p>
        </p:txBody>
      </p:sp>
      <p:sp>
        <p:nvSpPr>
          <p:cNvPr id="18" name="text-10">
            <a:extLst xmlns:a="http://schemas.openxmlformats.org/drawingml/2006/main">
              <a:ext uri="{FF2B5EF4-FFF2-40B4-BE49-F238E27FC236}">
                <a16:creationId xmlns:a16="http://schemas.microsoft.com/office/drawing/2014/main" id="{1E9B77D6-5262-486A-A783-DBFBA9C4287F}"/>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user sees evidence while analysis is running.</a:t>
            </a:r>
          </a:p>
        </p:txBody>
      </p:sp>
      <p:sp>
        <p:nvSpPr>
          <p:cNvPr id="19" name="text-11">
            <a:extLst xmlns:a="http://schemas.openxmlformats.org/drawingml/2006/main">
              <a:ext uri="{FF2B5EF4-FFF2-40B4-BE49-F238E27FC236}">
                <a16:creationId xmlns:a16="http://schemas.microsoft.com/office/drawing/2014/main" id="{BBD89FF0-6D13-4AAD-9B29-F1825EED3F3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5EC2F77-AF2B-41EC-8BCB-A903522B796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abb3b556b344419"/>
              </a:rPr>
              <a:t>Harness screen</a:t>
            </a:r>
          </a:p>
        </p:txBody>
      </p:sp>
      <p:sp>
        <p:nvSpPr>
          <p:cNvPr id="21" name="text-13">
            <a:extLst xmlns:a="http://schemas.openxmlformats.org/drawingml/2006/main">
              <a:ext uri="{FF2B5EF4-FFF2-40B4-BE49-F238E27FC236}">
                <a16:creationId xmlns:a16="http://schemas.microsoft.com/office/drawing/2014/main" id="{D5105634-5EE0-49DF-86AF-748D45D75A9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5cb5a253d6044ff"/>
              </a:rPr>
              <a:t>Harness model</a:t>
            </a:r>
          </a:p>
        </p:txBody>
      </p:sp>
      <p:sp>
        <p:nvSpPr>
          <p:cNvPr id="22" name="text-14">
            <a:extLst xmlns:a="http://schemas.openxmlformats.org/drawingml/2006/main">
              <a:ext uri="{FF2B5EF4-FFF2-40B4-BE49-F238E27FC236}">
                <a16:creationId xmlns:a16="http://schemas.microsoft.com/office/drawing/2014/main" id="{07EB8184-8431-486E-A501-32B962B1CDF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8178012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9E471BE1-440B-4D9D-8241-36318B5548C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1FBAA1FB-E761-4189-942B-8CDF9105767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DA95C97E-B3A5-4DF7-8086-D9F9CBBA3B16}"/>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604CA5CB-09FA-4FFD-A176-3D4BF142E75C}"/>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281042A5-B79D-4DF2-B56B-1CE863BB557E}"/>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08188B82-C7EE-4FC6-B443-4008447B1E21}"/>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EB51C2E9-AF38-41D5-8340-F421D0E4B702}"/>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6D408B53-0668-4E47-8A76-CAD4F489C1F6}"/>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D28E1C31-F264-4DB1-8A8D-52EBE8355758}"/>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6B260A90-AB56-404D-A190-383480C222FA}"/>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93910F91-D015-4643-AE54-26A13A835E92}"/>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F9260A72-C4D3-44CB-8150-1AF2C8FE686D}"/>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3F0023DE-7220-42C6-8116-994D27B5A8E8}"/>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A43C3010-995F-4BDC-8309-CFAB5B8A5317}"/>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3163255E-6128-45AD-897E-604F6875695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4F67216F-7041-4CCD-BCEC-63A5A7C82B5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87027a21cb4edc"/>
              </a:rPr>
              <a:t>Mac gate</a:t>
            </a:r>
          </a:p>
        </p:txBody>
      </p:sp>
      <p:sp>
        <p:nvSpPr>
          <p:cNvPr id="17" name="text-14">
            <a:extLst xmlns:a="http://schemas.openxmlformats.org/drawingml/2006/main">
              <a:ext uri="{FF2B5EF4-FFF2-40B4-BE49-F238E27FC236}">
                <a16:creationId xmlns:a16="http://schemas.microsoft.com/office/drawing/2014/main" id="{782E05A1-48A6-481B-B41A-72E32DB4771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7444740882c494e"/>
              </a:rPr>
              <a:t>Integration tests</a:t>
            </a:r>
          </a:p>
        </p:txBody>
      </p:sp>
      <p:sp>
        <p:nvSpPr>
          <p:cNvPr id="18" name="text-15">
            <a:extLst xmlns:a="http://schemas.openxmlformats.org/drawingml/2006/main">
              <a:ext uri="{FF2B5EF4-FFF2-40B4-BE49-F238E27FC236}">
                <a16:creationId xmlns:a16="http://schemas.microsoft.com/office/drawing/2014/main" id="{6FB9683A-B056-4D87-A273-FF4277083E1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ad460644fb408f"/>
              </a:rPr>
              <a:t>App tests</a:t>
            </a:r>
          </a:p>
        </p:txBody>
      </p:sp>
      <p:sp>
        <p:nvSpPr>
          <p:cNvPr id="19" name="text-16">
            <a:extLst xmlns:a="http://schemas.openxmlformats.org/drawingml/2006/main">
              <a:ext uri="{FF2B5EF4-FFF2-40B4-BE49-F238E27FC236}">
                <a16:creationId xmlns:a16="http://schemas.microsoft.com/office/drawing/2014/main" id="{B5805EC6-FF5B-4B61-ACC4-39B4F0B3B76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18129034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4A77FE55-1254-4286-B8D5-63CA2987890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D3E62C1B-437B-43F3-9308-C0293CA7BDD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C60FA916-16B5-4114-9720-861947DD8D24}"/>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5F2FC62-1B08-440C-A8DE-FFF67E8C135D}"/>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FA5E5415-E7CA-48C3-9985-A4BDE9C3951B}"/>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64332BDD-8A09-4618-A3F2-23EDA4B204ED}"/>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952419-924A-4ED0-A4B9-6D2279BDC910}"/>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2AB9B08-117E-4D65-97C0-5FEE05BFA0B5}"/>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4B68F522-1925-421C-9961-D47132C176F5}"/>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9138BBF1-C730-4199-88CF-D709096969C6}"/>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6581DE-2714-419E-B8B7-D124B76E2C85}"/>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CE44EE5-1E36-48E0-AC9B-A665EB2F3606}"/>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3DC9DA8B-EB4D-47B6-90A0-1EA263C85F5E}"/>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5C55BCF6-26D0-4717-A85E-17C8F3D88C4F}"/>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A28E65-AE07-4B96-A640-8797C04C2010}"/>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F5D1443-A81B-496B-A56F-32BE5DAF7A6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9792DAD7-C742-49EF-8D94-CF121BA32A08}"/>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EAC5A182-100E-4A51-AD76-255271639955}"/>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46462F-1275-49B3-8958-B0593D089098}"/>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2ACA74AA-59D0-4705-A557-C50A723AC515}"/>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D9A46F4E-8D71-4FA8-B760-2CF5718F6B20}"/>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B7294DCF-048C-43E7-8332-38F2F2B7211E}"/>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605E622E-BFD0-4640-A371-B0D8E765514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61269745-C3D8-4991-97EC-9335395789D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d8d698513f64002"/>
              </a:rPr>
              <a:t>Core package</a:t>
            </a:r>
          </a:p>
        </p:txBody>
      </p:sp>
      <p:sp>
        <p:nvSpPr>
          <p:cNvPr id="25" name="text-15">
            <a:extLst xmlns:a="http://schemas.openxmlformats.org/drawingml/2006/main">
              <a:ext uri="{FF2B5EF4-FFF2-40B4-BE49-F238E27FC236}">
                <a16:creationId xmlns:a16="http://schemas.microsoft.com/office/drawing/2014/main" id="{FAF09D0E-7E28-4C4C-A3BB-CEEEA446CED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473a9bc0f474fc1"/>
              </a:rPr>
              <a:t>Harness</a:t>
            </a:r>
          </a:p>
        </p:txBody>
      </p:sp>
      <p:sp>
        <p:nvSpPr>
          <p:cNvPr id="26" name="text-16">
            <a:extLst xmlns:a="http://schemas.openxmlformats.org/drawingml/2006/main">
              <a:ext uri="{FF2B5EF4-FFF2-40B4-BE49-F238E27FC236}">
                <a16:creationId xmlns:a16="http://schemas.microsoft.com/office/drawing/2014/main" id="{BBF69519-F30C-4E81-A666-CC69AB07D4F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a4d3b003a0241e2"/>
              </a:rPr>
              <a:t>Evaluator</a:t>
            </a:r>
          </a:p>
        </p:txBody>
      </p:sp>
      <p:sp>
        <p:nvSpPr>
          <p:cNvPr id="27" name="text-17">
            <a:extLst xmlns:a="http://schemas.openxmlformats.org/drawingml/2006/main">
              <a:ext uri="{FF2B5EF4-FFF2-40B4-BE49-F238E27FC236}">
                <a16:creationId xmlns:a16="http://schemas.microsoft.com/office/drawing/2014/main" id="{9083CB70-1A86-4369-80FA-22EA5D12088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285734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5538C1A1-23FF-4896-B779-31AE4A48FE2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F570CF0E-BE03-4686-B58C-95B9ECEC4B2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4CCEC583-9DD5-4097-9477-E0D3810C6F0E}"/>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7E947369-BD4C-4240-B6C1-BE098B857376}"/>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BC756913-69EB-460A-B7A4-A83CC6353DED}"/>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B1044914-DD7B-44B6-A795-1D791AA25FFB}"/>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852769-B816-407E-AA61-BE51E98E8D0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2A5A925-E2E4-42AB-8B03-4A2416FA80F8}"/>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188D2343-C4A5-4DD0-A23C-57E16E8D67B5}"/>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4906EF18-BD89-4252-928C-C864DA7ACB11}"/>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4CA8816-46CD-4F87-B15D-CDC4F22BF049}"/>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09F1DBC9-FB16-4FC2-8FFF-E5074FC0AF15}"/>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03707679-C759-4A57-853C-B89C74E9565B}"/>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09C59A34-6B74-4E0E-BC4E-1CE5A16CE7ED}"/>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BE95BE3-333E-4F4E-988B-7E934F685E19}"/>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23E2AFF-5D18-4E9C-BC67-0605FB9DEABB}"/>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277AF9B5-4E7D-42BA-927B-89A98DA3F0EE}"/>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9201C8CF-1F38-4F26-8306-DFB386AC6DA3}"/>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F50B516-C3F9-4507-AF31-693F94A54E7E}"/>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BAFA08E6-549A-466C-A255-2B6E14061B4C}"/>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7372A368-9E7E-4AD2-93D1-9DDDB8DF0E31}"/>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E9419A36-9C69-4BAE-92F8-336E5ED6C41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EF9653B6-7909-4E61-A37C-C1F50D6B506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280E213D-666C-4C71-87B3-DC96C2739B0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56f7d3b1544685"/>
              </a:rPr>
              <a:t>Pipeline source</a:t>
            </a:r>
          </a:p>
        </p:txBody>
      </p:sp>
      <p:sp>
        <p:nvSpPr>
          <p:cNvPr id="25" name="text-15">
            <a:extLst xmlns:a="http://schemas.openxmlformats.org/drawingml/2006/main">
              <a:ext uri="{FF2B5EF4-FFF2-40B4-BE49-F238E27FC236}">
                <a16:creationId xmlns:a16="http://schemas.microsoft.com/office/drawing/2014/main" id="{41C5FEFC-E73B-4FCE-947F-C6D86B47CD9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39974a5ceb41e4"/>
              </a:rPr>
              <a:t>Recorder</a:t>
            </a:r>
          </a:p>
        </p:txBody>
      </p:sp>
      <p:sp>
        <p:nvSpPr>
          <p:cNvPr id="26" name="text-16">
            <a:extLst xmlns:a="http://schemas.openxmlformats.org/drawingml/2006/main">
              <a:ext uri="{FF2B5EF4-FFF2-40B4-BE49-F238E27FC236}">
                <a16:creationId xmlns:a16="http://schemas.microsoft.com/office/drawing/2014/main" id="{99DF0825-4B8B-468E-8C5F-941B18C58D9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f5a72e9c7f444bf"/>
              </a:rPr>
              <a:t>Pipeline tests</a:t>
            </a:r>
          </a:p>
        </p:txBody>
      </p:sp>
      <p:sp>
        <p:nvSpPr>
          <p:cNvPr id="27" name="text-17">
            <a:extLst xmlns:a="http://schemas.openxmlformats.org/drawingml/2006/main">
              <a:ext uri="{FF2B5EF4-FFF2-40B4-BE49-F238E27FC236}">
                <a16:creationId xmlns:a16="http://schemas.microsoft.com/office/drawing/2014/main" id="{2E617BFE-026B-4D30-A8CD-4B33A12629C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2044359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5FAC6AC1-04F7-4305-9257-B72A6F9B744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04469367-1EE1-4053-B879-DCD9D948554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FD608677-3956-4393-ACC6-37BCE09712DA}"/>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D3D5C3F-89C5-40E3-AB6F-F20D71F4C535}"/>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F0F6EC5A-BFA9-4805-9A2C-5EA08D777606}"/>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84446FB7-3BE5-4E58-B61A-D74C849F3977}"/>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6068F2-D03E-474E-925B-0DD30FE7E051}"/>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D7ABD02-93C9-4CE1-ADB2-1BF6149F0088}"/>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9085F83C-D936-4E36-A03D-826F8032BE1D}"/>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5C5E1E1E-3F34-429C-9D56-9F61CFF84B20}"/>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D376B7-5F38-45B5-A33B-53654ED73BC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4C44C28D-F9F7-4EC8-A79A-9411CDED2119}"/>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49DAFD77-DB51-4EED-94EF-21872A95B644}"/>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82E02E73-3219-4839-898E-3F3E98DC85AC}"/>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FD6AF2B-39A2-470D-BDCB-500B136E4C3B}"/>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FCFEE84-19BA-41A6-832B-6433BC28B802}"/>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00A833B0-06F8-4F20-977E-DF831382DAF0}"/>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8F070540-E6E7-45C0-AEE5-12DA42B38E12}"/>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29669F-7B1C-435C-83A0-43ED8F2E3E84}"/>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70D0C69A-2F2F-4859-AEA8-ADC187E07DD2}"/>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E5BD954B-F6AC-482E-BF02-626938BDAC2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43EA14A2-5797-49AC-822B-6B9C5A61CC7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AF57F174-28F1-498F-80B9-DDC266D19A8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9949ECEE-B87D-443C-BF0B-9B01F70A3E9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d0997fa9c3f44c0"/>
              </a:rPr>
              <a:t>Pipeline</a:t>
            </a:r>
          </a:p>
        </p:txBody>
      </p:sp>
      <p:sp>
        <p:nvSpPr>
          <p:cNvPr id="25" name="text-15">
            <a:extLst xmlns:a="http://schemas.openxmlformats.org/drawingml/2006/main">
              <a:ext uri="{FF2B5EF4-FFF2-40B4-BE49-F238E27FC236}">
                <a16:creationId xmlns:a16="http://schemas.microsoft.com/office/drawing/2014/main" id="{3297F9DF-2F1F-498A-A99E-BFA689C3AE9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b38f687bddf4f06"/>
              </a:rPr>
              <a:t>Recorder</a:t>
            </a:r>
          </a:p>
        </p:txBody>
      </p:sp>
      <p:sp>
        <p:nvSpPr>
          <p:cNvPr id="26" name="text-16">
            <a:extLst xmlns:a="http://schemas.openxmlformats.org/drawingml/2006/main">
              <a:ext uri="{FF2B5EF4-FFF2-40B4-BE49-F238E27FC236}">
                <a16:creationId xmlns:a16="http://schemas.microsoft.com/office/drawing/2014/main" id="{62029097-3B78-4DB5-B92C-7414AA92664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c5d2e546f9b4eb6"/>
              </a:rPr>
              <a:t>Harness model</a:t>
            </a:r>
          </a:p>
        </p:txBody>
      </p:sp>
      <p:sp>
        <p:nvSpPr>
          <p:cNvPr id="27" name="text-17">
            <a:extLst xmlns:a="http://schemas.openxmlformats.org/drawingml/2006/main">
              <a:ext uri="{FF2B5EF4-FFF2-40B4-BE49-F238E27FC236}">
                <a16:creationId xmlns:a16="http://schemas.microsoft.com/office/drawing/2014/main" id="{9AC79F96-62FD-40D8-BFDA-016764ED67B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2961015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9C58BF3-0521-4B9C-94B7-6D05AE989EF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B3DE5FAB-3A17-4902-BBEE-327B51A972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7F1FBDFE-4414-45BA-B7F4-CF0E9A5FC3F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299BCB02-E096-4CA8-8FBF-B1253447C7D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E955D7C7-BFA0-4E41-B681-DD106ECD7FB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F52B1EF-783E-45BB-A910-B818AF206DB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19055161-3ACB-49A3-B539-4F6A1B06E4B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52ECB87C-91F7-4318-AEF5-DEAB29389407}"/>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A4080013-70CD-43CE-88DE-B7A528DC056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6F066D54-C41E-4B9E-8DF6-B448428CC1A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05474601-0EEC-4ABE-A652-47C6BF79249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129F845-73BD-4237-AE12-C0FC18BEA21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32954125-3E44-48C3-B204-84EE6D9237B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8C7DBF50-84A5-41EE-9BD3-D64D9E979C7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AA046C4-A7C9-4E18-A620-9095C32D3AB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10a40d845045fd"/>
              </a:rPr>
              <a:t>Frame contract</a:t>
            </a:r>
          </a:p>
        </p:txBody>
      </p:sp>
      <p:sp>
        <p:nvSpPr>
          <p:cNvPr id="16" name="text-12">
            <a:extLst xmlns:a="http://schemas.openxmlformats.org/drawingml/2006/main">
              <a:ext uri="{FF2B5EF4-FFF2-40B4-BE49-F238E27FC236}">
                <a16:creationId xmlns:a16="http://schemas.microsoft.com/office/drawing/2014/main" id="{DA10BEDA-FB7D-4AE9-B27C-D1CE9D559B0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e76d87c68844f23"/>
              </a:rPr>
              <a:t>Frame stream</a:t>
            </a:r>
          </a:p>
        </p:txBody>
      </p:sp>
      <p:sp>
        <p:nvSpPr>
          <p:cNvPr id="17" name="text-13">
            <a:extLst xmlns:a="http://schemas.openxmlformats.org/drawingml/2006/main">
              <a:ext uri="{FF2B5EF4-FFF2-40B4-BE49-F238E27FC236}">
                <a16:creationId xmlns:a16="http://schemas.microsoft.com/office/drawing/2014/main" id="{97F0C0CE-F8D0-4A31-8CA3-CD0C23258C1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0f03c7954b24013"/>
              </a:rPr>
              <a:t>Stream tests</a:t>
            </a:r>
          </a:p>
        </p:txBody>
      </p:sp>
      <p:sp>
        <p:nvSpPr>
          <p:cNvPr id="18" name="text-14">
            <a:extLst xmlns:a="http://schemas.openxmlformats.org/drawingml/2006/main">
              <a:ext uri="{FF2B5EF4-FFF2-40B4-BE49-F238E27FC236}">
                <a16:creationId xmlns:a16="http://schemas.microsoft.com/office/drawing/2014/main" id="{29580B04-7BE9-4B70-91F7-7709587D0D0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18687880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57ACE5E4-3B09-4460-B40B-D01938C52D8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AEAFBDA5-7F15-401E-83BE-90604B25FAA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A228E789-BE60-4512-8778-194C738D35F3}"/>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AE3519E3-FA36-4202-8828-18C8DCB1810E}"/>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ED760680-FFCB-438C-9F56-465C4A3DC69B}"/>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4E41C1AE-612C-48DE-AE54-58217E2BA4D0}"/>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0A8E03-C850-4BE4-A3C2-EEA16D6047DF}"/>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D0C5C20-3803-4EC8-A796-6D7C6AE15F65}"/>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ECA6D76B-750A-4602-99F8-C2C41858506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0938A5D1-39E4-450F-B531-3673AD5E14DC}"/>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7AA1722-84DC-4407-A426-54274C5062DE}"/>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276B729-FB21-482C-8B3F-175B004CCF30}"/>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75737ACE-9995-4C5B-B849-9DCE5E0847A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A22ADCB8-B588-47F1-883A-037B00CA949E}"/>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452266B-323A-4A54-8107-510BE25CCBB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254F562C-1177-43B6-8C8E-A9C5FC95C9F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E78E4679-B661-45BF-A6E5-B5089B0AFEFB}"/>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450B051F-45C1-4C7E-B42E-CDB09200868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D5E2D3F-D96E-4D3E-A225-30EA856A171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CD6A670A-2CDA-4846-882D-7E9B053F6B6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4b8a745c826447f"/>
              </a:rPr>
              <a:t>Stream implementation</a:t>
            </a:r>
          </a:p>
        </p:txBody>
      </p:sp>
      <p:sp>
        <p:nvSpPr>
          <p:cNvPr id="21" name="text-13">
            <a:extLst xmlns:a="http://schemas.openxmlformats.org/drawingml/2006/main">
              <a:ext uri="{FF2B5EF4-FFF2-40B4-BE49-F238E27FC236}">
                <a16:creationId xmlns:a16="http://schemas.microsoft.com/office/drawing/2014/main" id="{BA1C545A-59B6-4407-AB7C-7B73B0FB4EF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2d95f5c541440d"/>
              </a:rPr>
              <a:t>Stream tests</a:t>
            </a:r>
          </a:p>
        </p:txBody>
      </p:sp>
      <p:sp>
        <p:nvSpPr>
          <p:cNvPr id="22" name="text-14">
            <a:extLst xmlns:a="http://schemas.openxmlformats.org/drawingml/2006/main">
              <a:ext uri="{FF2B5EF4-FFF2-40B4-BE49-F238E27FC236}">
                <a16:creationId xmlns:a16="http://schemas.microsoft.com/office/drawing/2014/main" id="{B2E4FF7F-FDBD-463E-9410-D3AADB04EBC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925850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26A1E24-23CF-4087-868A-C3330496DB5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D9C7B6F3-35D3-42C4-B56B-AC788273D53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5D0324AF-DE2F-4519-A395-62B1DF0FF18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09000A0F-D5BC-4800-92BB-C561E6D3409E}"/>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0869C8C0-9EB7-4F14-A6A1-152601F67D5F}"/>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909C767D-CC48-40A4-9470-B1CCDB555D8E}"/>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16EE6FA8-B6CB-4D94-BFF1-A47DA866207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9607282-015F-4F9C-A19B-BFA40C9747AD}"/>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F570EDC6-8B3D-4AFA-9AB6-9E173A731851}"/>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89584D3E-4B4A-4D1E-A1B1-1BEA69AF2C3B}"/>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2E82068F-DC26-41DA-AC58-060F846D7D12}"/>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CFDA4D40-E6F1-45C0-95E4-4D5AD3D2812C}"/>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F09B9A77-D1BD-4D33-B770-B8C3E7C455F7}"/>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A61C2337-7447-47F5-ABF1-C35DEFC6D30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AF0CAB1F-2130-4035-9FD1-1A2CBCA225D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74c72dbefb74cef"/>
              </a:rPr>
              <a:t>Stream implementation</a:t>
            </a:r>
          </a:p>
        </p:txBody>
      </p:sp>
      <p:sp>
        <p:nvSpPr>
          <p:cNvPr id="16" name="text-14">
            <a:extLst xmlns:a="http://schemas.openxmlformats.org/drawingml/2006/main">
              <a:ext uri="{FF2B5EF4-FFF2-40B4-BE49-F238E27FC236}">
                <a16:creationId xmlns:a16="http://schemas.microsoft.com/office/drawing/2014/main" id="{BE6A67FF-E66A-4261-92E9-4AD89F980BF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71ccb3908294993"/>
              </a:rPr>
              <a:t>Integration suite</a:t>
            </a:r>
          </a:p>
        </p:txBody>
      </p:sp>
      <p:sp>
        <p:nvSpPr>
          <p:cNvPr id="17" name="text-15">
            <a:extLst xmlns:a="http://schemas.openxmlformats.org/drawingml/2006/main">
              <a:ext uri="{FF2B5EF4-FFF2-40B4-BE49-F238E27FC236}">
                <a16:creationId xmlns:a16="http://schemas.microsoft.com/office/drawing/2014/main" id="{E1970204-496D-4135-AA46-596762AF33A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a1ec5165574656"/>
              </a:rPr>
              <a:t>Report builder</a:t>
            </a:r>
          </a:p>
        </p:txBody>
      </p:sp>
      <p:sp>
        <p:nvSpPr>
          <p:cNvPr id="18" name="text-16">
            <a:extLst xmlns:a="http://schemas.openxmlformats.org/drawingml/2006/main">
              <a:ext uri="{FF2B5EF4-FFF2-40B4-BE49-F238E27FC236}">
                <a16:creationId xmlns:a16="http://schemas.microsoft.com/office/drawing/2014/main" id="{AA7BE0C0-D615-4A18-980D-3F0B8019B8C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3958042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4E77597-BED6-4F47-A918-A66D379084B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EA75821C-FEB0-4AB8-AF6E-DB0614781C8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2026425E-2B2B-4EC4-AFD3-3044246392D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AC18A1CE-EAEF-4DD3-9E18-3CFBD47168C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82933DA4-C89C-4A74-AAEA-819F32ABF6A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78C4C2C-1161-42FC-A778-37C8E32CEDB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35DCC633-80EA-4162-9C42-49E6D7A25CC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C39AD411-C20F-468A-B84D-F9903B50C77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17202D4-5859-4821-8168-D47F2220481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B86F471C-25F6-4F35-B847-6E493F28A87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9B9B342C-5491-4237-8B04-5D1F8D29F0A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85A5729-74E6-4E7A-B575-8C7A8453ABB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46C1DB73-5B35-4AB0-BAFD-F377DA9A147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611EA71D-C201-4E2F-8058-B87EF3C5793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3B7A38A-F74E-4038-9310-00898752CE1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b43e6b4290740ba"/>
              </a:rPr>
              <a:t>Local catalog</a:t>
            </a:r>
          </a:p>
        </p:txBody>
      </p:sp>
      <p:sp>
        <p:nvSpPr>
          <p:cNvPr id="16" name="text-12">
            <a:extLst xmlns:a="http://schemas.openxmlformats.org/drawingml/2006/main">
              <a:ext uri="{FF2B5EF4-FFF2-40B4-BE49-F238E27FC236}">
                <a16:creationId xmlns:a16="http://schemas.microsoft.com/office/drawing/2014/main" id="{2AF5F378-7B48-49C4-A9F0-F95DF2F7BD9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835f7a0b934c8a"/>
              </a:rPr>
              <a:t>Catalog tests</a:t>
            </a:r>
          </a:p>
        </p:txBody>
      </p:sp>
      <p:sp>
        <p:nvSpPr>
          <p:cNvPr id="17" name="text-13">
            <a:extLst xmlns:a="http://schemas.openxmlformats.org/drawingml/2006/main">
              <a:ext uri="{FF2B5EF4-FFF2-40B4-BE49-F238E27FC236}">
                <a16:creationId xmlns:a16="http://schemas.microsoft.com/office/drawing/2014/main" id="{D999762A-D574-426D-BFFB-F943D7CCAE3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e25f7cdde884cc1"/>
              </a:rPr>
              <a:t>Diagnostic inputs</a:t>
            </a:r>
          </a:p>
        </p:txBody>
      </p:sp>
      <p:sp>
        <p:nvSpPr>
          <p:cNvPr id="18" name="text-14">
            <a:extLst xmlns:a="http://schemas.openxmlformats.org/drawingml/2006/main">
              <a:ext uri="{FF2B5EF4-FFF2-40B4-BE49-F238E27FC236}">
                <a16:creationId xmlns:a16="http://schemas.microsoft.com/office/drawing/2014/main" id="{E5440767-CCA8-4B25-8296-E775C692D5E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16969456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4731B4DD-AE62-4C6E-B664-A6AE9E3C148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A3CEBF30-F30A-4C7D-99AD-DBD27AD8D48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9F0134AE-D2E4-4C3F-9144-8A4A5B5C8002}"/>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BAE0A95F-D1D1-4A15-9837-596D92652339}"/>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BE198564-DCEF-4D83-87CA-7BFD2D4C80AE}"/>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58652E93-1DFD-4AE3-9498-00206C549F18}"/>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99BAB88E-A7C2-411B-896D-C1BABF611B05}"/>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04381FE5-1057-45AF-805C-68DE79FAD41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9B7A7EE2-F3B4-4F44-AB3E-5906ADFF0F13}"/>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DAFA3361-7CE3-4305-9891-1CC3D45DA2BE}"/>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1B6728D-0EBC-41D1-8237-8DCE85B0BAF8}"/>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31743C99-53AE-4E03-8369-779B3DFB5EE6}"/>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E64CCBAB-70E7-4C42-9A37-D879871FD0FE}"/>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4BF0D5A8-5799-4D2E-8556-5765534C577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A290C44B-F596-4A46-9915-137BB28DCCA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6e76633c7b4401f"/>
              </a:rPr>
              <a:t>Vision adapter</a:t>
            </a:r>
          </a:p>
        </p:txBody>
      </p:sp>
      <p:sp>
        <p:nvSpPr>
          <p:cNvPr id="16" name="text-14">
            <a:extLst xmlns:a="http://schemas.openxmlformats.org/drawingml/2006/main">
              <a:ext uri="{FF2B5EF4-FFF2-40B4-BE49-F238E27FC236}">
                <a16:creationId xmlns:a16="http://schemas.microsoft.com/office/drawing/2014/main" id="{D0B994D1-6F6B-4784-BFE4-B794F0F31B2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a671ab111684c9a"/>
              </a:rPr>
              <a:t>Vision tests</a:t>
            </a:r>
          </a:p>
        </p:txBody>
      </p:sp>
      <p:sp>
        <p:nvSpPr>
          <p:cNvPr id="17" name="text-15">
            <a:extLst xmlns:a="http://schemas.openxmlformats.org/drawingml/2006/main">
              <a:ext uri="{FF2B5EF4-FFF2-40B4-BE49-F238E27FC236}">
                <a16:creationId xmlns:a16="http://schemas.microsoft.com/office/drawing/2014/main" id="{D19323D3-9C27-4036-A79E-3B1D14DC14B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9519966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8501717-CD91-4E2B-85DF-4786E44AAE6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8DCE6A24-FF33-45A7-8A7F-54ADD7F13F5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DB407A8E-27F0-41A4-B858-7FED2181654C}"/>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B6D1115-8F57-47F8-87AB-8784996B0C8E}"/>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9B423A4F-50F6-4E8C-B19E-F56068156F5A}"/>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59A3668C-D2ED-45A1-946B-C104C37094EA}"/>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621360DC-E693-4058-ABAC-99666E033B83}"/>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1F044C38-136B-41BB-B5B0-E7949A80F744}"/>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6F5C3698-9673-4D03-97C7-E685C95B7440}"/>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DB171C34-73A3-40E9-9C01-006500D80E5A}"/>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B2149416-CA19-475E-80B8-C287AA918FB9}"/>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B374BEA6-D39B-4C1E-8A2C-E973A9D64312}"/>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F4B3F017-DED0-45DE-81AE-685159422311}"/>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4678C227-AEF2-451F-85FD-4F61FAE636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BE5BAD1-27E8-4EB8-90E1-8771727A128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d07892bc42a4d3d"/>
              </a:rPr>
              <a:t>Scorer and score type</a:t>
            </a:r>
          </a:p>
        </p:txBody>
      </p:sp>
      <p:sp>
        <p:nvSpPr>
          <p:cNvPr id="16" name="text-14">
            <a:extLst xmlns:a="http://schemas.openxmlformats.org/drawingml/2006/main">
              <a:ext uri="{FF2B5EF4-FFF2-40B4-BE49-F238E27FC236}">
                <a16:creationId xmlns:a16="http://schemas.microsoft.com/office/drawing/2014/main" id="{35F158E3-B333-4402-BAC4-A46BD39497C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4dfc69f8cec4330"/>
              </a:rPr>
              <a:t>Scorer tests</a:t>
            </a:r>
          </a:p>
        </p:txBody>
      </p:sp>
      <p:sp>
        <p:nvSpPr>
          <p:cNvPr id="17" name="text-15">
            <a:extLst xmlns:a="http://schemas.openxmlformats.org/drawingml/2006/main">
              <a:ext uri="{FF2B5EF4-FFF2-40B4-BE49-F238E27FC236}">
                <a16:creationId xmlns:a16="http://schemas.microsoft.com/office/drawing/2014/main" id="{F90AA954-0D94-49E7-8E0E-F8866ADA180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1f2c57c5c840fc"/>
              </a:rPr>
              <a:t>Frozen profile</a:t>
            </a:r>
          </a:p>
        </p:txBody>
      </p:sp>
      <p:sp>
        <p:nvSpPr>
          <p:cNvPr id="18" name="text-16">
            <a:extLst xmlns:a="http://schemas.openxmlformats.org/drawingml/2006/main">
              <a:ext uri="{FF2B5EF4-FFF2-40B4-BE49-F238E27FC236}">
                <a16:creationId xmlns:a16="http://schemas.microsoft.com/office/drawing/2014/main" id="{02481A88-4016-46D3-8875-D45D5B659C9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19615040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C024E3F7-AC48-42DE-A295-EEC169BF2BA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9C4B5E64-4964-41A7-AD23-418E8365FE7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EE17E8E1-076C-4F94-ACB4-5F286B2C095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3349550A-8A46-4767-999E-28F5E65D40E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4A868795-F8E8-40B0-9FB9-964F44E11F9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C4B3AB3-B0D9-4FCD-9BC2-4FC739D57F2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A12B6585-5B0B-4EEC-8149-C4A85CF67B4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36BE5BDD-6DDF-45F7-8131-77BD16D226A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68C6C49-B8BB-4D2D-94D7-CF784D47627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671D63D6-AF6B-4879-A2C1-D922DED628D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69BEF51D-29D9-44EE-A6A5-A8ED997AD1E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96EB684-2534-4621-A136-5C399FAEE59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BB4649EA-B1B9-4A33-8D62-84ECD9E1137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B3A7F68C-20AC-43C9-BB26-0A4CA264E148}"/>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D824A3F1-B7E6-41EA-A37B-9E142A4EBA1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9A7F212F-09AE-4CCD-BF38-47E698A0F1B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e87714fcf354aa6"/>
              </a:rPr>
              <a:t>Profile</a:t>
            </a:r>
          </a:p>
        </p:txBody>
      </p:sp>
      <p:sp>
        <p:nvSpPr>
          <p:cNvPr id="17" name="text-13">
            <a:extLst xmlns:a="http://schemas.openxmlformats.org/drawingml/2006/main">
              <a:ext uri="{FF2B5EF4-FFF2-40B4-BE49-F238E27FC236}">
                <a16:creationId xmlns:a16="http://schemas.microsoft.com/office/drawing/2014/main" id="{338148E3-D11F-4614-A9C9-5DBF7CDBC04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0b88631f2b94139"/>
              </a:rPr>
              <a:t>Calibration script</a:t>
            </a:r>
          </a:p>
        </p:txBody>
      </p:sp>
      <p:sp>
        <p:nvSpPr>
          <p:cNvPr id="18" name="text-14">
            <a:extLst xmlns:a="http://schemas.openxmlformats.org/drawingml/2006/main">
              <a:ext uri="{FF2B5EF4-FFF2-40B4-BE49-F238E27FC236}">
                <a16:creationId xmlns:a16="http://schemas.microsoft.com/office/drawing/2014/main" id="{954D7D97-7833-4EA1-9A17-E61CA967DA1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c2be52030cc4f39"/>
              </a:rPr>
              <a:t>Aggregator</a:t>
            </a:r>
          </a:p>
        </p:txBody>
      </p:sp>
      <p:sp>
        <p:nvSpPr>
          <p:cNvPr id="19" name="text-15">
            <a:extLst xmlns:a="http://schemas.openxmlformats.org/drawingml/2006/main">
              <a:ext uri="{FF2B5EF4-FFF2-40B4-BE49-F238E27FC236}">
                <a16:creationId xmlns:a16="http://schemas.microsoft.com/office/drawing/2014/main" id="{9CFC3E63-9B6F-4905-B653-65A41D40F94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3754853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6B1897A7-F1FC-4E31-8B35-43D25E1C8D1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142B4A82-D089-4E4A-BF6B-6BC4AD8CC7B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432FDC99-408B-41E6-A329-8AC29B951D83}"/>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0CD97464-225E-44EA-9F88-E277B192FD4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5510F660-AFFE-4E4B-867E-9C591C13617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861294B0-8393-4634-853E-1F8083B71B0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6647BB9-DF72-4464-96BB-0B5D4F08909B}"/>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F453E21-B243-43D0-BB49-CDB83BFF9309}"/>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9A694E46-3E17-4D4A-8B8E-0B85F2B73037}"/>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9073BE8B-5CDC-4FBD-A973-18F04ED7126B}"/>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3C757D2-589A-4D5F-BFDE-BFEC0BD14A3C}"/>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A073F03-A41F-454E-BF89-C62A8270E177}"/>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FEE27686-8E53-4453-94AA-F656B2EAA98F}"/>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61490B2B-9D8E-4343-B225-1037F6B09E37}"/>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EA1F82-9266-4C83-830C-C95225BC28C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1E68DEB-06DE-41AE-A413-3A3F21522C9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40F390E2-2477-4686-828A-EBF6FCE6BC46}"/>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9DFE6CAD-7E39-4B66-A924-9A6AF335019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DB624791-1641-4FAD-B738-2A350EB0DA9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4797DDE-0EB2-4E06-83BA-2A8900D2AAE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23d4bac88b248ec"/>
              </a:rPr>
              <a:t>Episode aggregator</a:t>
            </a:r>
          </a:p>
        </p:txBody>
      </p:sp>
      <p:sp>
        <p:nvSpPr>
          <p:cNvPr id="21" name="text-13">
            <a:extLst xmlns:a="http://schemas.openxmlformats.org/drawingml/2006/main">
              <a:ext uri="{FF2B5EF4-FFF2-40B4-BE49-F238E27FC236}">
                <a16:creationId xmlns:a16="http://schemas.microsoft.com/office/drawing/2014/main" id="{F2F3E0E0-9830-4525-8278-A363D453DEF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aa5e6d2f779450c"/>
              </a:rPr>
              <a:t>Episode tests</a:t>
            </a:r>
          </a:p>
        </p:txBody>
      </p:sp>
      <p:sp>
        <p:nvSpPr>
          <p:cNvPr id="22" name="text-14">
            <a:extLst xmlns:a="http://schemas.openxmlformats.org/drawingml/2006/main">
              <a:ext uri="{FF2B5EF4-FFF2-40B4-BE49-F238E27FC236}">
                <a16:creationId xmlns:a16="http://schemas.microsoft.com/office/drawing/2014/main" id="{EA240529-35C4-4680-9AA0-76796A99483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7a0724b82374b89"/>
              </a:rPr>
              <a:t>Lifecycle integration</a:t>
            </a:r>
          </a:p>
        </p:txBody>
      </p:sp>
      <p:sp>
        <p:nvSpPr>
          <p:cNvPr id="23" name="text-15">
            <a:extLst xmlns:a="http://schemas.openxmlformats.org/drawingml/2006/main">
              <a:ext uri="{FF2B5EF4-FFF2-40B4-BE49-F238E27FC236}">
                <a16:creationId xmlns:a16="http://schemas.microsoft.com/office/drawing/2014/main" id="{50E490C9-258B-4DD8-8018-12C28942771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2844216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773761D-7BE4-4960-AB58-B2C2C2AA851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5CD738B4-5BF8-457E-90E3-0663433298A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A6105591-A2C0-42CA-B6D3-B89783B610F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B94FA452-1AE8-4714-B1EF-E36B924489B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B5E74101-E9E6-4512-940F-417A7D29611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A13C215-2CE3-44C1-AD01-CF05EA0929E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9362B034-BDC5-4BD4-8BDC-E4F83E4E652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5577AAF5-E0A2-4A50-B87A-5CDBF676858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0796100-891A-412E-989F-B323811ADF6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B9CF12D3-5466-403D-9E73-346F482EED4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0635FFB9-B1B5-4A69-BE7B-78D09284D75F}"/>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629FEF5-812F-48E9-8680-91A74944036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C9621FE9-7ECB-486E-8B8B-7E9C33C1FEA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68654C75-0E00-443A-9A88-A0820EB9595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A274D5D-3317-468B-A7C9-595D9EA96E3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c8e3a37e52940ce"/>
              </a:rPr>
              <a:t>Episode and signal types</a:t>
            </a:r>
          </a:p>
        </p:txBody>
      </p:sp>
      <p:sp>
        <p:nvSpPr>
          <p:cNvPr id="16" name="text-12">
            <a:extLst xmlns:a="http://schemas.openxmlformats.org/drawingml/2006/main">
              <a:ext uri="{FF2B5EF4-FFF2-40B4-BE49-F238E27FC236}">
                <a16:creationId xmlns:a16="http://schemas.microsoft.com/office/drawing/2014/main" id="{064D8835-EA28-4C74-A4BF-8D225D858FB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f1d95d0366242de"/>
              </a:rPr>
              <a:t>Episode tests</a:t>
            </a:r>
          </a:p>
        </p:txBody>
      </p:sp>
      <p:sp>
        <p:nvSpPr>
          <p:cNvPr id="17" name="text-13">
            <a:extLst xmlns:a="http://schemas.openxmlformats.org/drawingml/2006/main">
              <a:ext uri="{FF2B5EF4-FFF2-40B4-BE49-F238E27FC236}">
                <a16:creationId xmlns:a16="http://schemas.microsoft.com/office/drawing/2014/main" id="{C819F24D-A78B-4D3A-A5ED-5268FCE1E5D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641d507d59e4ae7"/>
              </a:rPr>
              <a:t>Harness display</a:t>
            </a:r>
          </a:p>
        </p:txBody>
      </p:sp>
      <p:sp>
        <p:nvSpPr>
          <p:cNvPr id="18" name="text-14">
            <a:extLst xmlns:a="http://schemas.openxmlformats.org/drawingml/2006/main">
              <a:ext uri="{FF2B5EF4-FFF2-40B4-BE49-F238E27FC236}">
                <a16:creationId xmlns:a16="http://schemas.microsoft.com/office/drawing/2014/main" id="{C070E1B4-574E-4C76-99A5-BB03C8CD47D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6835548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7C11F01-39AE-48E2-9C4E-3E93C19F118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E3FEB5DB-700C-451C-B865-505719D6969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748A50CB-C719-4E00-86CC-8DA65999CAE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A5FAB5E-B854-4CE5-969C-580825222267}"/>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C1072998-6B6B-4990-9737-8CA2E2C78208}"/>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FAAB9829-41F9-47D9-92E7-35B3F84E19D8}"/>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B9B9A4-BA88-4548-BBEB-B4CAF1C24DB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D56C81AC-C90B-4352-9263-175825CBA62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D243D59F-4E1A-490D-86BB-A8B3138F938A}"/>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196B43BB-795C-4E75-BB91-8A0B664D1FD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8C81700-3527-487E-9524-FE059D13DC38}"/>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E9F06D1-09BF-4349-AD9F-42BBD19E952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35FE5825-6D00-4F9F-A712-C6E66980991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AB3BA2BA-043E-48C6-B943-46C46C8D0A14}"/>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C1C48F-C7F1-4CC9-BCC5-0F36FA275F1B}"/>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7AA59E1-7814-4ADD-BB70-D8CAE5707BE2}"/>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A0DD31E6-85CF-4CB7-B283-CA5E5BE2D929}"/>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A899AC24-21ED-4A72-B279-85D1B3D98C8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D16E53FF-3086-41B6-A947-C8D4D85FA9B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ECA21E52-77DD-41FD-93B3-5325B88B337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8294053a124045"/>
              </a:rPr>
              <a:t>Recorder</a:t>
            </a:r>
          </a:p>
        </p:txBody>
      </p:sp>
      <p:sp>
        <p:nvSpPr>
          <p:cNvPr id="21" name="text-13">
            <a:extLst xmlns:a="http://schemas.openxmlformats.org/drawingml/2006/main">
              <a:ext uri="{FF2B5EF4-FFF2-40B4-BE49-F238E27FC236}">
                <a16:creationId xmlns:a16="http://schemas.microsoft.com/office/drawing/2014/main" id="{9D8893CB-2616-4375-B674-5E78AAADAF9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3af0b27b5224aa8"/>
              </a:rPr>
              <a:t>Log writer</a:t>
            </a:r>
          </a:p>
        </p:txBody>
      </p:sp>
      <p:sp>
        <p:nvSpPr>
          <p:cNvPr id="22" name="text-14">
            <a:extLst xmlns:a="http://schemas.openxmlformats.org/drawingml/2006/main">
              <a:ext uri="{FF2B5EF4-FFF2-40B4-BE49-F238E27FC236}">
                <a16:creationId xmlns:a16="http://schemas.microsoft.com/office/drawing/2014/main" id="{66D80A8D-AFDC-4B8C-A828-FAF25C6465B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3141047089f4b40"/>
              </a:rPr>
              <a:t>Report builder</a:t>
            </a:r>
          </a:p>
        </p:txBody>
      </p:sp>
      <p:sp>
        <p:nvSpPr>
          <p:cNvPr id="23" name="text-15">
            <a:extLst xmlns:a="http://schemas.openxmlformats.org/drawingml/2006/main">
              <a:ext uri="{FF2B5EF4-FFF2-40B4-BE49-F238E27FC236}">
                <a16:creationId xmlns:a16="http://schemas.microsoft.com/office/drawing/2014/main" id="{854FEA8E-6BCC-41FC-869D-78ADFFB59ED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4906438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1B299C1-9EE1-4D0D-8014-7A5741D3F57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A962B948-6C49-4AF2-9040-458DF19787A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73E32F12-AEF8-4792-8A53-43B4DD83880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B1E24F9D-414B-498E-B5CC-E1FA0E103B1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08DE150E-5BB4-4FA4-9DC6-58C3F3E9EF1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5553BC3-7AA5-4E44-A313-92B7EAC42A7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8FDA44B0-B55B-4CDD-9792-24B5B3529466}"/>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43044209-A91D-4167-B9BF-7698A419087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50BEFB6-B606-45EE-88DC-A2FE19244AB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24767442-13C2-44C5-B1A2-D9C2D0ED5C7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78A6BE5E-E2A6-4E48-8197-5DF007060CF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1AA208E-B7A8-4E8D-9625-0559A353A0D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E4EC56F3-E268-42A3-B2DB-943AB160418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A411B6AE-A64E-49A9-B39E-A6D0491F60B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CC37173-36DF-44CC-8355-1C3E8C3056D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14e2275e11e4084"/>
              </a:rPr>
              <a:t>Image store</a:t>
            </a:r>
          </a:p>
        </p:txBody>
      </p:sp>
      <p:sp>
        <p:nvSpPr>
          <p:cNvPr id="16" name="text-12">
            <a:extLst xmlns:a="http://schemas.openxmlformats.org/drawingml/2006/main">
              <a:ext uri="{FF2B5EF4-FFF2-40B4-BE49-F238E27FC236}">
                <a16:creationId xmlns:a16="http://schemas.microsoft.com/office/drawing/2014/main" id="{2A14867A-031E-42BF-9B0A-7FC841B59FB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00053c7e8204b66"/>
              </a:rPr>
              <a:t>Pipeline selection</a:t>
            </a:r>
          </a:p>
        </p:txBody>
      </p:sp>
      <p:sp>
        <p:nvSpPr>
          <p:cNvPr id="17" name="text-13">
            <a:extLst xmlns:a="http://schemas.openxmlformats.org/drawingml/2006/main">
              <a:ext uri="{FF2B5EF4-FFF2-40B4-BE49-F238E27FC236}">
                <a16:creationId xmlns:a16="http://schemas.microsoft.com/office/drawing/2014/main" id="{DDAAB059-3C00-410F-B351-5F8EB2E81B8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ecc26f98654b0f"/>
              </a:rPr>
              <a:t>Report tests</a:t>
            </a:r>
          </a:p>
        </p:txBody>
      </p:sp>
      <p:sp>
        <p:nvSpPr>
          <p:cNvPr id="18" name="text-14">
            <a:extLst xmlns:a="http://schemas.openxmlformats.org/drawingml/2006/main">
              <a:ext uri="{FF2B5EF4-FFF2-40B4-BE49-F238E27FC236}">
                <a16:creationId xmlns:a16="http://schemas.microsoft.com/office/drawing/2014/main" id="{CFAF1317-CFA0-48E1-9ECC-0F6CA8CF5B1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2405988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EB5877E-8E0D-4AB0-9856-53E14EBB13B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7C3441BA-67D2-444D-A9DF-D6437B36C96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EF52F4A3-FB0A-417A-AFBC-B9A6089C298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2DB018FD-1AAA-48E6-9056-F822224793E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DCB3CCCB-DDA5-43BD-BC5F-C31F6AFB1416}"/>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9B53DF9-5DA1-4791-AF3E-D51E2CE81EF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06164EB6-E392-4A50-B8F1-DC3CE8CB724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CA1D06F8-5414-43BE-9C5C-E3EC9BCD6D0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9451564-1345-4237-95FC-9C1C88C0041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CE73F133-91C2-4AD4-8E37-7621423C880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BC56A3FF-17DC-4035-8D18-1DD4BC1AF758}"/>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6E73A7E-42AE-4BEB-8779-C0B0C0C7180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D654E8CE-8F0C-470E-90EA-579F9F3450F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4CBAC26F-BE2C-48DC-8F76-66702A25674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66FFE8B-4AA8-41D8-877B-6CCD33305B0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a1b90d37062430c"/>
              </a:rPr>
              <a:t>Log schema</a:t>
            </a:r>
          </a:p>
        </p:txBody>
      </p:sp>
      <p:sp>
        <p:nvSpPr>
          <p:cNvPr id="16" name="text-12">
            <a:extLst xmlns:a="http://schemas.openxmlformats.org/drawingml/2006/main">
              <a:ext uri="{FF2B5EF4-FFF2-40B4-BE49-F238E27FC236}">
                <a16:creationId xmlns:a16="http://schemas.microsoft.com/office/drawing/2014/main" id="{CF5BDDD4-F3BC-4C94-B8C5-86ADE8274BA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f1d47f780d4732"/>
              </a:rPr>
              <a:t>Log validation</a:t>
            </a:r>
          </a:p>
        </p:txBody>
      </p:sp>
      <p:sp>
        <p:nvSpPr>
          <p:cNvPr id="17" name="text-13">
            <a:extLst xmlns:a="http://schemas.openxmlformats.org/drawingml/2006/main">
              <a:ext uri="{FF2B5EF4-FFF2-40B4-BE49-F238E27FC236}">
                <a16:creationId xmlns:a16="http://schemas.microsoft.com/office/drawing/2014/main" id="{A3FF7D38-7535-47B5-A861-DAE06CFB21B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184bc5fc22d4a2f"/>
              </a:rPr>
              <a:t>Log tests</a:t>
            </a:r>
          </a:p>
        </p:txBody>
      </p:sp>
      <p:sp>
        <p:nvSpPr>
          <p:cNvPr id="18" name="text-14">
            <a:extLst xmlns:a="http://schemas.openxmlformats.org/drawingml/2006/main">
              <a:ext uri="{FF2B5EF4-FFF2-40B4-BE49-F238E27FC236}">
                <a16:creationId xmlns:a16="http://schemas.microsoft.com/office/drawing/2014/main" id="{BD86EE39-6245-4EA4-BC39-87A575315D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87127931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D3141DC-7ED4-467B-BDB5-6C01BFF46B5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A46585F2-87AD-4C68-9916-37E896CB524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29B8A6A8-58DB-46D6-B457-F0FEE734FBA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983F52C6-C40B-41AB-AED3-96B415C193BB}"/>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EF38D7D2-2BC1-4B01-B6A0-DD24E79DE73D}"/>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15B98E2F-BEAD-40CB-A6E0-2E5DFD65496E}"/>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3E551F69-9E48-4FD9-9E8C-9A494EEC6647}"/>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7DE1D6B3-0EED-4121-B32D-A4CB6CD0BBAF}"/>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DAC55641-9E9F-4ECD-9616-5B0020B7EC50}"/>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1A503FDF-F004-485F-8258-5AA2A2395D50}"/>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3EDD4339-32D1-45CB-B7EA-A929005999B9}"/>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F1055466-F837-4F99-9AA9-BE61BEFA80B8}"/>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729A0F74-83B0-441D-9472-41CE5FFCF8C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A5BA5813-DDEA-4A17-9590-3ECF80C1E5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4284A0F-798A-4E60-B5FC-3E698A1D063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809e2dec39b4a85"/>
              </a:rPr>
              <a:t>Report builder</a:t>
            </a:r>
          </a:p>
        </p:txBody>
      </p:sp>
      <p:sp>
        <p:nvSpPr>
          <p:cNvPr id="16" name="text-14">
            <a:extLst xmlns:a="http://schemas.openxmlformats.org/drawingml/2006/main">
              <a:ext uri="{FF2B5EF4-FFF2-40B4-BE49-F238E27FC236}">
                <a16:creationId xmlns:a16="http://schemas.microsoft.com/office/drawing/2014/main" id="{7EA16CF7-EDA2-4D28-9396-D0DE7C69744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b463ae03331446c"/>
              </a:rPr>
              <a:t>Report tests</a:t>
            </a:r>
          </a:p>
        </p:txBody>
      </p:sp>
      <p:sp>
        <p:nvSpPr>
          <p:cNvPr id="17" name="text-15">
            <a:extLst xmlns:a="http://schemas.openxmlformats.org/drawingml/2006/main">
              <a:ext uri="{FF2B5EF4-FFF2-40B4-BE49-F238E27FC236}">
                <a16:creationId xmlns:a16="http://schemas.microsoft.com/office/drawing/2014/main" id="{37A31514-43F1-4DFC-AEC6-C4B9C3F1CAC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ecd66eb172043c9"/>
              </a:rPr>
              <a:t>Integration replay</a:t>
            </a:r>
          </a:p>
        </p:txBody>
      </p:sp>
      <p:sp>
        <p:nvSpPr>
          <p:cNvPr id="18" name="text-16">
            <a:extLst xmlns:a="http://schemas.openxmlformats.org/drawingml/2006/main">
              <a:ext uri="{FF2B5EF4-FFF2-40B4-BE49-F238E27FC236}">
                <a16:creationId xmlns:a16="http://schemas.microsoft.com/office/drawing/2014/main" id="{E5D7EC58-74A8-4B3C-A231-4931F329C67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20886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1C8020BE-3E9B-4C59-B177-8434AE4A6CE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E6D5C9DA-0F69-4E17-ACC0-381FE9D9969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F12DA269-3904-4FF0-B9EC-5A600E7F5E4D}"/>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074DD53-0569-4D4A-9AA8-5DB89A9507D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EB0879A7-E749-48D6-9BED-6EEAA3C85A78}"/>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87F938F1-1261-432D-A200-C1CFFA16EA95}"/>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5BC06D-75ED-49DF-A47A-B9BCCB676F8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52EE70F-07B4-48C1-8871-1520C3996698}"/>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133A3202-A89E-4BCD-A305-EE7CA1CCDA2D}"/>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AC9DF675-B651-4AC9-B2FA-3C75400A85A2}"/>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AAFB1E0-1C70-43E7-88A2-E963A98B5B98}"/>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543C550-3C1C-439E-9422-FA431FA10F7D}"/>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55921F88-6679-4E59-9564-EE053768275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DEA85E9E-657F-4EC1-9B9D-80C06B191FAA}"/>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D5EF51-A7A1-4968-925C-4DEE6D8701F9}"/>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53897E9-0ED8-4F62-9FA0-2DB6EC15920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D5187111-4836-47ED-9A9C-F5FFE003E778}"/>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804460D7-0A44-464D-8CC4-51F1ED480A6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0369DE0D-B5C8-4AE8-BF1A-323B7E6E60D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2868D5E6-F822-4DEF-9135-053F2EF895F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471b48292eb42f0"/>
              </a:rPr>
              <a:t>Pipeline lifecycle</a:t>
            </a:r>
          </a:p>
        </p:txBody>
      </p:sp>
      <p:sp>
        <p:nvSpPr>
          <p:cNvPr id="21" name="text-13">
            <a:extLst xmlns:a="http://schemas.openxmlformats.org/drawingml/2006/main">
              <a:ext uri="{FF2B5EF4-FFF2-40B4-BE49-F238E27FC236}">
                <a16:creationId xmlns:a16="http://schemas.microsoft.com/office/drawing/2014/main" id="{85F88B4F-1205-4816-8983-B6EECC2441A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65f9e35cf134ca4"/>
              </a:rPr>
              <a:t>Lifecycle integration</a:t>
            </a:r>
          </a:p>
        </p:txBody>
      </p:sp>
      <p:sp>
        <p:nvSpPr>
          <p:cNvPr id="22" name="text-14">
            <a:extLst xmlns:a="http://schemas.openxmlformats.org/drawingml/2006/main">
              <a:ext uri="{FF2B5EF4-FFF2-40B4-BE49-F238E27FC236}">
                <a16:creationId xmlns:a16="http://schemas.microsoft.com/office/drawing/2014/main" id="{4B324BCC-93A1-4881-A201-9CFA7B2EDD6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1e37f7be2f3411f"/>
              </a:rPr>
              <a:t>One-shot test</a:t>
            </a:r>
          </a:p>
        </p:txBody>
      </p:sp>
      <p:sp>
        <p:nvSpPr>
          <p:cNvPr id="23" name="text-15">
            <a:extLst xmlns:a="http://schemas.openxmlformats.org/drawingml/2006/main">
              <a:ext uri="{FF2B5EF4-FFF2-40B4-BE49-F238E27FC236}">
                <a16:creationId xmlns:a16="http://schemas.microsoft.com/office/drawing/2014/main" id="{983351C9-3753-42A4-9094-AF602E4D8EB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20260870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F621C14-AC9B-4CD6-A1CA-779FC757F89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8DA77B6B-F101-455D-A502-FCCCE15FAAE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77F6927D-E9D4-483C-965D-6E7726F63E2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5866899B-ED58-4BB5-95BC-24BDDA212E5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79B65A86-EF4E-4731-94B2-68A950D3820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7C2E616-C7D8-4994-8B7F-CB88C0AF00C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38D52FC1-81DD-4F11-A967-DBCFEC18647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91E4D4E3-9126-4A8B-82FB-F250B1E40EF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0DD8562-C388-457B-A5F8-00472350C88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ABA8ABC1-97DE-4837-B392-C003BC0DDF1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6962C562-9F44-4E0A-BE8E-FF5AC850FC3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AFF9FFD-0988-4E76-B36A-0BE90293D53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8204CC7A-0E7F-4E6B-9E72-081DEFFBCC5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F270F242-D485-4B22-8099-6AB1518FCF5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C611358-D390-4904-A9B6-242C0F39CA4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16ce3d33f304b00"/>
              </a:rPr>
              <a:t>Pipeline error path</a:t>
            </a:r>
          </a:p>
        </p:txBody>
      </p:sp>
      <p:sp>
        <p:nvSpPr>
          <p:cNvPr id="16" name="text-12">
            <a:extLst xmlns:a="http://schemas.openxmlformats.org/drawingml/2006/main">
              <a:ext uri="{FF2B5EF4-FFF2-40B4-BE49-F238E27FC236}">
                <a16:creationId xmlns:a16="http://schemas.microsoft.com/office/drawing/2014/main" id="{57FCFB90-45EB-490B-94D7-6A091CAA260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9e51f4556274ef1"/>
              </a:rPr>
              <a:t>Failure tests</a:t>
            </a:r>
          </a:p>
        </p:txBody>
      </p:sp>
      <p:sp>
        <p:nvSpPr>
          <p:cNvPr id="17" name="text-13">
            <a:extLst xmlns:a="http://schemas.openxmlformats.org/drawingml/2006/main">
              <a:ext uri="{FF2B5EF4-FFF2-40B4-BE49-F238E27FC236}">
                <a16:creationId xmlns:a16="http://schemas.microsoft.com/office/drawing/2014/main" id="{D72764F2-A10F-498A-9F30-0EFCF61E1B9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44c241e451e43cd"/>
              </a:rPr>
              <a:t>Harness model</a:t>
            </a:r>
          </a:p>
        </p:txBody>
      </p:sp>
      <p:sp>
        <p:nvSpPr>
          <p:cNvPr id="18" name="text-14">
            <a:extLst xmlns:a="http://schemas.openxmlformats.org/drawingml/2006/main">
              <a:ext uri="{FF2B5EF4-FFF2-40B4-BE49-F238E27FC236}">
                <a16:creationId xmlns:a16="http://schemas.microsoft.com/office/drawing/2014/main" id="{CB2FB652-52AB-4625-B63B-8B1310FA64C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20659280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3A92B9C-8E61-4C16-A86C-43E62C2D9D7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F007715B-84B1-40BB-B1B8-04C32587F53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D71783DC-4983-477D-AA42-E49ED94DFFB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B58D611E-C342-4A19-A73F-73B996E9948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B7404D67-0D12-4021-A6B0-861055485EA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B8CC08C-0AE3-475A-ACC5-7A8B55F1772F}"/>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A3917E07-833B-4A27-962C-CB154333336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D1902A40-7575-4780-8F65-96473544A04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8CF0DF8-BC8F-4056-8750-74DAF7E6116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E59A2EDD-61A4-47EA-8020-98B8EF20D25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B40EE458-A2AA-4456-ACDB-B65AE614DBD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8C446F3-C0DB-453D-8DCD-C67D89C4091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D29A83C9-D35E-4F1B-AF64-88448DE645F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999191E6-139E-4002-B59F-15450448B66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DB2ECAB-5B52-40BF-830A-0E39AB17151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7ab8ecff0c8485b"/>
              </a:rPr>
              <a:t>Fixture evaluator</a:t>
            </a:r>
          </a:p>
        </p:txBody>
      </p:sp>
      <p:sp>
        <p:nvSpPr>
          <p:cNvPr id="16" name="text-12">
            <a:extLst xmlns:a="http://schemas.openxmlformats.org/drawingml/2006/main">
              <a:ext uri="{FF2B5EF4-FFF2-40B4-BE49-F238E27FC236}">
                <a16:creationId xmlns:a16="http://schemas.microsoft.com/office/drawing/2014/main" id="{A33C746D-B865-4E07-99F2-3CD93DBD4C4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14d1023722a4b41"/>
              </a:rPr>
              <a:t>Annotation data</a:t>
            </a:r>
          </a:p>
        </p:txBody>
      </p:sp>
      <p:sp>
        <p:nvSpPr>
          <p:cNvPr id="17" name="text-13">
            <a:extLst xmlns:a="http://schemas.openxmlformats.org/drawingml/2006/main">
              <a:ext uri="{FF2B5EF4-FFF2-40B4-BE49-F238E27FC236}">
                <a16:creationId xmlns:a16="http://schemas.microsoft.com/office/drawing/2014/main" id="{646C185B-F055-424B-B5F0-A4157E638C5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486e50117104ffc"/>
              </a:rPr>
              <a:t>Evaluator tests</a:t>
            </a:r>
          </a:p>
        </p:txBody>
      </p:sp>
      <p:sp>
        <p:nvSpPr>
          <p:cNvPr id="18" name="text-14">
            <a:extLst xmlns:a="http://schemas.openxmlformats.org/drawingml/2006/main">
              <a:ext uri="{FF2B5EF4-FFF2-40B4-BE49-F238E27FC236}">
                <a16:creationId xmlns:a16="http://schemas.microsoft.com/office/drawing/2014/main" id="{478BE2AE-FC92-484D-9BB6-79A93B449BC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5125633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951CE390-C6BC-4A0D-8C38-76E09BA9C79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15B8EEB2-E5BA-4801-98AD-5CA7F0291B6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817EE2D0-7BDC-42AF-B77D-D2E37FFDF31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34682611-151D-4F52-874A-681434F5B754}"/>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53B890B1-8FFD-48CD-A864-ABA88035ADFD}"/>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F5E624C3-8884-4C06-BA24-27409C185CE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7D3BC775-2FE2-4AB9-8289-634828F48E8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40B9BDE2-430D-40AA-BC44-68AAC40EDE03}"/>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EB871A39-6E39-463F-AB79-CFE9D4453F1A}"/>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391ABFD1-7B38-4189-86FD-C009F01AE0E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5B794A20-FE4C-4435-AB37-D3BCCD4F7EB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B3D98A83-0DCF-4040-959B-64AF147B51E9}"/>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DB674B80-5009-4A23-97FD-1E5EB916919F}"/>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BC61751D-5F5C-4953-881A-1516F6A51F5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01E8E57F-48C8-4612-85FF-E53DB831683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4087DF6A-5336-4BD7-A8A3-442892744776}"/>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D938B7DC-49DD-48E5-AD42-F0719AD9CBE8}"/>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7512563B-7073-46A0-8D61-8791286064E8}"/>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0226B426-CC2A-42F5-8CCD-CC22B223333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AD89E597-297D-4EF0-AFDC-121A3A110CE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69ebd2a2be2409d"/>
              </a:rPr>
              <a:t>Positive evaluation</a:t>
            </a:r>
          </a:p>
        </p:txBody>
      </p:sp>
      <p:sp>
        <p:nvSpPr>
          <p:cNvPr id="21" name="text-17">
            <a:extLst xmlns:a="http://schemas.openxmlformats.org/drawingml/2006/main">
              <a:ext uri="{FF2B5EF4-FFF2-40B4-BE49-F238E27FC236}">
                <a16:creationId xmlns:a16="http://schemas.microsoft.com/office/drawing/2014/main" id="{3829A599-7307-464C-B7E8-5AE06DF8A6D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89c4999c98c428f"/>
              </a:rPr>
              <a:t>Negative evaluation</a:t>
            </a:r>
          </a:p>
        </p:txBody>
      </p:sp>
      <p:sp>
        <p:nvSpPr>
          <p:cNvPr id="22" name="text-18">
            <a:extLst xmlns:a="http://schemas.openxmlformats.org/drawingml/2006/main">
              <a:ext uri="{FF2B5EF4-FFF2-40B4-BE49-F238E27FC236}">
                <a16:creationId xmlns:a16="http://schemas.microsoft.com/office/drawing/2014/main" id="{B934724B-7798-4466-BED5-95201371197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6222f00d7254793"/>
              </a:rPr>
              <a:t>Positive report</a:t>
            </a:r>
          </a:p>
        </p:txBody>
      </p:sp>
      <p:sp>
        <p:nvSpPr>
          <p:cNvPr id="23" name="text-19">
            <a:extLst xmlns:a="http://schemas.openxmlformats.org/drawingml/2006/main">
              <a:ext uri="{FF2B5EF4-FFF2-40B4-BE49-F238E27FC236}">
                <a16:creationId xmlns:a16="http://schemas.microsoft.com/office/drawing/2014/main" id="{8AB6DE74-5B9A-491E-9FA8-EC85F08637E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9774200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3D34CDF-ED69-4468-860A-CF5895DFED6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E4719076-5E7B-40D4-A4C7-8420AC8F8C4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0464C8F4-395B-4AFF-BF25-BD0023E0182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2760A9DD-776C-4EF4-90D5-8926C449B04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40A1E155-DBEE-4573-81A0-7DCF22B398D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3122FBA-77BF-4237-B00B-844A8E9BBD6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0A5DCFC7-0981-4CE7-8377-227ECC25434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B874527F-E86D-40F1-9420-5C502D09A72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CFFFBA2-313C-4D01-B54B-73D97C6B9DA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E3A6B017-9A6B-488A-8A0E-EACB500F6D4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C6321329-79CA-40D3-A3B6-C95C45DF1208}"/>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3A3B4108-186B-4262-909D-3D65790E451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C2DAC02A-3038-4AE1-B088-5A81A00091A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F0C2CAE3-E5DC-4C32-B113-43022D1F5E0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D2E514E-CFEC-48B5-9CCE-8D058EB3578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d594512c67e4659"/>
              </a:rPr>
              <a:t>Comparator</a:t>
            </a:r>
          </a:p>
        </p:txBody>
      </p:sp>
      <p:sp>
        <p:nvSpPr>
          <p:cNvPr id="16" name="text-12">
            <a:extLst xmlns:a="http://schemas.openxmlformats.org/drawingml/2006/main">
              <a:ext uri="{FF2B5EF4-FFF2-40B4-BE49-F238E27FC236}">
                <a16:creationId xmlns:a16="http://schemas.microsoft.com/office/drawing/2014/main" id="{E3A58AE2-74F4-4F96-AFC1-7FF95FE7B9D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b095f7137da4145"/>
              </a:rPr>
              <a:t>Evaluation CLI</a:t>
            </a:r>
          </a:p>
        </p:txBody>
      </p:sp>
      <p:sp>
        <p:nvSpPr>
          <p:cNvPr id="17" name="text-13">
            <a:extLst xmlns:a="http://schemas.openxmlformats.org/drawingml/2006/main">
              <a:ext uri="{FF2B5EF4-FFF2-40B4-BE49-F238E27FC236}">
                <a16:creationId xmlns:a16="http://schemas.microsoft.com/office/drawing/2014/main" id="{ED9B6883-6B6E-4DE1-83F9-B8D9EA34716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e41efb0b784176"/>
              </a:rPr>
              <a:t>Comparator tests</a:t>
            </a:r>
          </a:p>
        </p:txBody>
      </p:sp>
      <p:sp>
        <p:nvSpPr>
          <p:cNvPr id="18" name="text-14">
            <a:extLst xmlns:a="http://schemas.openxmlformats.org/drawingml/2006/main">
              <a:ext uri="{FF2B5EF4-FFF2-40B4-BE49-F238E27FC236}">
                <a16:creationId xmlns:a16="http://schemas.microsoft.com/office/drawing/2014/main" id="{F437B5BE-F368-4AD8-901A-336F842E378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56516566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21D418A3-BF5C-4DF0-B769-806AF538350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CCC6AB90-0DFE-4C12-BA3C-D52B43920A4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E93B157A-EB6D-4FE9-BD5F-10279C3A4F3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9793DF46-EA6E-449C-9167-D1325CE23206}"/>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70300114-62B6-4091-899E-DF0821F78D9E}"/>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C8FD94EE-8AFC-4A05-8D34-A395EF16D7AC}"/>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3C67E6-2872-46F5-96F9-9DD33935552D}"/>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CB9BEC2-326A-480F-A8A6-EDC7B73512D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1585E79C-5B13-487D-9AE6-DC37D6F55CA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74AD320F-011B-4868-ACAA-887DB682CA1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A85D80-E5EF-4CC8-AA68-D98C3BC5AE13}"/>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E60E631-09DA-47A4-8A01-EB56C8E4634B}"/>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9DD16CF6-C934-4BFA-B3D3-9B9A3428C3B3}"/>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408A027C-BAEA-4D2D-9A45-EC0B1D444FEB}"/>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9FACFE-3240-488A-88BF-2D146733F0B4}"/>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70B7162-19E2-48E3-9A3D-1B0573D2447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3DEB4E35-5911-4EF3-A6E8-F737A274F7E3}"/>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64210218-E39A-4516-8948-2584F7D68B96}"/>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B933575A-0DCC-4F80-BD0E-8AEB64E4E25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772D21B7-E6E6-483E-8BB5-AC8881834E7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a2edac6a3b4ee3"/>
              </a:rPr>
              <a:t>Bootstrap</a:t>
            </a:r>
          </a:p>
        </p:txBody>
      </p:sp>
      <p:sp>
        <p:nvSpPr>
          <p:cNvPr id="21" name="text-13">
            <a:extLst xmlns:a="http://schemas.openxmlformats.org/drawingml/2006/main">
              <a:ext uri="{FF2B5EF4-FFF2-40B4-BE49-F238E27FC236}">
                <a16:creationId xmlns:a16="http://schemas.microsoft.com/office/drawing/2014/main" id="{2A824DBB-3F79-4C86-BFA0-11E68903B87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0b5b4507b0a4faf"/>
              </a:rPr>
              <a:t>Harness model</a:t>
            </a:r>
          </a:p>
        </p:txBody>
      </p:sp>
      <p:sp>
        <p:nvSpPr>
          <p:cNvPr id="22" name="text-14">
            <a:extLst xmlns:a="http://schemas.openxmlformats.org/drawingml/2006/main">
              <a:ext uri="{FF2B5EF4-FFF2-40B4-BE49-F238E27FC236}">
                <a16:creationId xmlns:a16="http://schemas.microsoft.com/office/drawing/2014/main" id="{11B43460-74FE-4132-8BDD-6CCE5A5E8A5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1b67da2a1d44b3a"/>
              </a:rPr>
              <a:t>Bundle checks</a:t>
            </a:r>
          </a:p>
        </p:txBody>
      </p:sp>
      <p:sp>
        <p:nvSpPr>
          <p:cNvPr id="23" name="text-15">
            <a:extLst xmlns:a="http://schemas.openxmlformats.org/drawingml/2006/main">
              <a:ext uri="{FF2B5EF4-FFF2-40B4-BE49-F238E27FC236}">
                <a16:creationId xmlns:a16="http://schemas.microsoft.com/office/drawing/2014/main" id="{E8049EBC-1C8A-487F-9B8F-AB2C93D0B99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4567987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CAD66285-C57C-42A3-9275-3306E9D76AD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B7B3FF56-E188-4E9B-8787-A623DCB1CD7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4852FF32-60D0-4F16-B3F5-104CFB97F52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E113C487-771A-4BB9-B42C-3049B797720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B3C72092-9D1E-4C52-88F4-39F75A83E81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2AB9C4E-A1FD-4650-97FD-35C3E23EA8C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6A70C800-2666-46C3-BFC4-B9B374A34D5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8842D1EB-EE32-491A-A3D7-C8DE6D9E42A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1A12C26-A0CE-430B-ABA2-E67FB7B9961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958F4561-5DA8-40A2-B825-8D6C905E58A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7782990D-57A0-4E82-B8D0-990FD9ABE7F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5A2FFA63-2D2E-4FEF-84C2-7C2B7F4C5C9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F44E9D20-6B4C-4B45-AF55-79E41C2F65B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A5F837B6-F70C-463E-90FB-162BBB07DBA7}"/>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6A4C9E85-104F-4C4F-8CE2-F35AE3EB1FA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22716682-75CA-4A58-907C-34C07B3BAFC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ce8c1436c134c9d"/>
              </a:rPr>
              <a:t>Diagnostic scheme</a:t>
            </a:r>
          </a:p>
        </p:txBody>
      </p:sp>
      <p:sp>
        <p:nvSpPr>
          <p:cNvPr id="17" name="text-13">
            <a:extLst xmlns:a="http://schemas.openxmlformats.org/drawingml/2006/main">
              <a:ext uri="{FF2B5EF4-FFF2-40B4-BE49-F238E27FC236}">
                <a16:creationId xmlns:a16="http://schemas.microsoft.com/office/drawing/2014/main" id="{907D7B87-0956-4D10-BFBB-D5E6D93E85D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3891789cf354fad"/>
              </a:rPr>
              <a:t>Harness export</a:t>
            </a:r>
          </a:p>
        </p:txBody>
      </p:sp>
      <p:sp>
        <p:nvSpPr>
          <p:cNvPr id="18" name="text-14">
            <a:extLst xmlns:a="http://schemas.openxmlformats.org/drawingml/2006/main">
              <a:ext uri="{FF2B5EF4-FFF2-40B4-BE49-F238E27FC236}">
                <a16:creationId xmlns:a16="http://schemas.microsoft.com/office/drawing/2014/main" id="{4E947AF5-604F-43F8-9BDD-A33B290531D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d093588de494ae4"/>
              </a:rPr>
              <a:t>Phone verification</a:t>
            </a:r>
          </a:p>
        </p:txBody>
      </p:sp>
      <p:sp>
        <p:nvSpPr>
          <p:cNvPr id="19" name="text-15">
            <a:extLst xmlns:a="http://schemas.openxmlformats.org/drawingml/2006/main">
              <a:ext uri="{FF2B5EF4-FFF2-40B4-BE49-F238E27FC236}">
                <a16:creationId xmlns:a16="http://schemas.microsoft.com/office/drawing/2014/main" id="{B4ACE88C-2BF5-40B9-8908-CFC09B6226C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15598734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8F09521F-CF49-483C-985C-189B8ED3C49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6DCC6E87-7C34-4DE8-87BE-4550589EA80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DB93A4BC-53C5-41AF-8CD1-6B7EF5E5C96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2336AF5F-8822-4BCA-BF2A-CE94F473577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1688A468-81EC-4BCB-A8A6-B8C632C0A57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09472B6-9BE1-4DDF-BD6D-8BD6BDE6CBA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FA29001D-C8E6-4A3C-BFBB-0479C18E948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8F0B6050-A385-4168-B1FD-C52E3DB9F5F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4394D51-0326-47E6-8AD4-D7E1DD90E7D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4365621B-E446-4802-853B-BA7F8FABC42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9837742D-E3DE-4DE7-99BF-90B31F3F36F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CACBB1C-F231-4BD5-BAB0-100CD4C6E52C}"/>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63E47F4D-4F82-4E22-B6F4-D1747B6499E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F299FE5D-4D76-4965-82F2-D83EE4F815FA}"/>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BC3C4A11-CBBF-43AE-9B08-C294293CB14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A5A7CB93-2453-42FB-B259-51CC4BC41F7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02f6f87297e431f"/>
              </a:rPr>
              <a:t>Harness replay</a:t>
            </a:r>
          </a:p>
        </p:txBody>
      </p:sp>
      <p:sp>
        <p:nvSpPr>
          <p:cNvPr id="17" name="text-13">
            <a:extLst xmlns:a="http://schemas.openxmlformats.org/drawingml/2006/main">
              <a:ext uri="{FF2B5EF4-FFF2-40B4-BE49-F238E27FC236}">
                <a16:creationId xmlns:a16="http://schemas.microsoft.com/office/drawing/2014/main" id="{0295FF21-4952-470F-A239-41C796E9916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fce475e4974ffd"/>
              </a:rPr>
              <a:t>Comparator preconditions</a:t>
            </a:r>
          </a:p>
        </p:txBody>
      </p:sp>
      <p:sp>
        <p:nvSpPr>
          <p:cNvPr id="18" name="text-14">
            <a:extLst xmlns:a="http://schemas.openxmlformats.org/drawingml/2006/main">
              <a:ext uri="{FF2B5EF4-FFF2-40B4-BE49-F238E27FC236}">
                <a16:creationId xmlns:a16="http://schemas.microsoft.com/office/drawing/2014/main" id="{D4973316-04A3-45D8-8976-276B0155AA9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9bc49046e64202"/>
              </a:rPr>
              <a:t>Report resources</a:t>
            </a:r>
          </a:p>
        </p:txBody>
      </p:sp>
      <p:sp>
        <p:nvSpPr>
          <p:cNvPr id="19" name="text-15">
            <a:extLst xmlns:a="http://schemas.openxmlformats.org/drawingml/2006/main">
              <a:ext uri="{FF2B5EF4-FFF2-40B4-BE49-F238E27FC236}">
                <a16:creationId xmlns:a16="http://schemas.microsoft.com/office/drawing/2014/main" id="{3547ACA9-AAF2-4628-9836-63F7F16B778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168397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DEACE35-B6BD-449A-AEA1-D6CB56B4345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D50578B9-02B7-4B9B-B1E6-B0B098612B7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B85EFDCF-2314-4FC2-9066-0C8787A1405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B2EEC97E-B746-43DF-968A-64874C19C70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DDB2A721-71B8-4FE0-9C6D-4974338A016B}"/>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A39D008-86C4-4990-A717-5BF3E166FE4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116669A9-7184-4090-B7F7-081B1FB475E1}"/>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D0BCA673-5E10-4A15-BC11-F65FB449DB3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6F63E39-84BD-4B9A-9E1E-8087A3D0E76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5C971247-4D3A-4440-BDCA-5B44F221649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75985B63-082D-47AA-8056-BBDD4A8B262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D737E0E-C083-4D73-ADAC-B3B1C6D398A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54C509E6-1C3E-409A-B548-516E31A913D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BCE6B1E2-C025-423E-BAF6-81F9EC8AB3B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31978AF-A4AD-437B-ACC1-84D0A3FBF96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3cd8cd7a12049ad"/>
              </a:rPr>
              <a:t>Production pipeline</a:t>
            </a:r>
          </a:p>
        </p:txBody>
      </p:sp>
      <p:sp>
        <p:nvSpPr>
          <p:cNvPr id="16" name="text-12">
            <a:extLst xmlns:a="http://schemas.openxmlformats.org/drawingml/2006/main">
              <a:ext uri="{FF2B5EF4-FFF2-40B4-BE49-F238E27FC236}">
                <a16:creationId xmlns:a16="http://schemas.microsoft.com/office/drawing/2014/main" id="{EC88191C-759D-4CC1-A9DB-554FFBF8D6A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6acbb88fe3c49fc"/>
              </a:rPr>
              <a:t>Integration suite</a:t>
            </a:r>
          </a:p>
        </p:txBody>
      </p:sp>
      <p:sp>
        <p:nvSpPr>
          <p:cNvPr id="17" name="text-13">
            <a:extLst xmlns:a="http://schemas.openxmlformats.org/drawingml/2006/main">
              <a:ext uri="{FF2B5EF4-FFF2-40B4-BE49-F238E27FC236}">
                <a16:creationId xmlns:a16="http://schemas.microsoft.com/office/drawing/2014/main" id="{1DD8BE26-D5E9-4266-BB47-5FE00E1D1CC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5a25b78b5be4a15"/>
              </a:rPr>
              <a:t>Package boundaries</a:t>
            </a:r>
          </a:p>
        </p:txBody>
      </p:sp>
      <p:sp>
        <p:nvSpPr>
          <p:cNvPr id="18" name="text-14">
            <a:extLst xmlns:a="http://schemas.openxmlformats.org/drawingml/2006/main">
              <a:ext uri="{FF2B5EF4-FFF2-40B4-BE49-F238E27FC236}">
                <a16:creationId xmlns:a16="http://schemas.microsoft.com/office/drawing/2014/main" id="{454D913A-8DFF-46A8-ACEB-82B508413D0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69243956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04B0A9B-917B-42AA-A0EC-86E7D04EF29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15657063-432F-456D-B9A0-FD1B052FA1B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CE42694D-C234-4CB1-8CD7-49A58C89958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997A502C-732D-48D3-A371-64C9BEFA8DF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A1908675-420B-4478-8462-8371DC7F66B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DF5479F-04CC-4DB0-9A02-842B2A731B3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43777389-EC47-4F1A-8B8D-58CF34BB2A2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1C6792D9-B2FB-423E-A1FA-51785B1CBC3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647CDE3-DB17-4144-BC7B-57C1FC04326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82540B98-4D53-4000-A5D8-AB5F875A16F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53E66CA1-DC8A-4329-A2AD-73788A7A759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5C68E2F-13A6-46AC-B22A-D754DBD49FF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DAF94526-D846-4F62-8220-D609B6AA265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C7E604E2-A708-4351-BC33-FA790794596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C6F3ABA-F8DC-4929-BDD7-DAD241DA5BE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4481621fbb04bd6"/>
              </a:rPr>
              <a:t>Source package</a:t>
            </a:r>
          </a:p>
        </p:txBody>
      </p:sp>
      <p:sp>
        <p:nvSpPr>
          <p:cNvPr id="16" name="text-12">
            <a:extLst xmlns:a="http://schemas.openxmlformats.org/drawingml/2006/main">
              <a:ext uri="{FF2B5EF4-FFF2-40B4-BE49-F238E27FC236}">
                <a16:creationId xmlns:a16="http://schemas.microsoft.com/office/drawing/2014/main" id="{C6C1FBB2-F8F7-4CB5-A417-BF1C5C38113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9194f8ed4be412f"/>
              </a:rPr>
              <a:t>Test package</a:t>
            </a:r>
          </a:p>
        </p:txBody>
      </p:sp>
      <p:sp>
        <p:nvSpPr>
          <p:cNvPr id="17" name="text-13">
            <a:extLst xmlns:a="http://schemas.openxmlformats.org/drawingml/2006/main">
              <a:ext uri="{FF2B5EF4-FFF2-40B4-BE49-F238E27FC236}">
                <a16:creationId xmlns:a16="http://schemas.microsoft.com/office/drawing/2014/main" id="{E856F3C7-A1DB-499A-B012-275DA51994D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a5e70a5317e4960"/>
              </a:rPr>
              <a:t>Acceptance record</a:t>
            </a:r>
          </a:p>
        </p:txBody>
      </p:sp>
      <p:sp>
        <p:nvSpPr>
          <p:cNvPr id="18" name="text-14">
            <a:extLst xmlns:a="http://schemas.openxmlformats.org/drawingml/2006/main">
              <a:ext uri="{FF2B5EF4-FFF2-40B4-BE49-F238E27FC236}">
                <a16:creationId xmlns:a16="http://schemas.microsoft.com/office/drawing/2014/main" id="{EC62F482-D456-48B1-AF2C-764D49B8DE2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595180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2026-09-21T01:14:33.4710000Z</dcterms:created>
  <dcterms:modified xsi:type="dcterms:W3CDTF">2026-09-21T01:14:33.4710000Z</dcterms:modified>
</coreProperties>
</file>