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7caa0e91d94a66" /><Relationship Type="http://schemas.openxmlformats.org/officeDocument/2006/relationships/extended-properties" Target="/docProps/app.xml" Id="R7e493a8f8d8d4436" /><Relationship Type="http://schemas.openxmlformats.org/officeDocument/2006/relationships/officeDocument" Target="/ppt/presentation.xml" Id="Rd629dc29376442c1" /></Relationships>
</file>

<file path=ppt/presentation.xml><?xml version="1.0" encoding="utf-8"?>
<p:presentation xmlns:p="http://schemas.openxmlformats.org/presentationml/2006/main">
  <p:sldMasterIdLst>
    <p:sldMasterId xmlns:r="http://schemas.openxmlformats.org/officeDocument/2006/relationships" id="2147483648" r:id="Rdf25d0e4224f469f"/>
  </p:sldMasterIdLst>
  <p:notesMasterIdLst>
    <p:notesMasterId xmlns:r="http://schemas.openxmlformats.org/officeDocument/2006/relationships" r:id="Rdc6d7f1f828b44e3"/>
  </p:notesMasterIdLst>
  <p:sldIdLst>
    <p:sldId xmlns:r="http://schemas.openxmlformats.org/officeDocument/2006/relationships" id="256" r:id="Rcf0e5ef9553a48d0"/>
    <p:sldId xmlns:r="http://schemas.openxmlformats.org/officeDocument/2006/relationships" id="257" r:id="R7f58d67fc3c64b5f"/>
    <p:sldId xmlns:r="http://schemas.openxmlformats.org/officeDocument/2006/relationships" id="258" r:id="R2731e0d59b1541fa"/>
    <p:sldId xmlns:r="http://schemas.openxmlformats.org/officeDocument/2006/relationships" id="259" r:id="R8b0c8c4c8c3746bb"/>
    <p:sldId xmlns:r="http://schemas.openxmlformats.org/officeDocument/2006/relationships" id="260" r:id="R6bb79f2f98534078"/>
    <p:sldId xmlns:r="http://schemas.openxmlformats.org/officeDocument/2006/relationships" id="261" r:id="R6bcc24691cb443ca"/>
    <p:sldId xmlns:r="http://schemas.openxmlformats.org/officeDocument/2006/relationships" id="262" r:id="R88248f6987f1478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06867e0f654f51" /><Relationship Type="http://schemas.openxmlformats.org/officeDocument/2006/relationships/slideMaster" Target="/ppt/slideMasters/slideMaster1.xml" Id="Rdf25d0e4224f469f" /><Relationship Type="http://schemas.openxmlformats.org/officeDocument/2006/relationships/notesMaster" Target="/ppt/notesMasters/notesMaster1.xml" Id="Rdc6d7f1f828b44e3" /><Relationship Type="http://schemas.openxmlformats.org/officeDocument/2006/relationships/presProps" Target="/ppt/presProps.xml" Id="Rfee36df20e624105" /><Relationship Type="http://schemas.openxmlformats.org/officeDocument/2006/relationships/tableStyles" Target="/ppt/tableStyles.xml" Id="Re677124407aa4cc7" /><Relationship Type="http://schemas.openxmlformats.org/officeDocument/2006/relationships/slide" Target="/ppt/slides/slide1.xml" Id="Rcf0e5ef9553a48d0" /><Relationship Type="http://schemas.openxmlformats.org/officeDocument/2006/relationships/slide" Target="/ppt/slides/slide2.xml" Id="R7f58d67fc3c64b5f" /><Relationship Type="http://schemas.openxmlformats.org/officeDocument/2006/relationships/slide" Target="/ppt/slides/slide3.xml" Id="R2731e0d59b1541fa" /><Relationship Type="http://schemas.openxmlformats.org/officeDocument/2006/relationships/slide" Target="/ppt/slides/slide4.xml" Id="R8b0c8c4c8c3746bb" /><Relationship Type="http://schemas.openxmlformats.org/officeDocument/2006/relationships/slide" Target="/ppt/slides/slide5.xml" Id="R6bb79f2f98534078" /><Relationship Type="http://schemas.openxmlformats.org/officeDocument/2006/relationships/slide" Target="/ppt/slides/slide6.xml" Id="R6bcc24691cb443ca" /><Relationship Type="http://schemas.openxmlformats.org/officeDocument/2006/relationships/slide" Target="/ppt/slides/slide7.xml" Id="R88248f6987f147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1957a0318d4e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f004c5f4fd465a" /><Relationship Type="http://schemas.openxmlformats.org/officeDocument/2006/relationships/notesMaster" Target="/ppt/notesMasters/notesMaster1.xml" Id="R1013ce1af06b4b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c527fd82e3487d" /><Relationship Type="http://schemas.openxmlformats.org/officeDocument/2006/relationships/notesMaster" Target="/ppt/notesMasters/notesMaster1.xml" Id="Rc864e718c3514f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ce4f0d3aa04aa6" /><Relationship Type="http://schemas.openxmlformats.org/officeDocument/2006/relationships/notesMaster" Target="/ppt/notesMasters/notesMaster1.xml" Id="R2d637081c65a48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7a9bbcd3334483" /><Relationship Type="http://schemas.openxmlformats.org/officeDocument/2006/relationships/notesMaster" Target="/ppt/notesMasters/notesMaster1.xml" Id="R9c78cb7d17c349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bb2576c2d44650" /><Relationship Type="http://schemas.openxmlformats.org/officeDocument/2006/relationships/notesMaster" Target="/ppt/notesMasters/notesMaster1.xml" Id="Rf692a96bfd8548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1c65eda6364c51" /><Relationship Type="http://schemas.openxmlformats.org/officeDocument/2006/relationships/notesMaster" Target="/ppt/notesMasters/notesMaster1.xml" Id="Ra08496a60f9741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664cc855814b95" /><Relationship Type="http://schemas.openxmlformats.org/officeDocument/2006/relationships/notesMaster" Target="/ppt/notesMasters/notesMaster1.xml" Id="Re07812f80e0b40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969c6fc6654a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82e32e04444820" /><Relationship Type="http://schemas.openxmlformats.org/officeDocument/2006/relationships/slideLayout" Target="/ppt/slideLayouts/slideLayout1.xml" Id="R6650126c66994e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50126c66994e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3bf6d7592a4623"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46b82e004bea4026"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2db93ac4532f4866"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344e0f57a5f04abc" /><Relationship Type="http://schemas.openxmlformats.org/officeDocument/2006/relationships/notesSlide" Target="/ppt/notesSlides/notesSlide1.xml" Id="R7329b6004a6a4f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32beda456d4bdb"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01371af6e1f4f45"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d30aa5909ae94ca5" /><Relationship Type="http://schemas.openxmlformats.org/officeDocument/2006/relationships/notesSlide" Target="/ppt/notesSlides/notesSlide2.xml" Id="Rb85bbd5beb894d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1ba7e03bf84d58"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d8b262ff109d477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c7bb562f37f4426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99908a7ea2254f29" /><Relationship Type="http://schemas.openxmlformats.org/officeDocument/2006/relationships/notesSlide" Target="/ppt/notesSlides/notesSlide3.xml" Id="Rf583d3c08a3b4d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591477dcc24763"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33eb5a4105d1490a"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ec24e10bb2094b62" /><Relationship Type="http://schemas.openxmlformats.org/officeDocument/2006/relationships/hyperlink" Target="file:///Users/paboelustodo/Library/CloudStorage/GoogleDrive-pablo.elustondo@gmail.com/My%20Drive%202/1-GIT-PROJECTS/aishop/ios/AIShop/AIShop/Diagnostics/DiagnosticFixture.swift" TargetMode="External" Id="R70f004af8bf2490d" /><Relationship Type="http://schemas.openxmlformats.org/officeDocument/2006/relationships/notesSlide" Target="/ppt/notesSlides/notesSlide4.xml" Id="R3ef50a65a9d34a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7676db2ff34ee4"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4ad7abb0867f4e27"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e7749e2b8a364de7" /><Relationship Type="http://schemas.openxmlformats.org/officeDocument/2006/relationships/notesSlide" Target="/ppt/notesSlides/notesSlide5.xml" Id="Re96a34fc843745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1fc1641bc445e1"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b9bba5df16174a17"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abb8dcb3b6a64c4e"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275bed0190674d48" /><Relationship Type="http://schemas.openxmlformats.org/officeDocument/2006/relationships/notesSlide" Target="/ppt/notesSlides/notesSlide6.xml" Id="Rca2b83a7802143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8dddebae4246d7"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d90280707f6c4951" /><Relationship Type="http://schemas.openxmlformats.org/officeDocument/2006/relationships/hyperlink" Target="file:///Users/paboelustodo/Library/CloudStorage/GoogleDrive-pablo.elustondo@gmail.com/My%20Drive%202/1-GIT-PROJECTS/aishop/e2e/ios/calibrate-scorer.rb" TargetMode="External" Id="R773c4cf205cf462f"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fd49a278afd84ea0" /><Relationship Type="http://schemas.openxmlformats.org/officeDocument/2006/relationships/notesSlide" Target="/ppt/notesSlides/notesSlide7.xml" Id="Rd67029adf9464eb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693B0E1-8BAE-4A75-A16A-62415F9996F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DD2B31E0-5691-42B7-ACB3-CCCE6EE7192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453F9361-8AD5-48EB-B119-153787E90BB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97CABB66-02F1-469B-8BB4-C4815C6803D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731E73FF-BB5D-4FD4-BD02-FD9AFEA9E44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A2F3EA2-BFAE-497E-9931-E30E7770B5C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1FB41316-9164-495B-AC46-4D43627701E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FB508426-6483-4D93-8D43-3BEFB22E24C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52ADF27-AFC6-414B-8F22-7DC28A070F9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AE3A952E-C5ED-4518-9FA0-09528D08173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0CCA985B-E467-45EB-AEB5-E582FEE2E05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31A0CA6-D0B9-4B71-AC4E-0352F03C66B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2BFD8472-28CB-4AF9-898D-AB511E33794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E7A81A25-04CA-4907-B135-9BC959F4704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6E0B26B-47FE-4E6C-99F7-258B235AF25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b82e004bea4026"/>
              </a:rPr>
              <a:t>Frame contract</a:t>
            </a:r>
          </a:p>
        </p:txBody>
      </p:sp>
      <p:sp>
        <p:nvSpPr>
          <p:cNvPr id="16" name="text-12">
            <a:extLst xmlns:a="http://schemas.openxmlformats.org/drawingml/2006/main">
              <a:ext uri="{FF2B5EF4-FFF2-40B4-BE49-F238E27FC236}">
                <a16:creationId xmlns:a16="http://schemas.microsoft.com/office/drawing/2014/main" id="{EA29C195-298F-49E4-8F72-BC5DF377053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db93ac4532f4866"/>
              </a:rPr>
              <a:t>Frame stream</a:t>
            </a:r>
          </a:p>
        </p:txBody>
      </p:sp>
      <p:sp>
        <p:nvSpPr>
          <p:cNvPr id="17" name="text-13">
            <a:extLst xmlns:a="http://schemas.openxmlformats.org/drawingml/2006/main">
              <a:ext uri="{FF2B5EF4-FFF2-40B4-BE49-F238E27FC236}">
                <a16:creationId xmlns:a16="http://schemas.microsoft.com/office/drawing/2014/main" id="{DF0FD1FC-D04A-4E1E-AB32-3AD74E78D3D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44e0f57a5f04abc"/>
              </a:rPr>
              <a:t>Stream tests</a:t>
            </a:r>
          </a:p>
        </p:txBody>
      </p:sp>
      <p:sp>
        <p:nvSpPr>
          <p:cNvPr id="18" name="text-14">
            <a:extLst xmlns:a="http://schemas.openxmlformats.org/drawingml/2006/main">
              <a:ext uri="{FF2B5EF4-FFF2-40B4-BE49-F238E27FC236}">
                <a16:creationId xmlns:a16="http://schemas.microsoft.com/office/drawing/2014/main" id="{8C27FA03-F963-4BF7-8F9C-3D1E9134AE2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854159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039171F1-3551-4763-9A87-62BF80DA8C9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29535E3C-C618-47A7-9C8C-34FF60431BB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B22BEE08-CF41-43F4-AFF9-7F51B5AA600B}"/>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AC6E5C4D-9106-42DA-9A80-8DC445E6CD35}"/>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D863BF1D-4BD5-4116-A985-22A2FB3D6C9A}"/>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5E020960-5938-4C9B-B701-B617C158427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B164D1-40BF-4F76-8B0D-56228B49C51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26F5D8D1-FFB2-4CB3-B0B2-BF621139C8B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98740129-1EF0-414E-BD8E-26095C03D54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E74A4A48-5283-4B63-809A-E77D4F1910BD}"/>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0F78E1-A261-42EA-AC07-81B482B44C42}"/>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195D662-4D95-4E87-98BA-4E520E74D46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9711C362-F4DC-490F-8501-537ED903255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0C0739E4-9938-4097-97CC-BDD3014E497C}"/>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866133-42B1-4142-A028-242B9C1EB8E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EE2432F-9278-4CDB-9B95-38A5D489EB0F}"/>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F95EA7D8-B398-4A7B-B7F9-3AEEE4BBAEC7}"/>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F0AE87BF-94D4-4BA0-B5EA-F95C014A38A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AB06DE7-803B-46A4-B060-3EF840294EC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45645DB-5628-4455-8100-A815368B3AB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01371af6e1f4f45"/>
              </a:rPr>
              <a:t>Stream implementation</a:t>
            </a:r>
          </a:p>
        </p:txBody>
      </p:sp>
      <p:sp>
        <p:nvSpPr>
          <p:cNvPr id="21" name="text-13">
            <a:extLst xmlns:a="http://schemas.openxmlformats.org/drawingml/2006/main">
              <a:ext uri="{FF2B5EF4-FFF2-40B4-BE49-F238E27FC236}">
                <a16:creationId xmlns:a16="http://schemas.microsoft.com/office/drawing/2014/main" id="{17EAB271-AFCF-4F55-A34A-15D8EB90251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30aa5909ae94ca5"/>
              </a:rPr>
              <a:t>Stream tests</a:t>
            </a:r>
          </a:p>
        </p:txBody>
      </p:sp>
      <p:sp>
        <p:nvSpPr>
          <p:cNvPr id="22" name="text-14">
            <a:extLst xmlns:a="http://schemas.openxmlformats.org/drawingml/2006/main">
              <a:ext uri="{FF2B5EF4-FFF2-40B4-BE49-F238E27FC236}">
                <a16:creationId xmlns:a16="http://schemas.microsoft.com/office/drawing/2014/main" id="{7730EA32-A617-4340-82AF-41700469331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5677536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6FED8D7-EA05-4835-B60E-AAFD3C9E79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CACECB97-14CA-4CF4-8418-B8AEC145FF5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5C106959-9EF4-47F7-9CB2-385C7DF549CE}"/>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90A376D1-EEE4-4DFA-A982-E0EDC5CB380A}"/>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CB816710-279C-448A-9EC9-84237108367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4753C022-53AC-4EAD-AD78-C29EEAD55F91}"/>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F9EFC22A-C0D9-426F-8AF6-9A94C6F15F4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41E8FB6-179D-4B31-A278-9C69CF1BAD96}"/>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FD3DAFEF-BA9A-41D8-A704-89EFC4BC825F}"/>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793DBDD9-7F32-48AA-BBD3-1A494F54A0B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59A81A3-49F2-4FFB-BBF9-32128997015A}"/>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8BCB8C4-7DAE-489C-AECC-4C9B5012E6FE}"/>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21CF5F3C-ED1C-4380-BF76-B162CA33CD9B}"/>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71C1F16B-B5C5-4972-993E-AD2CB5C7932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F4BDBB12-5D54-434A-B8BB-B49D0774215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8b262ff109d477a"/>
              </a:rPr>
              <a:t>Stream implementation</a:t>
            </a:r>
          </a:p>
        </p:txBody>
      </p:sp>
      <p:sp>
        <p:nvSpPr>
          <p:cNvPr id="16" name="text-14">
            <a:extLst xmlns:a="http://schemas.openxmlformats.org/drawingml/2006/main">
              <a:ext uri="{FF2B5EF4-FFF2-40B4-BE49-F238E27FC236}">
                <a16:creationId xmlns:a16="http://schemas.microsoft.com/office/drawing/2014/main" id="{0435A9FB-57F4-4364-BC1F-052BEB3C8F9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bb562f37f4426b"/>
              </a:rPr>
              <a:t>Integration suite</a:t>
            </a:r>
          </a:p>
        </p:txBody>
      </p:sp>
      <p:sp>
        <p:nvSpPr>
          <p:cNvPr id="17" name="text-15">
            <a:extLst xmlns:a="http://schemas.openxmlformats.org/drawingml/2006/main">
              <a:ext uri="{FF2B5EF4-FFF2-40B4-BE49-F238E27FC236}">
                <a16:creationId xmlns:a16="http://schemas.microsoft.com/office/drawing/2014/main" id="{0BE38A85-7633-4BA6-BE9D-CC1C60F980A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908a7ea2254f29"/>
              </a:rPr>
              <a:t>Report builder</a:t>
            </a:r>
          </a:p>
        </p:txBody>
      </p:sp>
      <p:sp>
        <p:nvSpPr>
          <p:cNvPr id="18" name="text-16">
            <a:extLst xmlns:a="http://schemas.openxmlformats.org/drawingml/2006/main">
              <a:ext uri="{FF2B5EF4-FFF2-40B4-BE49-F238E27FC236}">
                <a16:creationId xmlns:a16="http://schemas.microsoft.com/office/drawing/2014/main" id="{63849A85-7DAB-4C0D-9998-B1280FF4723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9250023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8BCB157-8107-4629-9678-23F5F74CA6E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A6E44FE3-9035-49C5-85C1-69419F2DCD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85E1E411-F27A-48E9-8DC1-01D9CB9B370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EE51AEBC-84B7-48D5-8601-F49D44662D1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4A55D229-8331-4A59-A21B-CB0E1F0D5F4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256215C-76F6-4F1C-B84D-0F2A005A7CA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A641E2DA-440B-43B8-82CA-6E187E37341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32BF9BEA-170D-4BAC-9452-6B10F1BB14F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E393892-2A77-4E2A-AF69-A28AC42D2BB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FA906578-9B38-483E-80DA-0B5E06AC431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D62A05F4-E782-4742-94E0-C716E311267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596202F-F01B-4919-B186-CD9141FDF5B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0A3FD9B4-F441-4F5D-8265-A5C540CBAFB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92C3C865-765A-4BDE-B2F3-0BEA1A9FDEC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94BF71DD-A564-49F4-9F3F-EBB582C140B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eb5a4105d1490a"/>
              </a:rPr>
              <a:t>Local catalog</a:t>
            </a:r>
          </a:p>
        </p:txBody>
      </p:sp>
      <p:sp>
        <p:nvSpPr>
          <p:cNvPr id="16" name="text-12">
            <a:extLst xmlns:a="http://schemas.openxmlformats.org/drawingml/2006/main">
              <a:ext uri="{FF2B5EF4-FFF2-40B4-BE49-F238E27FC236}">
                <a16:creationId xmlns:a16="http://schemas.microsoft.com/office/drawing/2014/main" id="{4EA45DF0-9301-4843-8E34-2D55C322086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24e10bb2094b62"/>
              </a:rPr>
              <a:t>Catalog tests</a:t>
            </a:r>
          </a:p>
        </p:txBody>
      </p:sp>
      <p:sp>
        <p:nvSpPr>
          <p:cNvPr id="17" name="text-13">
            <a:extLst xmlns:a="http://schemas.openxmlformats.org/drawingml/2006/main">
              <a:ext uri="{FF2B5EF4-FFF2-40B4-BE49-F238E27FC236}">
                <a16:creationId xmlns:a16="http://schemas.microsoft.com/office/drawing/2014/main" id="{27F847A7-C898-4A05-941F-EAEC4F1FC58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f004af8bf2490d"/>
              </a:rPr>
              <a:t>Diagnostic inputs</a:t>
            </a:r>
          </a:p>
        </p:txBody>
      </p:sp>
      <p:sp>
        <p:nvSpPr>
          <p:cNvPr id="18" name="text-14">
            <a:extLst xmlns:a="http://schemas.openxmlformats.org/drawingml/2006/main">
              <a:ext uri="{FF2B5EF4-FFF2-40B4-BE49-F238E27FC236}">
                <a16:creationId xmlns:a16="http://schemas.microsoft.com/office/drawing/2014/main" id="{388830CA-FC91-49C2-9B07-DF05D8C53EC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7080251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0FD1109-9289-43A5-854D-8BD8D70462F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A0870DB1-6B74-4BE6-8260-8FEF9AF618F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FB9ECFD5-7A8F-4597-B7B1-F8BC7297CCF5}"/>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44E4020-3DCA-4E1B-A154-47577F1875E3}"/>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C2BB70F4-C8C7-48E6-B9E4-C8C5D4B8376A}"/>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2C58529-C166-4A52-B058-BAE1350C9B1B}"/>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93901104-E857-4E84-BDA4-C0957986A818}"/>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2D70C21-5595-4205-ACAC-0D0AB547E22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3D3F7E11-91A4-463B-A226-083B3B6985AB}"/>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7E4BB0D3-C0AB-4CBE-B7C3-01AFA6D7E119}"/>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7DC9FC32-59EB-4462-9586-908D6EB44D47}"/>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DDC9FA93-C62C-4988-9998-A7485FB8882A}"/>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280DFE87-E22A-40A0-8171-61A145578402}"/>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59B39F4F-3273-497F-9DFE-534387571DB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AB4531C-2006-4846-998F-338D1D6CBAA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ad7abb0867f4e27"/>
              </a:rPr>
              <a:t>Vision adapter</a:t>
            </a:r>
          </a:p>
        </p:txBody>
      </p:sp>
      <p:sp>
        <p:nvSpPr>
          <p:cNvPr id="16" name="text-14">
            <a:extLst xmlns:a="http://schemas.openxmlformats.org/drawingml/2006/main">
              <a:ext uri="{FF2B5EF4-FFF2-40B4-BE49-F238E27FC236}">
                <a16:creationId xmlns:a16="http://schemas.microsoft.com/office/drawing/2014/main" id="{C24D6F9F-8919-4EE6-A1E6-63DA8B487AD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749e2b8a364de7"/>
              </a:rPr>
              <a:t>Vision tests</a:t>
            </a:r>
          </a:p>
        </p:txBody>
      </p:sp>
      <p:sp>
        <p:nvSpPr>
          <p:cNvPr id="17" name="text-15">
            <a:extLst xmlns:a="http://schemas.openxmlformats.org/drawingml/2006/main">
              <a:ext uri="{FF2B5EF4-FFF2-40B4-BE49-F238E27FC236}">
                <a16:creationId xmlns:a16="http://schemas.microsoft.com/office/drawing/2014/main" id="{C8233A71-0DCB-491F-8891-6AEB0F21EEE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8966602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F13D408-0F16-4D9A-9ADD-47CC45AF394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51D11176-B7FD-4803-86C1-68A9428657C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E4D55E24-FC07-4AAB-9A1E-4B9AC24F9E39}"/>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659DB91-EF15-4B98-8D2E-691A39249184}"/>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3149C2CB-F6BA-45F3-8B0A-9634445682BF}"/>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41F2B7DC-05E5-4AB9-9769-12FE1E56A43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78479E67-1C1B-4FE8-8DDB-9C4BCB4B502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AE55542-41A6-43A3-BA19-152DB7FF0815}"/>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757BD3A9-3DDB-44AD-B675-4C16BDB951D4}"/>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79ACA28-407B-433B-9E2A-E0D6C51C4893}"/>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5F7F8988-2754-435B-9E55-C80966FFEF94}"/>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83539885-91A8-49A5-BA9C-D2E4C9C95C27}"/>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8809D20E-A42B-4184-9111-180BF9FDF582}"/>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2FC5FDBC-54DA-4EA9-BA6E-D2BC979838F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CD68071D-79FC-4351-912E-F6BCB97AF9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bba5df16174a17"/>
              </a:rPr>
              <a:t>Scorer and score type</a:t>
            </a:r>
          </a:p>
        </p:txBody>
      </p:sp>
      <p:sp>
        <p:nvSpPr>
          <p:cNvPr id="16" name="text-14">
            <a:extLst xmlns:a="http://schemas.openxmlformats.org/drawingml/2006/main">
              <a:ext uri="{FF2B5EF4-FFF2-40B4-BE49-F238E27FC236}">
                <a16:creationId xmlns:a16="http://schemas.microsoft.com/office/drawing/2014/main" id="{D06A47D3-0FF2-4183-8963-5178824C287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b8dcb3b6a64c4e"/>
              </a:rPr>
              <a:t>Scorer tests</a:t>
            </a:r>
          </a:p>
        </p:txBody>
      </p:sp>
      <p:sp>
        <p:nvSpPr>
          <p:cNvPr id="17" name="text-15">
            <a:extLst xmlns:a="http://schemas.openxmlformats.org/drawingml/2006/main">
              <a:ext uri="{FF2B5EF4-FFF2-40B4-BE49-F238E27FC236}">
                <a16:creationId xmlns:a16="http://schemas.microsoft.com/office/drawing/2014/main" id="{CDA5221C-D495-41CA-90D5-FFE6B9E8001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75bed0190674d48"/>
              </a:rPr>
              <a:t>Frozen profile</a:t>
            </a:r>
          </a:p>
        </p:txBody>
      </p:sp>
      <p:sp>
        <p:nvSpPr>
          <p:cNvPr id="18" name="text-16">
            <a:extLst xmlns:a="http://schemas.openxmlformats.org/drawingml/2006/main">
              <a:ext uri="{FF2B5EF4-FFF2-40B4-BE49-F238E27FC236}">
                <a16:creationId xmlns:a16="http://schemas.microsoft.com/office/drawing/2014/main" id="{7C5AAC12-9B81-48DB-92C0-F64A5928B84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3981553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F229844-25EA-4A52-9B45-F01C573D8A4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C60E2231-2EB0-4C4E-A4FE-20E5755D575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E99E7F78-1C33-460D-8439-20F3F0AE81F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EA517BE4-0893-4104-B179-4D472C701D6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F2B58640-AC20-4E2D-914A-E4FB1C1D7C7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51CFB7D-10BE-41E6-902C-3000E83C7E7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9B0EA361-C5F5-490B-9A69-7BF3ACBFDBD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8356C2DB-FA6B-4400-832D-C6727FE78C6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983811A-7BB5-4CE4-93C8-EF7A2AFB383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75F4B1A5-EC34-4175-9C16-338F8A5DEA1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6F2C3E7A-BFFD-466C-903C-3604DB93BF7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28651D1-9BCE-4C5D-9634-60D07CFC0FD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B5EC883C-A914-4900-82DA-DBA1BD6ADE23}"/>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CDC71A82-CF07-4B63-BAC3-E31B542CDF0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B4693081-2652-4365-8ECC-2B8A072B631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F9997688-46EC-446B-ABF8-DEFD9D20447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90280707f6c4951"/>
              </a:rPr>
              <a:t>Profile</a:t>
            </a:r>
          </a:p>
        </p:txBody>
      </p:sp>
      <p:sp>
        <p:nvSpPr>
          <p:cNvPr id="17" name="text-13">
            <a:extLst xmlns:a="http://schemas.openxmlformats.org/drawingml/2006/main">
              <a:ext uri="{FF2B5EF4-FFF2-40B4-BE49-F238E27FC236}">
                <a16:creationId xmlns:a16="http://schemas.microsoft.com/office/drawing/2014/main" id="{D1201641-38C3-4BCD-8228-5142BFACB93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73c4cf205cf462f"/>
              </a:rPr>
              <a:t>Calibration script</a:t>
            </a:r>
          </a:p>
        </p:txBody>
      </p:sp>
      <p:sp>
        <p:nvSpPr>
          <p:cNvPr id="18" name="text-14">
            <a:extLst xmlns:a="http://schemas.openxmlformats.org/drawingml/2006/main">
              <a:ext uri="{FF2B5EF4-FFF2-40B4-BE49-F238E27FC236}">
                <a16:creationId xmlns:a16="http://schemas.microsoft.com/office/drawing/2014/main" id="{2679C3B8-76FD-442A-9952-B7F72AD9057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49a278afd84ea0"/>
              </a:rPr>
              <a:t>Aggregator</a:t>
            </a:r>
          </a:p>
        </p:txBody>
      </p:sp>
      <p:sp>
        <p:nvSpPr>
          <p:cNvPr id="19" name="text-15">
            <a:extLst xmlns:a="http://schemas.openxmlformats.org/drawingml/2006/main">
              <a:ext uri="{FF2B5EF4-FFF2-40B4-BE49-F238E27FC236}">
                <a16:creationId xmlns:a16="http://schemas.microsoft.com/office/drawing/2014/main" id="{7EA629ED-E644-4004-A896-585E4BC9633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940214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2026-09-21T01:55:30.1260000Z</dcterms:created>
  <dcterms:modified xsi:type="dcterms:W3CDTF">2026-09-21T01:55:30.1260000Z</dcterms:modified>
</coreProperties>
</file>