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e885c750f34fc3" /><Relationship Type="http://schemas.openxmlformats.org/officeDocument/2006/relationships/extended-properties" Target="/docProps/app.xml" Id="R68e0dac3e6a64bdc" /><Relationship Type="http://schemas.openxmlformats.org/officeDocument/2006/relationships/officeDocument" Target="/ppt/presentation.xml" Id="R0641707567c94660" /></Relationships>
</file>

<file path=ppt/presentation.xml><?xml version="1.0" encoding="utf-8"?>
<p:presentation xmlns:p="http://schemas.openxmlformats.org/presentationml/2006/main">
  <p:sldMasterIdLst>
    <p:sldMasterId xmlns:r="http://schemas.openxmlformats.org/officeDocument/2006/relationships" id="2147483648" r:id="Re9ec7e51d5214ef3"/>
  </p:sldMasterIdLst>
  <p:notesMasterIdLst>
    <p:notesMasterId xmlns:r="http://schemas.openxmlformats.org/officeDocument/2006/relationships" r:id="R892e64189f9e4a65"/>
  </p:notesMasterIdLst>
  <p:sldIdLst>
    <p:sldId xmlns:r="http://schemas.openxmlformats.org/officeDocument/2006/relationships" id="256" r:id="Reaa2d80d18d94bbf"/>
    <p:sldId xmlns:r="http://schemas.openxmlformats.org/officeDocument/2006/relationships" id="257" r:id="R9cee84fea6ea43c7"/>
    <p:sldId xmlns:r="http://schemas.openxmlformats.org/officeDocument/2006/relationships" id="258" r:id="Rec474b282c014ab8"/>
    <p:sldId xmlns:r="http://schemas.openxmlformats.org/officeDocument/2006/relationships" id="259" r:id="R1b6ef077737e4712"/>
    <p:sldId xmlns:r="http://schemas.openxmlformats.org/officeDocument/2006/relationships" id="260" r:id="Re2fc5963324245f5"/>
    <p:sldId xmlns:r="http://schemas.openxmlformats.org/officeDocument/2006/relationships" id="261" r:id="R127cf1e3cd9a4c24"/>
    <p:sldId xmlns:r="http://schemas.openxmlformats.org/officeDocument/2006/relationships" id="262" r:id="Rbb77d32ac2e6472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fed0bb23ab4c84" /><Relationship Type="http://schemas.openxmlformats.org/officeDocument/2006/relationships/slideMaster" Target="/ppt/slideMasters/slideMaster1.xml" Id="Re9ec7e51d5214ef3" /><Relationship Type="http://schemas.openxmlformats.org/officeDocument/2006/relationships/notesMaster" Target="/ppt/notesMasters/notesMaster1.xml" Id="R892e64189f9e4a65" /><Relationship Type="http://schemas.openxmlformats.org/officeDocument/2006/relationships/presProps" Target="/ppt/presProps.xml" Id="R98adae9e0ee34252" /><Relationship Type="http://schemas.openxmlformats.org/officeDocument/2006/relationships/tableStyles" Target="/ppt/tableStyles.xml" Id="Rbd0b0cc0b7534ef4" /><Relationship Type="http://schemas.openxmlformats.org/officeDocument/2006/relationships/slide" Target="/ppt/slides/slide1.xml" Id="Reaa2d80d18d94bbf" /><Relationship Type="http://schemas.openxmlformats.org/officeDocument/2006/relationships/slide" Target="/ppt/slides/slide2.xml" Id="R9cee84fea6ea43c7" /><Relationship Type="http://schemas.openxmlformats.org/officeDocument/2006/relationships/slide" Target="/ppt/slides/slide3.xml" Id="Rec474b282c014ab8" /><Relationship Type="http://schemas.openxmlformats.org/officeDocument/2006/relationships/slide" Target="/ppt/slides/slide4.xml" Id="R1b6ef077737e4712" /><Relationship Type="http://schemas.openxmlformats.org/officeDocument/2006/relationships/slide" Target="/ppt/slides/slide5.xml" Id="Re2fc5963324245f5" /><Relationship Type="http://schemas.openxmlformats.org/officeDocument/2006/relationships/slide" Target="/ppt/slides/slide6.xml" Id="R127cf1e3cd9a4c24" /><Relationship Type="http://schemas.openxmlformats.org/officeDocument/2006/relationships/slide" Target="/ppt/slides/slide7.xml" Id="Rbb77d32ac2e647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b7601945a34a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3ea68e10a549cf" /><Relationship Type="http://schemas.openxmlformats.org/officeDocument/2006/relationships/notesMaster" Target="/ppt/notesMasters/notesMaster1.xml" Id="R2b989c0950cf45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689f18c9394ab5" /><Relationship Type="http://schemas.openxmlformats.org/officeDocument/2006/relationships/notesMaster" Target="/ppt/notesMasters/notesMaster1.xml" Id="R6cf598aaf97f48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c85dc274794ff2" /><Relationship Type="http://schemas.openxmlformats.org/officeDocument/2006/relationships/notesMaster" Target="/ppt/notesMasters/notesMaster1.xml" Id="R09d36aef2a6e4f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3ba64922654ee4" /><Relationship Type="http://schemas.openxmlformats.org/officeDocument/2006/relationships/notesMaster" Target="/ppt/notesMasters/notesMaster1.xml" Id="R8e2b05188a7b4b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235bf6bb3b45c6" /><Relationship Type="http://schemas.openxmlformats.org/officeDocument/2006/relationships/notesMaster" Target="/ppt/notesMasters/notesMaster1.xml" Id="Rf2d1dfb7508a4d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88354257c347d8" /><Relationship Type="http://schemas.openxmlformats.org/officeDocument/2006/relationships/notesMaster" Target="/ppt/notesMasters/notesMaster1.xml" Id="R8f8c0529bf6e4b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ad3f148263413a" /><Relationship Type="http://schemas.openxmlformats.org/officeDocument/2006/relationships/notesMaster" Target="/ppt/notesMasters/notesMaster1.xml" Id="Rb5fe200947cf49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01c7f301cc48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6a4280b7aa4335" /><Relationship Type="http://schemas.openxmlformats.org/officeDocument/2006/relationships/slideLayout" Target="/ppt/slideLayouts/slideLayout1.xml" Id="Rfb55d647bae54f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55d647bae54f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785b028ac34c1c"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7704e80206854450"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5b807937d8d94d69"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0c3cf9ff2ace424f" /><Relationship Type="http://schemas.openxmlformats.org/officeDocument/2006/relationships/notesSlide" Target="/ppt/notesSlides/notesSlide1.xml" Id="R4796957df8fa48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46b0626fc34dae"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d39393f465024840"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f7069be793ff4564" /><Relationship Type="http://schemas.openxmlformats.org/officeDocument/2006/relationships/notesSlide" Target="/ppt/notesSlides/notesSlide2.xml" Id="R1f8e290a443745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8a04bc53f74cca"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d07a24fc0ce943a7"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71fc46907d5b4fe8"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7498f2bd6c2041aa" /><Relationship Type="http://schemas.openxmlformats.org/officeDocument/2006/relationships/notesSlide" Target="/ppt/notesSlides/notesSlide3.xml" Id="R1bd91ee8918741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eece8a8a264c3a"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9189abd3e1a84030"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25a4b12c32ef4c9d" /><Relationship Type="http://schemas.openxmlformats.org/officeDocument/2006/relationships/hyperlink" Target="file:///Users/paboelustodo/Library/CloudStorage/GoogleDrive-pablo.elustondo@gmail.com/My%20Drive%202/1-GIT-PROJECTS/aishop/ios/AIShop/AIShop/Diagnostics/DiagnosticFixture.swift" TargetMode="External" Id="Ra34801a3489b438b" /><Relationship Type="http://schemas.openxmlformats.org/officeDocument/2006/relationships/notesSlide" Target="/ppt/notesSlides/notesSlide4.xml" Id="Re2bad11d49ab46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56d1bb0c114bdf"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20c2e45d63664ac1"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6839a0f6cbd14a4e" /><Relationship Type="http://schemas.openxmlformats.org/officeDocument/2006/relationships/notesSlide" Target="/ppt/notesSlides/notesSlide5.xml" Id="R3b18c7f3c96e4e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7fbbb667464852"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327c875a58e74ca3"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3cfe7736050e4d6b"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d6d1b2c26ac74a7c" /><Relationship Type="http://schemas.openxmlformats.org/officeDocument/2006/relationships/notesSlide" Target="/ppt/notesSlides/notesSlide6.xml" Id="R43826900013f4a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4ab27f8c174414"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914db0ce2f6d44e2" /><Relationship Type="http://schemas.openxmlformats.org/officeDocument/2006/relationships/hyperlink" Target="file:///Users/paboelustodo/Library/CloudStorage/GoogleDrive-pablo.elustondo@gmail.com/My%20Drive%202/1-GIT-PROJECTS/aishop/e2e/ios/calibrate-scorer.rb" TargetMode="External" Id="R5dc397fb697f4c7d"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1f2517d5a1e3401a" /><Relationship Type="http://schemas.openxmlformats.org/officeDocument/2006/relationships/notesSlide" Target="/ppt/notesSlides/notesSlide7.xml" Id="Rc30b6b3ed49a4b3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9253109-7B77-4BF7-8242-286DDCC838B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51371E87-65DE-4B21-80FC-F604C2EBE72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1018A36B-10EB-4B91-92A2-33225E0A004C}"/>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3BA69637-A81D-4416-8E90-02934C31793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B801071F-ED8A-4DEF-8FAD-3D8F06FB8D5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72EAE92-CA53-4CDE-975E-9E79C26A3ED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55F8D5B2-4015-49C5-AB12-F241596D77B4}"/>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ADDC5E5E-615D-4CA7-A30C-D5D8670BE91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5EF977A3-6F6C-42FA-929A-0664D1A37A0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A7B8F0DF-EBDF-43DB-8DB1-FE1FB67E1C2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F67A7112-0BF3-4A2D-BC4E-4B1CE47951A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6F8A2106-F9FE-46A5-B25A-C370F3069DE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7BFD9AD7-F661-4B34-9FE7-064E58C0F28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A1A5C0F5-2409-42AE-B7A1-3ACD6C030C5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39FC85D-2A9F-4081-8D3E-9376F5F4754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704e80206854450"/>
              </a:rPr>
              <a:t>Frame contract</a:t>
            </a:r>
          </a:p>
        </p:txBody>
      </p:sp>
      <p:sp>
        <p:nvSpPr>
          <p:cNvPr id="16" name="text-12">
            <a:extLst xmlns:a="http://schemas.openxmlformats.org/drawingml/2006/main">
              <a:ext uri="{FF2B5EF4-FFF2-40B4-BE49-F238E27FC236}">
                <a16:creationId xmlns:a16="http://schemas.microsoft.com/office/drawing/2014/main" id="{9A6A39D5-75BE-4234-B3E9-40F262F2CAF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b807937d8d94d69"/>
              </a:rPr>
              <a:t>Frame stream</a:t>
            </a:r>
          </a:p>
        </p:txBody>
      </p:sp>
      <p:sp>
        <p:nvSpPr>
          <p:cNvPr id="17" name="text-13">
            <a:extLst xmlns:a="http://schemas.openxmlformats.org/drawingml/2006/main">
              <a:ext uri="{FF2B5EF4-FFF2-40B4-BE49-F238E27FC236}">
                <a16:creationId xmlns:a16="http://schemas.microsoft.com/office/drawing/2014/main" id="{E9E2E9C1-8076-42BC-AFCB-38BD17B989B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c3cf9ff2ace424f"/>
              </a:rPr>
              <a:t>Stream tests</a:t>
            </a:r>
          </a:p>
        </p:txBody>
      </p:sp>
      <p:sp>
        <p:nvSpPr>
          <p:cNvPr id="18" name="text-14">
            <a:extLst xmlns:a="http://schemas.openxmlformats.org/drawingml/2006/main">
              <a:ext uri="{FF2B5EF4-FFF2-40B4-BE49-F238E27FC236}">
                <a16:creationId xmlns:a16="http://schemas.microsoft.com/office/drawing/2014/main" id="{18051FC4-D4D8-4888-853F-9CBF7CD697E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6526153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0AF07FBB-2DB3-4422-B4A2-E990B51C721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B903661A-7BB0-46BD-8EEB-1257B23E9DD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4D0DB0CB-1954-47F5-8DEF-113641B5D23D}"/>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6E9014EA-B73B-4E59-BA1A-B54F5B034999}"/>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E954FAE0-BDDB-4507-80C3-454E5D14ED9E}"/>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AAEE603D-6512-452F-B97F-283C73D14B21}"/>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C78A73-4839-4531-B1BC-C05E7422E433}"/>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A8D4139-49DB-4445-A020-12D9EB890605}"/>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B3BDE882-6978-48C2-A2B8-524C3CD40444}"/>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FA15CB64-F3D1-4EB8-B561-03C27773BC6B}"/>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49FE25E-681D-4DF4-BC6E-E44023FE5639}"/>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81F94EBF-0132-45D4-A697-77F2135DCFB8}"/>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305E1FD0-0DCA-41D7-83E9-D0861F5C828E}"/>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CA2FD46B-9098-4139-80BF-2DA297192563}"/>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D27BFF1-01B1-4021-BAFA-3CC0FF454751}"/>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6AF05EB8-2EC7-4229-BE7D-897FBB699F62}"/>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2AD6E5FA-420A-441F-AD50-4841F4ACB7BF}"/>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9561D03A-FEEF-4D1D-B7E2-2079CA7A5CD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ABC77927-21D8-44A3-87E4-0DE6DE138CC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7347A13F-AA45-43C7-8930-94C3F5B471E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39393f465024840"/>
              </a:rPr>
              <a:t>Stream implementation</a:t>
            </a:r>
          </a:p>
        </p:txBody>
      </p:sp>
      <p:sp>
        <p:nvSpPr>
          <p:cNvPr id="21" name="text-13">
            <a:extLst xmlns:a="http://schemas.openxmlformats.org/drawingml/2006/main">
              <a:ext uri="{FF2B5EF4-FFF2-40B4-BE49-F238E27FC236}">
                <a16:creationId xmlns:a16="http://schemas.microsoft.com/office/drawing/2014/main" id="{582DC6A3-BE58-4F7E-90E5-3137B824C31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7069be793ff4564"/>
              </a:rPr>
              <a:t>Stream tests</a:t>
            </a:r>
          </a:p>
        </p:txBody>
      </p:sp>
      <p:sp>
        <p:nvSpPr>
          <p:cNvPr id="22" name="text-14">
            <a:extLst xmlns:a="http://schemas.openxmlformats.org/drawingml/2006/main">
              <a:ext uri="{FF2B5EF4-FFF2-40B4-BE49-F238E27FC236}">
                <a16:creationId xmlns:a16="http://schemas.microsoft.com/office/drawing/2014/main" id="{925BF456-6419-4EBE-B565-A5F3D2971F1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17127044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B476E1C-9D4E-4109-A653-7E592839456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05D0F55C-B708-4BD7-96D0-4A9236492CF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6A1BA143-7EE1-4E48-9853-46B5433AACA7}"/>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4C21F2F5-49F7-434A-A155-164C86675162}"/>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56F67FBF-45D6-4C98-B8FD-A5252D579F84}"/>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3E53F5CB-9180-44D5-962B-5BD4FD6BB13C}"/>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B9F9A9CF-75E3-4C4E-A2F4-9B6F217D5212}"/>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8DC604DC-1E22-4ECA-AD25-986D297F5CCE}"/>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26ADDE6F-5EF9-473C-9472-C45A6922437F}"/>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D2DC7897-CBEE-4CB4-9A37-2CC0158C5A89}"/>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0803F96B-011E-4F51-9563-56702CF8F525}"/>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C1E1004F-A63D-4582-A69B-09CD81364CA4}"/>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2AF3E7E3-A5B8-4B8D-8295-F3E05451CE87}"/>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6474FFDC-D703-4CDC-8240-3F52832F882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8017CE92-D397-4E40-BB32-053CB733ECA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07a24fc0ce943a7"/>
              </a:rPr>
              <a:t>Stream implementation</a:t>
            </a:r>
          </a:p>
        </p:txBody>
      </p:sp>
      <p:sp>
        <p:nvSpPr>
          <p:cNvPr id="16" name="text-14">
            <a:extLst xmlns:a="http://schemas.openxmlformats.org/drawingml/2006/main">
              <a:ext uri="{FF2B5EF4-FFF2-40B4-BE49-F238E27FC236}">
                <a16:creationId xmlns:a16="http://schemas.microsoft.com/office/drawing/2014/main" id="{0E842820-8CE6-4F11-8B37-4F4FBD27386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1fc46907d5b4fe8"/>
              </a:rPr>
              <a:t>Integration suite</a:t>
            </a:r>
          </a:p>
        </p:txBody>
      </p:sp>
      <p:sp>
        <p:nvSpPr>
          <p:cNvPr id="17" name="text-15">
            <a:extLst xmlns:a="http://schemas.openxmlformats.org/drawingml/2006/main">
              <a:ext uri="{FF2B5EF4-FFF2-40B4-BE49-F238E27FC236}">
                <a16:creationId xmlns:a16="http://schemas.microsoft.com/office/drawing/2014/main" id="{B14202B7-E9BC-422C-A740-87974DEE579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498f2bd6c2041aa"/>
              </a:rPr>
              <a:t>Report builder</a:t>
            </a:r>
          </a:p>
        </p:txBody>
      </p:sp>
      <p:sp>
        <p:nvSpPr>
          <p:cNvPr id="18" name="text-16">
            <a:extLst xmlns:a="http://schemas.openxmlformats.org/drawingml/2006/main">
              <a:ext uri="{FF2B5EF4-FFF2-40B4-BE49-F238E27FC236}">
                <a16:creationId xmlns:a16="http://schemas.microsoft.com/office/drawing/2014/main" id="{0423BE68-32B3-4E6B-BCEF-D9401209F46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17696241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3EF9F3FD-E4CF-4F50-AD20-D2FCE5DAC7A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CC6E2225-182E-4E96-BC49-CA680A79942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F74C332B-0EDD-493C-A6FE-45711F99A69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7BCB088B-8009-4D1A-B7A4-A3A5AC0D6E81}"/>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DA26241F-0784-4B33-89EF-0C4B8DE21E9B}"/>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E3BBC25-261A-4E61-B118-4E78F8327C3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7777F076-7D5D-46D4-B495-C7C0FA5CE619}"/>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8FB64231-B81F-4AF7-B924-CE3033300A9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534AD09B-7BF6-43DF-B2BF-D47A69CC98B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1D936A3C-E09E-460E-8DDC-DB2AB99D6BA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6EF687D2-DFA7-4AC0-90FA-19E9BA7C9EEA}"/>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60ECE09-FFDA-4C75-89FE-3A735D25476C}"/>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20808E98-1427-4530-BBA7-CDC6E81BD2F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553C5FE4-2D8E-4392-9C86-C53F37DB183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2D590C7-AA0B-4F28-9ACB-5DF3CBDB92C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189abd3e1a84030"/>
              </a:rPr>
              <a:t>Local catalog</a:t>
            </a:r>
          </a:p>
        </p:txBody>
      </p:sp>
      <p:sp>
        <p:nvSpPr>
          <p:cNvPr id="16" name="text-12">
            <a:extLst xmlns:a="http://schemas.openxmlformats.org/drawingml/2006/main">
              <a:ext uri="{FF2B5EF4-FFF2-40B4-BE49-F238E27FC236}">
                <a16:creationId xmlns:a16="http://schemas.microsoft.com/office/drawing/2014/main" id="{3C95484A-7DFE-49D0-95F1-6D4F5BB7D3D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5a4b12c32ef4c9d"/>
              </a:rPr>
              <a:t>Catalog tests</a:t>
            </a:r>
          </a:p>
        </p:txBody>
      </p:sp>
      <p:sp>
        <p:nvSpPr>
          <p:cNvPr id="17" name="text-13">
            <a:extLst xmlns:a="http://schemas.openxmlformats.org/drawingml/2006/main">
              <a:ext uri="{FF2B5EF4-FFF2-40B4-BE49-F238E27FC236}">
                <a16:creationId xmlns:a16="http://schemas.microsoft.com/office/drawing/2014/main" id="{428C1CAC-BE3C-4082-A181-F051FF97E1E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34801a3489b438b"/>
              </a:rPr>
              <a:t>Diagnostic inputs</a:t>
            </a:r>
          </a:p>
        </p:txBody>
      </p:sp>
      <p:sp>
        <p:nvSpPr>
          <p:cNvPr id="18" name="text-14">
            <a:extLst xmlns:a="http://schemas.openxmlformats.org/drawingml/2006/main">
              <a:ext uri="{FF2B5EF4-FFF2-40B4-BE49-F238E27FC236}">
                <a16:creationId xmlns:a16="http://schemas.microsoft.com/office/drawing/2014/main" id="{9967FDF8-1008-4923-BD32-1F23593B764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8370317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4CFC42FE-955D-434C-ABF4-E5ABA42E16D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C4C8B8C3-8EFB-4A0B-9D6F-0AD2A90FE65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8EC08A78-3E8A-4C43-BE53-10B1A0223010}"/>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C2B6D4C0-79F6-4796-A193-398A46AAB9C0}"/>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0470BB83-4F3E-492C-8E4E-AB470E654955}"/>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85245699-7D1D-4115-B280-F4392775E673}"/>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F20980FD-9FA9-4D33-AF4D-D1C7A84D2057}"/>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BDD38796-FE11-4636-B658-C74FAFEE263C}"/>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9E964A11-A4F2-47CA-9CF9-153CF1CE54B5}"/>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D20CDCB0-00BE-4D22-A71B-A33B5E032496}"/>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F4C6E7D4-7CD5-43A1-8B96-53EEED74C48F}"/>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3E09C0A3-B805-47EA-8ED1-052E7D7C3FAF}"/>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5AED65DF-E5ED-4CA1-B8CF-15983D0E880C}"/>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DB61C306-1F61-412F-AABA-C7C3E72CADE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211D1E10-D68F-41B5-A82A-6EDA27F9357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0c2e45d63664ac1"/>
              </a:rPr>
              <a:t>Vision adapter</a:t>
            </a:r>
          </a:p>
        </p:txBody>
      </p:sp>
      <p:sp>
        <p:nvSpPr>
          <p:cNvPr id="16" name="text-14">
            <a:extLst xmlns:a="http://schemas.openxmlformats.org/drawingml/2006/main">
              <a:ext uri="{FF2B5EF4-FFF2-40B4-BE49-F238E27FC236}">
                <a16:creationId xmlns:a16="http://schemas.microsoft.com/office/drawing/2014/main" id="{3168C655-94EE-4F4F-83D0-E445D855EF3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839a0f6cbd14a4e"/>
              </a:rPr>
              <a:t>Vision tests</a:t>
            </a:r>
          </a:p>
        </p:txBody>
      </p:sp>
      <p:sp>
        <p:nvSpPr>
          <p:cNvPr id="17" name="text-15">
            <a:extLst xmlns:a="http://schemas.openxmlformats.org/drawingml/2006/main">
              <a:ext uri="{FF2B5EF4-FFF2-40B4-BE49-F238E27FC236}">
                <a16:creationId xmlns:a16="http://schemas.microsoft.com/office/drawing/2014/main" id="{4914DD20-7210-4AAE-A8ED-559C0719F60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13795880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1618609-7842-42F1-BB83-CF63763A112C}"/>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6A026B24-8986-4AF5-949E-24A2B3B892F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29CC7F35-70BA-4FC2-924F-F82B3385D55F}"/>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AFDEF49F-3CC0-4BF2-8711-48E431F7CE1C}"/>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DA5170CD-4618-4F5B-BA96-280B3D9442F2}"/>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FCEE1E7F-2B8D-4AE5-B826-80E8B97A264D}"/>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6DDB9451-0580-4DA5-9100-E480751CF55A}"/>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3196B907-6D74-46F5-B402-7F72C5C659B1}"/>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CF2F03AF-5232-4780-B182-04167DBAC46A}"/>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BCCD4ADC-8024-4980-94C9-60B3B188E956}"/>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158F7E19-2E67-4B57-BF7F-2E2A6E8DE583}"/>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542C1264-E6C9-46F1-92EB-E79525168A7F}"/>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1A5D166B-C7D6-4170-8A65-1F53222369BB}"/>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92EF66CB-B758-4FA6-B147-E59B954F5C1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AC297FC3-DD24-4FD9-A498-4E5CE3444AF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7c875a58e74ca3"/>
              </a:rPr>
              <a:t>Scorer and score type</a:t>
            </a:r>
          </a:p>
        </p:txBody>
      </p:sp>
      <p:sp>
        <p:nvSpPr>
          <p:cNvPr id="16" name="text-14">
            <a:extLst xmlns:a="http://schemas.openxmlformats.org/drawingml/2006/main">
              <a:ext uri="{FF2B5EF4-FFF2-40B4-BE49-F238E27FC236}">
                <a16:creationId xmlns:a16="http://schemas.microsoft.com/office/drawing/2014/main" id="{A0B5B3E1-1FFB-46B0-8883-5A2FBC74C00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cfe7736050e4d6b"/>
              </a:rPr>
              <a:t>Scorer tests</a:t>
            </a:r>
          </a:p>
        </p:txBody>
      </p:sp>
      <p:sp>
        <p:nvSpPr>
          <p:cNvPr id="17" name="text-15">
            <a:extLst xmlns:a="http://schemas.openxmlformats.org/drawingml/2006/main">
              <a:ext uri="{FF2B5EF4-FFF2-40B4-BE49-F238E27FC236}">
                <a16:creationId xmlns:a16="http://schemas.microsoft.com/office/drawing/2014/main" id="{1818AB5D-503F-4D02-95EC-49A58EAFBEC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6d1b2c26ac74a7c"/>
              </a:rPr>
              <a:t>Frozen profile</a:t>
            </a:r>
          </a:p>
        </p:txBody>
      </p:sp>
      <p:sp>
        <p:nvSpPr>
          <p:cNvPr id="18" name="text-16">
            <a:extLst xmlns:a="http://schemas.openxmlformats.org/drawingml/2006/main">
              <a:ext uri="{FF2B5EF4-FFF2-40B4-BE49-F238E27FC236}">
                <a16:creationId xmlns:a16="http://schemas.microsoft.com/office/drawing/2014/main" id="{C77B8AC8-CBB4-4235-82D6-8F77F9207B8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15749374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FC2A19FD-F75F-4391-BEDE-2E270EB58DA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F7BCB8E9-32D0-4E16-AC01-19EC8D7FD3A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F47FC90C-94FC-4D46-BF38-9B65C1E70D3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735B469A-562E-465A-A04C-ADCBB466529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184E8A92-4967-45B0-98B2-DAC26A7B9D2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263E203-AEF8-490B-B864-33CF305FD4D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6E6935E8-8F92-4CD1-B7AB-A02D8123AA1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2C42AA17-215B-49EC-9B85-DCE3FCDE7C3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C179FB9F-221A-4B9B-814E-8263BB47D13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3406A017-8620-4612-A6C5-CD4F94F234B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41339692-6932-411D-9F48-536C0947AF3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548E63E-A1F6-491F-A521-E549D36EE10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633CEAD7-A4E0-477B-95E3-37E93C3BB931}"/>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134E152C-AA86-4808-AFDE-316D4C3A5637}"/>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DD1C4FBD-E26B-4593-AAF1-EA0827D7C32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8F6ED240-146C-417C-8A4E-18C1F2BBEBD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14db0ce2f6d44e2"/>
              </a:rPr>
              <a:t>Profile</a:t>
            </a:r>
          </a:p>
        </p:txBody>
      </p:sp>
      <p:sp>
        <p:nvSpPr>
          <p:cNvPr id="17" name="text-13">
            <a:extLst xmlns:a="http://schemas.openxmlformats.org/drawingml/2006/main">
              <a:ext uri="{FF2B5EF4-FFF2-40B4-BE49-F238E27FC236}">
                <a16:creationId xmlns:a16="http://schemas.microsoft.com/office/drawing/2014/main" id="{EA50566E-CA33-4790-ABFC-F21E819D013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dc397fb697f4c7d"/>
              </a:rPr>
              <a:t>Calibration script</a:t>
            </a:r>
          </a:p>
        </p:txBody>
      </p:sp>
      <p:sp>
        <p:nvSpPr>
          <p:cNvPr id="18" name="text-14">
            <a:extLst xmlns:a="http://schemas.openxmlformats.org/drawingml/2006/main">
              <a:ext uri="{FF2B5EF4-FFF2-40B4-BE49-F238E27FC236}">
                <a16:creationId xmlns:a16="http://schemas.microsoft.com/office/drawing/2014/main" id="{00AD9C5C-21FD-463E-BCDF-B79F169A21F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f2517d5a1e3401a"/>
              </a:rPr>
              <a:t>Aggregator</a:t>
            </a:r>
          </a:p>
        </p:txBody>
      </p:sp>
      <p:sp>
        <p:nvSpPr>
          <p:cNvPr id="19" name="text-15">
            <a:extLst xmlns:a="http://schemas.openxmlformats.org/drawingml/2006/main">
              <a:ext uri="{FF2B5EF4-FFF2-40B4-BE49-F238E27FC236}">
                <a16:creationId xmlns:a16="http://schemas.microsoft.com/office/drawing/2014/main" id="{48DA8D96-97DC-407B-BFF7-61BEE725FE7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16144743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2026-09-21T02:03:41.0910000Z</dcterms:created>
  <dcterms:modified xsi:type="dcterms:W3CDTF">2026-09-21T02:03:41.0910000Z</dcterms:modified>
</coreProperties>
</file>