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6dd340d5e94e04" /><Relationship Type="http://schemas.openxmlformats.org/officeDocument/2006/relationships/extended-properties" Target="/docProps/app.xml" Id="R0ded6ba9c4e2456f" /><Relationship Type="http://schemas.openxmlformats.org/officeDocument/2006/relationships/officeDocument" Target="/ppt/presentation.xml" Id="R29b5a56b4d394722" /></Relationships>
</file>

<file path=ppt/presentation.xml><?xml version="1.0" encoding="utf-8"?>
<p:presentation xmlns:p="http://schemas.openxmlformats.org/presentationml/2006/main">
  <p:sldMasterIdLst>
    <p:sldMasterId xmlns:r="http://schemas.openxmlformats.org/officeDocument/2006/relationships" id="2147483648" r:id="R3b151ed3682f445b"/>
  </p:sldMasterIdLst>
  <p:notesMasterIdLst>
    <p:notesMasterId xmlns:r="http://schemas.openxmlformats.org/officeDocument/2006/relationships" r:id="R560ec076dd164157"/>
  </p:notesMasterIdLst>
  <p:sldIdLst>
    <p:sldId xmlns:r="http://schemas.openxmlformats.org/officeDocument/2006/relationships" id="256" r:id="Rcbd470b121534571"/>
    <p:sldId xmlns:r="http://schemas.openxmlformats.org/officeDocument/2006/relationships" id="257" r:id="Rc0a61fe9f5184adb"/>
    <p:sldId xmlns:r="http://schemas.openxmlformats.org/officeDocument/2006/relationships" id="258" r:id="Re0e491d8dd96453a"/>
    <p:sldId xmlns:r="http://schemas.openxmlformats.org/officeDocument/2006/relationships" id="259" r:id="R82968e7807ff451e"/>
    <p:sldId xmlns:r="http://schemas.openxmlformats.org/officeDocument/2006/relationships" id="260" r:id="R67d7e8af5ac1485a"/>
    <p:sldId xmlns:r="http://schemas.openxmlformats.org/officeDocument/2006/relationships" id="261" r:id="R44871c118fae42d0"/>
    <p:sldId xmlns:r="http://schemas.openxmlformats.org/officeDocument/2006/relationships" id="262" r:id="R3f3c66ba86c9415d"/>
    <p:sldId xmlns:r="http://schemas.openxmlformats.org/officeDocument/2006/relationships" id="263" r:id="Rfe5d988d06ed41ee"/>
    <p:sldId xmlns:r="http://schemas.openxmlformats.org/officeDocument/2006/relationships" id="264" r:id="R8fd5e186f94d4b74"/>
    <p:sldId xmlns:r="http://schemas.openxmlformats.org/officeDocument/2006/relationships" id="265" r:id="R6329a22c90eb4448"/>
    <p:sldId xmlns:r="http://schemas.openxmlformats.org/officeDocument/2006/relationships" id="266" r:id="R2512b665f0104dac"/>
    <p:sldId xmlns:r="http://schemas.openxmlformats.org/officeDocument/2006/relationships" id="267" r:id="Rf07daa6e98904b1e"/>
    <p:sldId xmlns:r="http://schemas.openxmlformats.org/officeDocument/2006/relationships" id="268" r:id="R9165148c1a6c47b2"/>
    <p:sldId xmlns:r="http://schemas.openxmlformats.org/officeDocument/2006/relationships" id="269" r:id="R3b2d149d8b724a09"/>
    <p:sldId xmlns:r="http://schemas.openxmlformats.org/officeDocument/2006/relationships" id="270" r:id="Rd2fe469e2149434b"/>
    <p:sldId xmlns:r="http://schemas.openxmlformats.org/officeDocument/2006/relationships" id="271" r:id="R28ee12141a914a37"/>
    <p:sldId xmlns:r="http://schemas.openxmlformats.org/officeDocument/2006/relationships" id="272" r:id="R41a3419aa01a40a5"/>
    <p:sldId xmlns:r="http://schemas.openxmlformats.org/officeDocument/2006/relationships" id="273" r:id="R66b85453de904642"/>
    <p:sldId xmlns:r="http://schemas.openxmlformats.org/officeDocument/2006/relationships" id="274" r:id="R796154c7a72540ae"/>
    <p:sldId xmlns:r="http://schemas.openxmlformats.org/officeDocument/2006/relationships" id="275" r:id="R3f3a7cea55e54b90"/>
    <p:sldId xmlns:r="http://schemas.openxmlformats.org/officeDocument/2006/relationships" id="276" r:id="R23ce3252e4074cf2"/>
    <p:sldId xmlns:r="http://schemas.openxmlformats.org/officeDocument/2006/relationships" id="277" r:id="Rd6798af9a1ed42e6"/>
    <p:sldId xmlns:r="http://schemas.openxmlformats.org/officeDocument/2006/relationships" id="278" r:id="Rf42a599f46b241e7"/>
    <p:sldId xmlns:r="http://schemas.openxmlformats.org/officeDocument/2006/relationships" id="279" r:id="Rf470b2dffa55412a"/>
    <p:sldId xmlns:r="http://schemas.openxmlformats.org/officeDocument/2006/relationships" id="280" r:id="Rb10af68aebf348a4"/>
    <p:sldId xmlns:r="http://schemas.openxmlformats.org/officeDocument/2006/relationships" id="281" r:id="Rc0cef9019bdc4838"/>
    <p:sldId xmlns:r="http://schemas.openxmlformats.org/officeDocument/2006/relationships" id="282" r:id="Rb8851a2b3b394cd6"/>
    <p:sldId xmlns:r="http://schemas.openxmlformats.org/officeDocument/2006/relationships" id="283" r:id="Rb85af77cd83547e4"/>
    <p:sldId xmlns:r="http://schemas.openxmlformats.org/officeDocument/2006/relationships" id="284" r:id="R1e67fdeab8a74b91"/>
    <p:sldId xmlns:r="http://schemas.openxmlformats.org/officeDocument/2006/relationships" id="285" r:id="R2b2825a4e31f4a7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78410c1d794fde" /><Relationship Type="http://schemas.openxmlformats.org/officeDocument/2006/relationships/slideMaster" Target="/ppt/slideMasters/slideMaster1.xml" Id="R3b151ed3682f445b" /><Relationship Type="http://schemas.openxmlformats.org/officeDocument/2006/relationships/notesMaster" Target="/ppt/notesMasters/notesMaster1.xml" Id="R560ec076dd164157" /><Relationship Type="http://schemas.openxmlformats.org/officeDocument/2006/relationships/presProps" Target="/ppt/presProps.xml" Id="R2932d8e84a834c97" /><Relationship Type="http://schemas.openxmlformats.org/officeDocument/2006/relationships/tableStyles" Target="/ppt/tableStyles.xml" Id="Rfc892b0f08d24875" /><Relationship Type="http://schemas.openxmlformats.org/officeDocument/2006/relationships/slide" Target="/ppt/slides/slide1.xml" Id="Rcbd470b121534571" /><Relationship Type="http://schemas.openxmlformats.org/officeDocument/2006/relationships/slide" Target="/ppt/slides/slide2.xml" Id="Rc0a61fe9f5184adb" /><Relationship Type="http://schemas.openxmlformats.org/officeDocument/2006/relationships/slide" Target="/ppt/slides/slide3.xml" Id="Re0e491d8dd96453a" /><Relationship Type="http://schemas.openxmlformats.org/officeDocument/2006/relationships/slide" Target="/ppt/slides/slide4.xml" Id="R82968e7807ff451e" /><Relationship Type="http://schemas.openxmlformats.org/officeDocument/2006/relationships/slide" Target="/ppt/slides/slide5.xml" Id="R67d7e8af5ac1485a" /><Relationship Type="http://schemas.openxmlformats.org/officeDocument/2006/relationships/slide" Target="/ppt/slides/slide6.xml" Id="R44871c118fae42d0" /><Relationship Type="http://schemas.openxmlformats.org/officeDocument/2006/relationships/slide" Target="/ppt/slides/slide7.xml" Id="R3f3c66ba86c9415d" /><Relationship Type="http://schemas.openxmlformats.org/officeDocument/2006/relationships/slide" Target="/ppt/slides/slide8.xml" Id="Rfe5d988d06ed41ee" /><Relationship Type="http://schemas.openxmlformats.org/officeDocument/2006/relationships/slide" Target="/ppt/slides/slide9.xml" Id="R8fd5e186f94d4b74" /><Relationship Type="http://schemas.openxmlformats.org/officeDocument/2006/relationships/slide" Target="/ppt/slides/slide10.xml" Id="R6329a22c90eb4448" /><Relationship Type="http://schemas.openxmlformats.org/officeDocument/2006/relationships/slide" Target="/ppt/slides/slide11.xml" Id="R2512b665f0104dac" /><Relationship Type="http://schemas.openxmlformats.org/officeDocument/2006/relationships/slide" Target="/ppt/slides/slide12.xml" Id="Rf07daa6e98904b1e" /><Relationship Type="http://schemas.openxmlformats.org/officeDocument/2006/relationships/slide" Target="/ppt/slides/slide13.xml" Id="R9165148c1a6c47b2" /><Relationship Type="http://schemas.openxmlformats.org/officeDocument/2006/relationships/slide" Target="/ppt/slides/slide14.xml" Id="R3b2d149d8b724a09" /><Relationship Type="http://schemas.openxmlformats.org/officeDocument/2006/relationships/slide" Target="/ppt/slides/slide15.xml" Id="Rd2fe469e2149434b" /><Relationship Type="http://schemas.openxmlformats.org/officeDocument/2006/relationships/slide" Target="/ppt/slides/slide16.xml" Id="R28ee12141a914a37" /><Relationship Type="http://schemas.openxmlformats.org/officeDocument/2006/relationships/slide" Target="/ppt/slides/slide17.xml" Id="R41a3419aa01a40a5" /><Relationship Type="http://schemas.openxmlformats.org/officeDocument/2006/relationships/slide" Target="/ppt/slides/slide18.xml" Id="R66b85453de904642" /><Relationship Type="http://schemas.openxmlformats.org/officeDocument/2006/relationships/slide" Target="/ppt/slides/slide19.xml" Id="R796154c7a72540ae" /><Relationship Type="http://schemas.openxmlformats.org/officeDocument/2006/relationships/slide" Target="/ppt/slides/slide20.xml" Id="R3f3a7cea55e54b90" /><Relationship Type="http://schemas.openxmlformats.org/officeDocument/2006/relationships/slide" Target="/ppt/slides/slide21.xml" Id="R23ce3252e4074cf2" /><Relationship Type="http://schemas.openxmlformats.org/officeDocument/2006/relationships/slide" Target="/ppt/slides/slide22.xml" Id="Rd6798af9a1ed42e6" /><Relationship Type="http://schemas.openxmlformats.org/officeDocument/2006/relationships/slide" Target="/ppt/slides/slide23.xml" Id="Rf42a599f46b241e7" /><Relationship Type="http://schemas.openxmlformats.org/officeDocument/2006/relationships/slide" Target="/ppt/slides/slide24.xml" Id="Rf470b2dffa55412a" /><Relationship Type="http://schemas.openxmlformats.org/officeDocument/2006/relationships/slide" Target="/ppt/slides/slide25.xml" Id="Rb10af68aebf348a4" /><Relationship Type="http://schemas.openxmlformats.org/officeDocument/2006/relationships/slide" Target="/ppt/slides/slide26.xml" Id="Rc0cef9019bdc4838" /><Relationship Type="http://schemas.openxmlformats.org/officeDocument/2006/relationships/slide" Target="/ppt/slides/slide27.xml" Id="Rb8851a2b3b394cd6" /><Relationship Type="http://schemas.openxmlformats.org/officeDocument/2006/relationships/slide" Target="/ppt/slides/slide28.xml" Id="Rb85af77cd83547e4" /><Relationship Type="http://schemas.openxmlformats.org/officeDocument/2006/relationships/slide" Target="/ppt/slides/slide29.xml" Id="R1e67fdeab8a74b91" /><Relationship Type="http://schemas.openxmlformats.org/officeDocument/2006/relationships/slide" Target="/ppt/slides/slide30.xml" Id="R2b2825a4e31f4a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6df33bbce242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1020e27870434c" /><Relationship Type="http://schemas.openxmlformats.org/officeDocument/2006/relationships/notesMaster" Target="/ppt/notesMasters/notesMaster1.xml" Id="R3046084142d140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e9317e63c947b9" /><Relationship Type="http://schemas.openxmlformats.org/officeDocument/2006/relationships/notesMaster" Target="/ppt/notesMasters/notesMaster1.xml" Id="R8dec240ae73e47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451fd35044dba" /><Relationship Type="http://schemas.openxmlformats.org/officeDocument/2006/relationships/notesMaster" Target="/ppt/notesMasters/notesMaster1.xml" Id="R2e775cff323b49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03e558e2a34b3b" /><Relationship Type="http://schemas.openxmlformats.org/officeDocument/2006/relationships/notesMaster" Target="/ppt/notesMasters/notesMaster1.xml" Id="R0cb18b59d77a4c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15a72d25da4227" /><Relationship Type="http://schemas.openxmlformats.org/officeDocument/2006/relationships/notesMaster" Target="/ppt/notesMasters/notesMaster1.xml" Id="R835ad698f3fe4e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ec4d3229b94fb6" /><Relationship Type="http://schemas.openxmlformats.org/officeDocument/2006/relationships/notesMaster" Target="/ppt/notesMasters/notesMaster1.xml" Id="R3aabbf5f768844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538ba50b6d47d6" /><Relationship Type="http://schemas.openxmlformats.org/officeDocument/2006/relationships/notesMaster" Target="/ppt/notesMasters/notesMaster1.xml" Id="R6efc9df916fb48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7c22af28164f7b" /><Relationship Type="http://schemas.openxmlformats.org/officeDocument/2006/relationships/notesMaster" Target="/ppt/notesMasters/notesMaster1.xml" Id="Rc7fb6e8cb3fd49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080149269a4317" /><Relationship Type="http://schemas.openxmlformats.org/officeDocument/2006/relationships/notesMaster" Target="/ppt/notesMasters/notesMaster1.xml" Id="Rbb877450584a4e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1b1a3c6ea04ef5" /><Relationship Type="http://schemas.openxmlformats.org/officeDocument/2006/relationships/notesMaster" Target="/ppt/notesMasters/notesMaster1.xml" Id="R5c5b56c59df44e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aa6a15da714390" /><Relationship Type="http://schemas.openxmlformats.org/officeDocument/2006/relationships/notesMaster" Target="/ppt/notesMasters/notesMaster1.xml" Id="R6803748b366e4f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0ccf07ae644e37" /><Relationship Type="http://schemas.openxmlformats.org/officeDocument/2006/relationships/notesMaster" Target="/ppt/notesMasters/notesMaster1.xml" Id="Rded69bae6f5443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1a6f3dbf2a4e53" /><Relationship Type="http://schemas.openxmlformats.org/officeDocument/2006/relationships/notesMaster" Target="/ppt/notesMasters/notesMaster1.xml" Id="R0e94704831ee46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21f000e3f747aa" /><Relationship Type="http://schemas.openxmlformats.org/officeDocument/2006/relationships/notesMaster" Target="/ppt/notesMasters/notesMaster1.xml" Id="R67b8bb125fd34b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ef44abc10047e6" /><Relationship Type="http://schemas.openxmlformats.org/officeDocument/2006/relationships/notesMaster" Target="/ppt/notesMasters/notesMaster1.xml" Id="R0f95f8b82c0548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b35c55ab554642" /><Relationship Type="http://schemas.openxmlformats.org/officeDocument/2006/relationships/notesMaster" Target="/ppt/notesMasters/notesMaster1.xml" Id="R943009f9e116439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e60cabc6c74f11" /><Relationship Type="http://schemas.openxmlformats.org/officeDocument/2006/relationships/notesMaster" Target="/ppt/notesMasters/notesMaster1.xml" Id="Rb5556d60c17844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616097ae214493" /><Relationship Type="http://schemas.openxmlformats.org/officeDocument/2006/relationships/notesMaster" Target="/ppt/notesMasters/notesMaster1.xml" Id="R85fefacb3d554e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13cf012dad46fe" /><Relationship Type="http://schemas.openxmlformats.org/officeDocument/2006/relationships/notesMaster" Target="/ppt/notesMasters/notesMaster1.xml" Id="R2cc8ca90e0ce49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a2110f68ab64403" /><Relationship Type="http://schemas.openxmlformats.org/officeDocument/2006/relationships/notesMaster" Target="/ppt/notesMasters/notesMaster1.xml" Id="Rb762eb876be041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6a06d42d244cae" /><Relationship Type="http://schemas.openxmlformats.org/officeDocument/2006/relationships/notesMaster" Target="/ppt/notesMasters/notesMaster1.xml" Id="R3b669ac6637049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60669bc83f4b83" /><Relationship Type="http://schemas.openxmlformats.org/officeDocument/2006/relationships/notesMaster" Target="/ppt/notesMasters/notesMaster1.xml" Id="Rc1bca768065841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9e0e6978e749ca" /><Relationship Type="http://schemas.openxmlformats.org/officeDocument/2006/relationships/notesMaster" Target="/ppt/notesMasters/notesMaster1.xml" Id="R25f5bbff1cc147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9d0aaf98e74c7d" /><Relationship Type="http://schemas.openxmlformats.org/officeDocument/2006/relationships/notesMaster" Target="/ppt/notesMasters/notesMaster1.xml" Id="R959fb159a5b04f4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5f0c40b09fc4950" /><Relationship Type="http://schemas.openxmlformats.org/officeDocument/2006/relationships/notesMaster" Target="/ppt/notesMasters/notesMaster1.xml" Id="Rf8e978491fb84ce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e3e91076764485" /><Relationship Type="http://schemas.openxmlformats.org/officeDocument/2006/relationships/notesMaster" Target="/ppt/notesMasters/notesMaster1.xml" Id="R7f288fe4c5b04aa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106ffcda5c048b2" /><Relationship Type="http://schemas.openxmlformats.org/officeDocument/2006/relationships/notesMaster" Target="/ppt/notesMasters/notesMaster1.xml" Id="R1cd4181282ff4c2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ed3b53bb6941a5" /><Relationship Type="http://schemas.openxmlformats.org/officeDocument/2006/relationships/notesMaster" Target="/ppt/notesMasters/notesMaster1.xml" Id="R8c41c85f6053492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7fe81b142754dde" /><Relationship Type="http://schemas.openxmlformats.org/officeDocument/2006/relationships/notesMaster" Target="/ppt/notesMasters/notesMaster1.xml" Id="R273ef4302eae4b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4d4018ca934a09" /><Relationship Type="http://schemas.openxmlformats.org/officeDocument/2006/relationships/notesMaster" Target="/ppt/notesMasters/notesMaster1.xml" Id="R2b799d799da147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Finding a known product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Welcome. This walkthrough explains AIShopVision's first foundation: Apple Vision raises a provisional signal while a prerecorded video is still playing.</a:t>
            </a:r>
          </a:p>
          <a:p xmlns:a="http://schemas.openxmlformats.org/drawingml/2006/main">
            <a:r>
              <a:t/>
            </a:r>
          </a:p>
          <a:p xmlns:a="http://schemas.openxmlformats.org/drawingml/2006/main">
            <a:r>
              <a:t>Need the broader AIShop purpose first? Use the visible product-intent link. It explains the shopper outcome that this technical foundation serves.</a:t>
            </a:r>
          </a:p>
          <a:p xmlns:a="http://schemas.openxmlformats.org/drawingml/2006/main">
            <a:r>
              <a:t/>
            </a:r>
          </a:p>
          <a:p xmlns:a="http://schemas.openxmlformats.org/drawingml/2006/main">
            <a:r>
              <a:t>Next come two real fixture videos and the HITL journey. The positive fixture contains a banana. The control fixture does not. The system must raise a provisional signal only when its evidence supports it.</a:t>
            </a:r>
          </a:p>
          <a:p xmlns:a="http://schemas.openxmlformats.org/drawingml/2006/main">
            <a:r>
              <a:t/>
            </a:r>
          </a:p>
          <a:p xmlns:a="http://schemas.openxmlformats.org/drawingml/2006/main">
            <a:r>
              <a:t>The four chapters then cover architecture, frame analysis, episodes and evidence, and verification. The HITL, Human in the Loop, reviews evidence and observes the physical-iPhone run. Live camera capture and general object detection remain outside this sprint.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[Approved sprint plan](../../../../../../ios/AIShop/01-docs/07-planning/sprints/sprint-001-candidate-target-signal/01-sprint-plan.md)</a:t>
            </a:r>
          </a:p>
          <a:p xmlns:a="http://schemas.openxmlformats.org/drawingml/2006/main">
            <a:r>
              <a:t>- [AIShop product intent](../../../../../../ios/AIShop/01-docs/02-intent/intent.md)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Sprint intent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sprint gives a user an early, provisional signal that one known product may be visible while a prerecorded video is still playing. The goal is timely evidence, not general object recognition.</a:t>
            </a:r>
          </a:p>
          <a:p xmlns:a="http://schemas.openxmlformats.org/drawingml/2006/main">
            <a:r>
              <a:t/>
            </a:r>
          </a:p>
          <a:p xmlns:a="http://schemas.openxmlformats.org/drawingml/2006/main">
            <a:r>
              <a:t>The next slide introduces the concrete experiment: two recorded fixture videos with different expected outcomes. That visual example makes the words target, possible match, and control precise before we discuss the user journey.</a:t>
            </a:r>
          </a:p>
          <a:p xmlns:a="http://schemas.openxmlformats.org/drawingml/2006/main">
            <a:r>
              <a:t/>
            </a:r>
          </a:p>
          <a:p xmlns:a="http://schemas.openxmlformats.org/drawingml/2006/main">
            <a:r>
              <a:t>The pipeline keeps the strongest evidence and summarizes the session without reading the video again. A feature-print distance remains provisional. This sprint provides neither object boxes nor a live camera.</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[Scope](../../../../../../ios/AIShop/01-docs/07-planning/sprints/sprint-001-candidate-target-signal/01-sprint-plan.md)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diagnostic use case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last slide stated the intent. This slide makes the experiment concrete before the walkthrough uses the word banana again. The system receives one prerecorded video at a time.</a:t>
            </a:r>
          </a:p>
          <a:p xmlns:a="http://schemas.openxmlformats.org/drawingml/2006/main">
            <a:r>
              <a:t/>
            </a:r>
          </a:p>
          <a:p xmlns:a="http://schemas.openxmlformats.org/drawingml/2006/main">
            <a:r>
              <a:t>The positive fixture is a kitchen video. In its annotated expected interval, the banana appears in frame. That is the target case. The negative fixture is a different kitchen video with no banana. It is the control case.</a:t>
            </a:r>
          </a:p>
          <a:p xmlns:a="http://schemas.openxmlformats.org/drawingml/2006/main">
            <a:r>
              <a:t/>
            </a:r>
          </a:p>
          <a:p xmlns:a="http://schemas.openxmlformats.org/drawingml/2006/main">
            <a:r>
              <a:t>The HITL selects either fixture, watches the signal while video arrives, then reviews the saved evidence. Both fixtures enter the same local production pipeline. A possible-match episode belongs only to the positive video. The control video must finish with no false candidate. The next slide explains the evidence required for each host.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annotations](../../../../../../ios/AIShop/AIShopVision/Tests/AIShopVisionTests/Resources/annotations.json)</a:t>
            </a:r>
          </a:p>
          <a:p xmlns:a="http://schemas.openxmlformats.org/drawingml/2006/main">
            <a:r>
              <a:t>- [Fixture resources](../../../../../../ios/AIShop/AIShopVision/Tests/AIShopVisionTests/Resources)</a:t>
            </a:r>
          </a:p>
          <a:p xmlns:a="http://schemas.openxmlformats.org/drawingml/2006/main">
            <a:r>
              <a:t>- [Harness screen](../../../../../../ios/AIShop/AIShop/Diagnostics/VisionDiagnosticHarness.swift)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How to test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Start with the Mac integration gate. It runs the package tests with real Vision and verifies that every required test actually executed. This covers the production analysis pipeline with recorded video as its input edge.</a:t>
            </a:r>
          </a:p>
          <a:p xmlns:a="http://schemas.openxmlformats.org/drawingml/2006/main">
            <a:r>
              <a:t/>
            </a:r>
          </a:p>
          <a:p xmlns:a="http://schemas.openxmlformats.org/drawingml/2006/main">
            <a:r>
              <a:t>The Simulator tests answer a different question: whether diagnostic startup bypasses normal services and whether the harness model handles its states. The saved app-test snapshot has twenty-five passing tests. It does not establish working Vision inference on the Simulator.</a:t>
            </a:r>
          </a:p>
          <a:p xmlns:a="http://schemas.openxmlformats.org/drawingml/2006/main">
            <a:r>
              <a:t/>
            </a:r>
          </a:p>
          <a:p xmlns:a="http://schemas.openxmlformats.org/drawingml/2006/main">
            <a:r>
              <a:t>The final layer is a physical iPhone run observed by the HITL, Human in the Loop, followed by comparison of exported logs. These layers complement each other. Neither a package pass nor an app build can stand in for device acceptance.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[Mac gate](../../../../../../e2e/ios/run.zsh)</a:t>
            </a:r>
          </a:p>
          <a:p xmlns:a="http://schemas.openxmlformats.org/drawingml/2006/main">
            <a:r>
              <a:t>- [Integration tests](../../../../../../ios/AIShop/AIShopVision/Tests/AIShopVisionTests/PipelineIntegrationSuite.swift)</a:t>
            </a:r>
          </a:p>
          <a:p xmlns:a="http://schemas.openxmlformats.org/drawingml/2006/main">
            <a:r>
              <a:t>- [App tests](../../../../../../ios/AIShop/AIShopTests)</a:t>
            </a:r>
          </a:p>
          <a:p xmlns:a="http://schemas.openxmlformats.org/drawingml/2006/main">
            <a:r>
              <a:t>- [Fresh gate evidence](../artifacts/evidence/mac-gate-r04.log)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High-level architecture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Read this architecture from top to bottom. Mac tests and the iPhone debug harness are hosts around the same production pipeline.</a:t>
            </a:r>
          </a:p>
          <a:p xmlns:a="http://schemas.openxmlformats.org/drawingml/2006/main">
            <a:r>
              <a:t/>
            </a:r>
          </a:p>
          <a:p xmlns:a="http://schemas.openxmlformats.org/drawingml/2006/main">
            <a:r>
              <a:t>The frame stream supplies timestamped images. The local catalog supplies the reference feature. The scorer measures visual distance, and the aggregator decides when repeated support forms an episode.</a:t>
            </a:r>
          </a:p>
          <a:p xmlns:a="http://schemas.openxmlformats.org/drawingml/2006/main">
            <a:r>
              <a:t/>
            </a:r>
          </a:p>
          <a:p xmlns:a="http://schemas.openxmlformats.org/drawingml/2006/main">
            <a:r>
              <a:t>The recorder feeds an ordered log and a report builder. Images live separately, so the log stays structured and can rebuild report data without carrying image bytes.</a:t>
            </a:r>
          </a:p>
          <a:p xmlns:a="http://schemas.openxmlformats.org/drawingml/2006/main">
            <a:r>
              <a:t/>
            </a:r>
          </a:p>
          <a:p xmlns:a="http://schemas.openxmlformats.org/drawingml/2006/main">
            <a:r>
              <a:t>The evaluator belongs to a separate development target. It knows the annotation zones used to judge the fixtures. The production package never sees those answers. This separation helps us test behavior without teaching the application the expected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[Core package](../../../../../../ios/AIShop/AIShopVision/Sources/AIShopVision)</a:t>
            </a:r>
          </a:p>
          <a:p xmlns:a="http://schemas.openxmlformats.org/drawingml/2006/main">
            <a:r>
              <a:t>- [Harness](../../../../../../ios/AIShop/AIShop/Diagnostics)</a:t>
            </a:r>
          </a:p>
          <a:p xmlns:a="http://schemas.openxmlformats.org/drawingml/2006/main">
            <a:r>
              <a:t>- [Evaluator](../../../../../../ios/AIShop/AIShopVision/Sources/AIShopVisionEvaluation)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frame through the pipeline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 sampled frame follows one path through the pipeline. The stream first records decoded frames and sampling decisions. For an eligible frame, the pipeline logs the sample and asks the scorer for measurements.</a:t>
            </a:r>
          </a:p>
          <a:p xmlns:a="http://schemas.openxmlformats.org/drawingml/2006/main">
            <a:r>
              <a:t/>
            </a:r>
          </a:p>
          <a:p xmlns:a="http://schemas.openxmlformats.org/drawingml/2006/main">
            <a:r>
              <a:t>It logs the score before the aggregator consumes it. If an episode opens or its best frame changes, the pipeline saves the selected image and records the episode event. Only then does it publish an update to the host.</a:t>
            </a:r>
          </a:p>
          <a:p xmlns:a="http://schemas.openxmlformats.org/drawingml/2006/main">
            <a:r>
              <a:t/>
            </a:r>
          </a:p>
          <a:p xmlns:a="http://schemas.openxmlformats.org/drawingml/2006/main">
            <a:r>
              <a:t>This order makes the live result explainable from the event log. A test checks that the first update occurs when only the first decoded frame has arrived. Another replays the saved log and compares it with the live report. These are direct checks of incremental behavior and evidence consistency.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source](../../../../../../ios/AIShop/AIShopVision/Sources/AIShopVision/CandidateAnalysisPipeline/CandidateAnalysisPipeline.swift)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[Pipeline tests](../../../../../../ios/AIShop/AIShopVision/Tests/AIShopVisionTests/CandidateAnalysisPipelineTests.swift)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Concurrency and ownership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Concurrency matters because frame production and image analysis must not freeze the interface. The flow starts on the main actor, hands analysis to a detached pipeline worker, and returns updates to the main actor.</a:t>
            </a:r>
          </a:p>
          <a:p xmlns:a="http://schemas.openxmlformats.org/drawingml/2006/main">
            <a:r>
              <a:t/>
            </a:r>
          </a:p>
          <a:p xmlns:a="http://schemas.openxmlformats.org/drawingml/2006/main">
            <a:r>
              <a:t>Deterministic mode waits for each frame to finish. Paced mode adds a producer and a one-frame pending buffer. Stream callbacks can therefore overlap analysis. The recorder serializes logging and report updates so both see the same event order.</a:t>
            </a:r>
          </a:p>
          <a:p xmlns:a="http://schemas.openxmlformats.org/drawingml/2006/main">
            <a:r>
              <a:t/>
            </a:r>
          </a:p>
          <a:p xmlns:a="http://schemas.openxmlformats.org/drawingml/2006/main">
            <a:r>
              <a:t>The harness uses a generation token to prevent an old run from replacing a newer run's state. Caller cancellation reaches both the stream and worker. The linked tests verify that pipeline updates originate outside the main thread, while the harness owns UI state.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[Pipeline](../../../../../../ios/AIShop/AIShopVision/Sources/AIShopVision/CandidateAnalysisPipeline/CandidateAnalysisPipeline.swift)</a:t>
            </a:r>
          </a:p>
          <a:p xmlns:a="http://schemas.openxmlformats.org/drawingml/2006/main">
            <a:r>
              <a:t>- [Recorder](../../../../../../ios/AIShop/AIShopVision/Sources/AIShopVision/CandidateAnalysisPipeline/PipelineRecorder.swift)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frame-stream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[Frame contract](../../../../../../ios/AIShop/AIShopVision/Sources/AIShopVision/VideoFixtureFrameStream/FrameStream.swift)</a:t>
            </a:r>
          </a:p>
          <a:p xmlns:a="http://schemas.openxmlformats.org/drawingml/2006/main">
            <a:r>
              <a:t>- [Frame stream](../../../../../../ios/AIShop/AIShopVision/Sources/AIShopVision/VideoFixtureFrameStream/VideoFixtureFrameStream.swift)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Incremental video decoding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[Stream tests](../../../../../../ios/AIShop/AIShopVision/Tests/AIShopVisionTests/VideoFixtureFrameStreamTests.swift)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Replay under load</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[Stream implementation](../../../../../../ios/AIShop/AIShopVision/Sources/AIShopVision/VideoFixtureFrameStream/VideoFixtureFrameStream.swift)</a:t>
            </a:r>
          </a:p>
          <a:p xmlns:a="http://schemas.openxmlformats.org/drawingml/2006/main">
            <a:r>
              <a:t>- [Integration suite](../../../../../../ios/AIShop/AIShopVision/Tests/AIShopVisionTests/PipelineIntegrationSuite.swift)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local target catalog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[Local catalog](../../../../../../ios/AIShop/AIShopVision/Sources/AIShopVision/LocalTargetCatalog/LocalTargetCatalog.swift)</a:t>
            </a:r>
          </a:p>
          <a:p xmlns:a="http://schemas.openxmlformats.org/drawingml/2006/main">
            <a:r>
              <a:t>- [Catalog tests](../../../../../../ios/AIShop/AIShopVision/Tests/AIShopVisionTests/LocalTargetCatalogTests.swift)</a:t>
            </a:r>
          </a:p>
          <a:p xmlns:a="http://schemas.openxmlformats.org/drawingml/2006/main">
            <a:r>
              <a:t>- [Diagnostic inputs](../../../../../../ios/AIShop/AIShop/Diagnostics/DiagnosticFixture.swift)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Vision adapter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[Vision adapter](../../../../../../ios/AIShop/AIShopVision/Sources/AIShopVision/VisionFeatureAdapter.swift)</a:t>
            </a:r>
          </a:p>
          <a:p xmlns:a="http://schemas.openxmlformats.org/drawingml/2006/main">
            <a:r>
              <a:t>- [Vision tests](../../../../../../ios/AIShop/AIShopVision/Tests/AIShopVisionTests/VisionFeatureAdapterTests.swift)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Per-frame scoring</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[Scorer and score type](../../../../../../ios/AIShop/AIShopVision/Sources/AIShopVision/CandidateScorer/CandidateScorer.swift)</a:t>
            </a:r>
          </a:p>
          <a:p xmlns:a="http://schemas.openxmlformats.org/drawingml/2006/main">
            <a:r>
              <a:t>- [Scorer tests](../../../../../../ios/AIShop/AIShopVision/Tests/AIShopVisionTests/CandidateScorerTests.swift)</a:t>
            </a:r>
          </a:p>
          <a:p xmlns:a="http://schemas.openxmlformats.org/drawingml/2006/main">
            <a:r>
              <a:t>- [Frozen profile](../../../../../../ios/AIShop/AIShopVision/Sources/AIShopVision/CandidateScorer/ScoringProfile.swift)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Frozen rules and their reasons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[Profile](../../../../../../ios/AIShop/AIShopVision/Sources/AIShopVision/CandidateScorer/ScoringProfile.swift)</a:t>
            </a:r>
          </a:p>
          <a:p xmlns:a="http://schemas.openxmlformats.org/drawingml/2006/main">
            <a:r>
              <a:t>- [Calibration script](../../../../../../e2e/ios/calibrate-scorer.rb)</a:t>
            </a:r>
          </a:p>
          <a:p xmlns:a="http://schemas.openxmlformats.org/drawingml/2006/main">
            <a:r>
              <a:t>- [Aggregator](../../../../../../ios/AIShop/AIShopVision/Sources/AIShopVision/CandidateEpisodeAggregator/CandidateEpisodeAggregator.swift)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candidate episode lifecycle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aggregator](../../../../../../ios/AIShop/AIShopVision/Sources/AIShopVision/CandidateEpisodeAggregator/CandidateEpisodeAggregator.swift)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[Lifecycle integration](../../../../../../ios/AIShop/AIShopVision/Tests/AIShopVisionTests/PipelineIntegrationSuite.swift)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Episode and signal contracts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[Episode and signal types](../../../../../../ios/AIShop/AIShopVision/Sources/AIShopVision/CandidateEpisodeAggregator/CandidateEpisodeAggregator.swift)</a:t>
            </a:r>
          </a:p>
          <a:p xmlns:a="http://schemas.openxmlformats.org/drawingml/2006/main">
            <a:r>
              <a:t>- [Episode tests](../../../../../../ios/AIShop/AIShopVision/Tests/AIShopVisionTests/CandidateEpisodeAggregatorTests.swift)</a:t>
            </a:r>
          </a:p>
          <a:p xmlns:a="http://schemas.openxmlformats.org/drawingml/2006/main">
            <a:r>
              <a:t>- [Harness display](../../../../../../ios/AIShop/AIShop/Diagnostics/VisionDiagnosticHarness.swift)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One ordered evidence path</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[Recorder](../../../../../../ios/AIShop/AIShopVision/Sources/AIShopVision/CandidateAnalysisPipeline/PipelineRecorder.swift)</a:t>
            </a:r>
          </a:p>
          <a:p xmlns:a="http://schemas.openxmlformats.org/drawingml/2006/main">
            <a:r>
              <a:t>- [Log writer](../../../../../../ios/AIShop/AIShopVision/Sources/AIShopVision/SessionLog/SessionLog.swift)</a:t>
            </a:r>
          </a:p>
          <a:p xmlns:a="http://schemas.openxmlformats.org/drawingml/2006/main">
            <a:r>
              <a:t>- [Report builder](../../../../../../ios/AIShop/AIShopVision/Sources/AIShopVision/SessionReportBuilder/SessionReportBuilder.swift)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Retained image evidence</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[Image store](../../../../../../ios/AIShop/AIShopVision/Sources/AIShopVision/SessionReportBuilder/RetainedImageStore.swift)</a:t>
            </a:r>
          </a:p>
          <a:p xmlns:a="http://schemas.openxmlformats.org/drawingml/2006/main">
            <a:r>
              <a:t>- [Pipeline selection](../../../../../../ios/AIShop/AIShopVision/Sources/AIShopVision/CandidateAnalysisPipeline/CandidateAnalysisPipeline.swift)</a:t>
            </a:r>
          </a:p>
          <a:p xmlns:a="http://schemas.openxmlformats.org/drawingml/2006/main">
            <a:r>
              <a:t>- [Report tests](../../../../../../ios/AIShop/AIShopVision/Tests/AIShopVisionTests/SessionReportBuilderTests.swift)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session-log contract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[Log schema](../../../../../../ios/AIShop/AIShopVision/Sources/AIShopVision/SessionLog/LogValue.swift)</a:t>
            </a:r>
          </a:p>
          <a:p xmlns:a="http://schemas.openxmlformats.org/drawingml/2006/main">
            <a:r>
              <a:t>- [Log validation](../../../../../../ios/AIShop/AIShopVision/Sources/AIShopVision/SessionLog/SessionLog.swift)</a:t>
            </a:r>
          </a:p>
          <a:p xmlns:a="http://schemas.openxmlformats.org/drawingml/2006/main">
            <a:r>
              <a:t>- [Log tests](../../../../../../ios/AIShop/AIShopVision/Tests/AIShopVisionTests/SessionLogTests.swift)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Report construction and replay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[Report builder](../../../../../../ios/AIShop/AIShopVision/Sources/AIShopVision/SessionReportBuilder/SessionReportBuilder.swift)</a:t>
            </a:r>
          </a:p>
          <a:p xmlns:a="http://schemas.openxmlformats.org/drawingml/2006/main">
            <a:r>
              <a:t>- [Report tests](../../../../../../ios/AIShop/AIShopVision/Tests/AIShopVisionTests/SessionReportBuilderTests.swift)</a:t>
            </a:r>
          </a:p>
          <a:p xmlns:a="http://schemas.openxmlformats.org/drawingml/2006/main">
            <a:r>
              <a:t>- [Integration replay](../../../../../../ios/AIShop/AIShopVision/Tests/AIShopVisionTests/PipelineIntegrationSuite.swift)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Session termination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lifecycle](../../../../../../ios/AIShop/AIShopVision/Sources/AIShopVision/CandidateAnalysisPipeline/CandidateAnalysisPipeline.swift)</a:t>
            </a:r>
          </a:p>
          <a:p xmlns:a="http://schemas.openxmlformats.org/drawingml/2006/main">
            <a:r>
              <a:t>- [Lifecycle integration](../../../../../../ios/AIShop/AIShopVision/Tests/AIShopVisionTests/PipelineIntegrationSuite.swift)</a:t>
            </a:r>
          </a:p>
          <a:p xmlns:a="http://schemas.openxmlformats.org/drawingml/2006/main">
            <a:r>
              <a:t>- [One-shot test](../../../../../../ios/AIShop/AIShopVision/Tests/AIShopVisionTests/CandidateAnalysisPipelineTests.swift)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Failure behavior</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[Pipeline error path](../../../../../../ios/AIShop/AIShopVision/Sources/AIShopVision/CandidateAnalysisPipeline/CandidateAnalysisPipeline.swift)</a:t>
            </a:r>
          </a:p>
          <a:p xmlns:a="http://schemas.openxmlformats.org/drawingml/2006/main">
            <a:r>
              <a:t>- [Failure tests](../../../../../../ios/AIShop/AIShopVision/Tests/AIShopVisionTests/CandidateAnalysisPipelineTests.swift)</a:t>
            </a:r>
          </a:p>
          <a:p xmlns:a="http://schemas.openxmlformats.org/drawingml/2006/main">
            <a:r>
              <a:t>- [Harness model](../../../../../../ios/AIShop/AIShop/Diagnostics/VisionHarnessModel.swift)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Independent fixture evaluation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[Fixture evaluator](../../../../../../ios/AIShop/AIShopVision/Sources/AIShopVisionEvaluation/FixtureEvaluator.swift)</a:t>
            </a:r>
          </a:p>
          <a:p xmlns:a="http://schemas.openxmlformats.org/drawingml/2006/main">
            <a:r>
              <a:t>- [Annotation data](../../../../../../ios/AIShop/AIShopVision/Tests/AIShopVisionTests/Resources/annotations.json)</a:t>
            </a:r>
          </a:p>
          <a:p xmlns:a="http://schemas.openxmlformats.org/drawingml/2006/main">
            <a:r>
              <a:t>- [Evaluator tests](../../../../../../ios/AIShop/AIShopVision/Tests/AIShopVisionTests/FixtureEvaluatorTests.swift)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Measured fixture results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[Positive evaluation](../../../artifacts/evidence/mac-positive/evaluation.json)</a:t>
            </a:r>
          </a:p>
          <a:p xmlns:a="http://schemas.openxmlformats.org/drawingml/2006/main">
            <a:r>
              <a:t>- [Negative evaluation](../../../artifacts/evidence/mac-negative/evaluation.json)</a:t>
            </a:r>
          </a:p>
          <a:p xmlns:a="http://schemas.openxmlformats.org/drawingml/2006/main">
            <a:r>
              <a:t>- [Positive report](../../../artifacts/evidence/mac-positive/report.json)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Mac and iPhone comparison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[Comparator](../../../../../../ios/AIShop/AIShopVision/Sources/AIShopVisionEvaluation/FixtureEvaluator.swift)</a:t>
            </a:r>
          </a:p>
          <a:p xmlns:a="http://schemas.openxmlformats.org/drawingml/2006/main">
            <a:r>
              <a:t>- [Evaluation CLI](../../../../../../ios/AIShop/AIShopVision/Sources/AIShopVisionEvaluate/main.swift)</a:t>
            </a:r>
          </a:p>
          <a:p xmlns:a="http://schemas.openxmlformats.org/drawingml/2006/main">
            <a:r>
              <a:t>- [Comparator tests](../../../../../../ios/AIShop/AIShopVision/Tests/AIShopVisionTests/PipelineIntegrationSuite.swift)</a:t>
            </a:r>
          </a:p>
          <a:p xmlns:a="http://schemas.openxmlformats.org/drawingml/2006/main">
            <a:r>
              <a:t>- [Phone acceptance rules](../../../../../../ios/AIShop/01-docs/04-benchmarks-test-strategy-and-success-criteria/sprint-001-iphone-verification.md)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Diagnostic app boundary</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[Bootstrap](../../../../../../ios/AIShop/AIShop/App/ApplicationBootstrap.swift)</a:t>
            </a:r>
          </a:p>
          <a:p xmlns:a="http://schemas.openxmlformats.org/drawingml/2006/main">
            <a:r>
              <a:t>- [Harness model](../../../../../../ios/AIShop/AIShop/Diagnostics/VisionHarnessModel.swift)</a:t>
            </a:r>
          </a:p>
          <a:p xmlns:a="http://schemas.openxmlformats.org/drawingml/2006/main">
            <a:r>
              <a:t>- [Bundle checks](../../../../../../e2e/ios/verify-app-bundle.rb)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physical-iPhone session</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[Diagnostic scheme](../../../../../../ios/AIShop/AIShop.xcodeproj/xcshareddata/xcschemes/AIShop-VisionDiagnostics.xcscheme)</a:t>
            </a:r>
          </a:p>
          <a:p xmlns:a="http://schemas.openxmlformats.org/drawingml/2006/main">
            <a:r>
              <a:t>- [Harness export](../../../../../../ios/AIShop/AIShop/Diagnostics/VisionDiagnosticHarness.swift)</a:t>
            </a:r>
          </a:p>
          <a:p xmlns:a="http://schemas.openxmlformats.org/drawingml/2006/main">
            <a:r>
              <a:t>- [Phone verification](../../../../../../ios/AIShop/01-docs/04-benchmarks-test-strategy-and-success-criteria/sprint-001-iphone-verification.md)</a:t>
            </a:r>
          </a:p>
          <a:p xmlns:a="http://schemas.openxmlformats.org/drawingml/2006/main">
            <a:r>
              <a:t>- [Phone session runbook](../runbook.md)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Where to look hardest</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[Harness replay](../../../../../../ios/AIShop/AIShop/Diagnostics/VisionHarnessModel.swift)</a:t>
            </a:r>
          </a:p>
          <a:p xmlns:a="http://schemas.openxmlformats.org/drawingml/2006/main">
            <a:r>
              <a:t>- [Comparator preconditions](../../../../../../ios/AIShop/AIShopVision/Sources/AIShopVisionEvaluation/FixtureEvaluator.swift)</a:t>
            </a:r>
          </a:p>
          <a:p xmlns:a="http://schemas.openxmlformats.org/drawingml/2006/main">
            <a:r>
              <a:t>- [Report resources](../../../../../../ios/AIShop/AIShopVision/Sources/AIShopVision/SessionReportBuilder/SessionReportBuilder.swift)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What this foundation gives us</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[Production pipeline](../../../../../../ios/AIShop/AIShopVision/Sources/AIShopVision/CandidateAnalysisPipeline/CandidateAnalysisPipeline.swift)</a:t>
            </a:r>
          </a:p>
          <a:p xmlns:a="http://schemas.openxmlformats.org/drawingml/2006/main">
            <a:r>
              <a:t>- [Integration suite](../../../../../../ios/AIShop/AIShopVision/Tests/AIShopVisionTests/PipelineIntegrationSuite.swift)</a:t>
            </a:r>
          </a:p>
          <a:p xmlns:a="http://schemas.openxmlformats.org/drawingml/2006/main">
            <a:r>
              <a:t>- [Package boundaries](../../../../../../ios/AIShop/AIShopVision/Package.swift)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fine-print map</a:t>
            </a:r>
          </a:p>
          <a:p xmlns:a="http://schemas.openxmlformats.org/drawingml/2006/main">
            <a:r>
              <a:t/>
            </a:r>
          </a:p>
          <a:p xmlns:a="http://schemas.openxmlformats.org/drawingml/2006/main">
            <a:r>
              <a:t>## Speaker notes</a:t>
            </a:r>
          </a:p>
          <a:p xmlns:a="http://schemas.openxmlformats.org/drawingml/2006/main">
            <a:r>
              <a:t/>
            </a:r>
          </a:p>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a:p xmlns:a="http://schemas.openxmlformats.org/drawingml/2006/main">
            <a:r>
              <a:t/>
            </a:r>
          </a:p>
          <a:p xmlns:a="http://schemas.openxmlformats.org/drawingml/2006/main">
            <a:r>
              <a:t>## Fine print</a:t>
            </a:r>
          </a:p>
          <a:p xmlns:a="http://schemas.openxmlformats.org/drawingml/2006/main">
            <a:r>
              <a:t/>
            </a:r>
          </a:p>
          <a:p xmlns:a="http://schemas.openxmlformats.org/drawingml/2006/main">
            <a:r>
              <a:t>- [Source package](../../../../../../ios/AIShop/AIShopVision/Sources/AIShopVision)</a:t>
            </a:r>
          </a:p>
          <a:p xmlns:a="http://schemas.openxmlformats.org/drawingml/2006/main">
            <a:r>
              <a:t>- [Test package](../../../../../../ios/AIShop/AIShopVision/Tests/AIShopVisionTests)</a:t>
            </a:r>
          </a:p>
          <a:p xmlns:a="http://schemas.openxmlformats.org/drawingml/2006/main">
            <a:r>
              <a:t>- [Acceptance record](../../../../../../ios/AIShop/01-docs/04-benchmarks-test-strategy-and-success-criteria/sprint-001-iphone-verification.md)</a:t>
            </a:r>
          </a:p>
          <a:p xmlns:a="http://schemas.openxmlformats.org/drawingml/2006/main">
            <a:r>
              <a:t>- [Complete changed-file coverage](../artifacts/file-coverage.csv)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72dd75898c41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484b005db14305" /><Relationship Type="http://schemas.openxmlformats.org/officeDocument/2006/relationships/slideLayout" Target="/ppt/slideLayouts/slideLayout1.xml" Id="Re1c1466f70684c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c1466f70684c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0c600fcab944f5" /><Relationship Type="http://schemas.openxmlformats.org/officeDocument/2006/relationships/hyperlink" Target="https://github.com/pabloelustondo/aishop/blob/34f246b/ios/AIShop/01-docs/02-intent/intent.md" TargetMode="External" Id="R78e286c261624fa8" /><Relationship Type="http://schemas.openxmlformats.org/officeDocument/2006/relationships/notesSlide" Target="/ppt/notesSlides/notesSlide1.xml" Id="Rc142c5875157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191650029a4a3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c4601eabd1447e3" /><Relationship Type="http://schemas.openxmlformats.org/officeDocument/2006/relationships/notesSlide" Target="/ppt/notesSlides/notesSlide2.xml" Id="Rb30f80934f9448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65491a3d7c41a6" /><Relationship Type="http://schemas.openxmlformats.org/officeDocument/2006/relationships/image" Target="/ppt/media/image.jpeg" Id="R934c3b85421041d9" /><Relationship Type="http://schemas.openxmlformats.org/officeDocument/2006/relationships/image" Target="/ppt/media/image2.jpeg" Id="Ra0a3a133de554c4d"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202b325725e0468f" /><Relationship Type="http://schemas.openxmlformats.org/officeDocument/2006/relationships/hyperlink" Target="file:///Users/paboelustodo/Library/CloudStorage/GoogleDrive-pablo.elustondo@gmail.com/My%20Drive%202/1-GIT-PROJECTS/aishop/ios/AIShop/AIShopVision/Tests/AIShopVisionTests/Resources" TargetMode="External" Id="Reb3e62b537ed49fc" /><Relationship Type="http://schemas.openxmlformats.org/officeDocument/2006/relationships/hyperlink" Target="file:///Users/paboelustodo/Library/CloudStorage/GoogleDrive-pablo.elustondo@gmail.com/My%20Drive%202/1-GIT-PROJECTS/aishop/ios/AIShop/AIShop/Diagnostics/VisionDiagnosticHarness.swift" TargetMode="External" Id="R62996c7999be4e42" /><Relationship Type="http://schemas.openxmlformats.org/officeDocument/2006/relationships/notesSlide" Target="/ppt/notesSlides/notesSlide3.xml" Id="R3968003f036940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f9e9e73b4846c9" /><Relationship Type="http://schemas.openxmlformats.org/officeDocument/2006/relationships/hyperlink" Target="file:///Users/paboelustodo/Library/CloudStorage/GoogleDrive-pablo.elustondo@gmail.com/My%20Drive%202/1-GIT-PROJECTS/aishop/e2e/ios/run.zsh" TargetMode="External" Id="R36d1ef6fe35a40d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5b1557e38d2f45d6" /><Relationship Type="http://schemas.openxmlformats.org/officeDocument/2006/relationships/hyperlink" Target="file:///Users/paboelustodo/Library/CloudStorage/GoogleDrive-pablo.elustondo@gmail.com/My%20Drive%202/1-GIT-PROJECTS/aishop/ios/AIShop/AIShopTests/" TargetMode="External" Id="R96c42aa6d6eb4c78" /><Relationship Type="http://schemas.openxmlformats.org/officeDocument/2006/relationships/notesSlide" Target="/ppt/notesSlides/notesSlide4.xml" Id="R8b838c6a9f7a48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26965494d14890" /><Relationship Type="http://schemas.openxmlformats.org/officeDocument/2006/relationships/hyperlink" Target="file:///Users/paboelustodo/Library/CloudStorage/GoogleDrive-pablo.elustondo@gmail.com/My%20Drive%202/1-GIT-PROJECTS/aishop/ios/AIShop/AIShopVision/Sources/AIShopVision/" TargetMode="External" Id="Rc281ab72e66d4e8b" /><Relationship Type="http://schemas.openxmlformats.org/officeDocument/2006/relationships/hyperlink" Target="file:///Users/paboelustodo/Library/CloudStorage/GoogleDrive-pablo.elustondo@gmail.com/My%20Drive%202/1-GIT-PROJECTS/aishop/ios/AIShop/AIShop/Diagnostics/" TargetMode="External" Id="Rb52b2e6f99534bbb" /><Relationship Type="http://schemas.openxmlformats.org/officeDocument/2006/relationships/hyperlink" Target="file:///Users/paboelustodo/Library/CloudStorage/GoogleDrive-pablo.elustondo@gmail.com/My%20Drive%202/1-GIT-PROJECTS/aishop/ios/AIShop/AIShopVision/Sources/AIShopVisionEvaluation/" TargetMode="External" Id="R2898d3081aab4e26" /><Relationship Type="http://schemas.openxmlformats.org/officeDocument/2006/relationships/notesSlide" Target="/ppt/notesSlides/notesSlide5.xml" Id="R4df854636d1945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a7f3a314044390"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ecc6d917173844aa"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2c8b932059f948d4"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09a8fa0b7308478e" /><Relationship Type="http://schemas.openxmlformats.org/officeDocument/2006/relationships/notesSlide" Target="/ppt/notesSlides/notesSlide6.xml" Id="R4a3c9a0c53344a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41746fec6148b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aba2de8002b04448"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61115eb4d00543af" /><Relationship Type="http://schemas.openxmlformats.org/officeDocument/2006/relationships/hyperlink" Target="file:///Users/paboelustodo/Library/CloudStorage/GoogleDrive-pablo.elustondo@gmail.com/My%20Drive%202/1-GIT-PROJECTS/aishop/ios/AIShop/AIShop/Diagnostics/VisionHarnessModel.swift" TargetMode="External" Id="R50976e43fd054bb5" /><Relationship Type="http://schemas.openxmlformats.org/officeDocument/2006/relationships/notesSlide" Target="/ppt/notesSlides/notesSlide7.xml" Id="R9eb8a15d2c3948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8d5cbec828496a"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3b5b5a902b21439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e6987798feb24c3a"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7b2037b0d68844ac" /><Relationship Type="http://schemas.openxmlformats.org/officeDocument/2006/relationships/notesSlide" Target="/ppt/notesSlides/notesSlide8.xml" Id="R0a18d8c1243b42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64af97973247f9"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a7cb4b09ae64224"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7629ed4cc08e4112" /><Relationship Type="http://schemas.openxmlformats.org/officeDocument/2006/relationships/notesSlide" Target="/ppt/notesSlides/notesSlide9.xml" Id="R1cc9f83f1df148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a1f80b72b34cc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5312c75d36c46d6"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e2dd7f97bff4b7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4c687d48b10c4e32" /><Relationship Type="http://schemas.openxmlformats.org/officeDocument/2006/relationships/notesSlide" Target="/ppt/notesSlides/notesSlide10.xml" Id="R44c291ff9e3348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fbb396ae0444c7"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8b5034c2d37049ab"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19984caf91a54f99" /><Relationship Type="http://schemas.openxmlformats.org/officeDocument/2006/relationships/hyperlink" Target="file:///Users/paboelustodo/Library/CloudStorage/GoogleDrive-pablo.elustondo@gmail.com/My%20Drive%202/1-GIT-PROJECTS/aishop/ios/AIShop/AIShop/Diagnostics/DiagnosticFixture.swift" TargetMode="External" Id="Rfb8e213ddc2b4ec0" /><Relationship Type="http://schemas.openxmlformats.org/officeDocument/2006/relationships/notesSlide" Target="/ppt/notesSlides/notesSlide11.xml" Id="Re6cb77f73a7442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04f4a2497349b0"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6c504d231cfa4458"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1aafd94c9e264b07" /><Relationship Type="http://schemas.openxmlformats.org/officeDocument/2006/relationships/notesSlide" Target="/ppt/notesSlides/notesSlide12.xml" Id="R9b9fd7c082614f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d62c2d8ba9492d"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4bdfd3a705f4496b"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e71cf0e563c44e52"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8be276af02f045f7" /><Relationship Type="http://schemas.openxmlformats.org/officeDocument/2006/relationships/notesSlide" Target="/ppt/notesSlides/notesSlide13.xml" Id="Rd5dbb3c243aa41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1d23604f7804eb3"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20ac362bc5124e2b" /><Relationship Type="http://schemas.openxmlformats.org/officeDocument/2006/relationships/hyperlink" Target="file:///Users/paboelustodo/Library/CloudStorage/GoogleDrive-pablo.elustondo@gmail.com/My%20Drive%202/1-GIT-PROJECTS/aishop/e2e/ios/calibrate-scorer.rb" TargetMode="External" Id="Rfbfe42bebf614f8a"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0d7930a96103412d" /><Relationship Type="http://schemas.openxmlformats.org/officeDocument/2006/relationships/notesSlide" Target="/ppt/notesSlides/notesSlide14.xml" Id="R5f498854b2d54d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efdfafef35498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0beb0ecaffb148dd"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836dc8886dea43a5"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19259c159715413a" /><Relationship Type="http://schemas.openxmlformats.org/officeDocument/2006/relationships/notesSlide" Target="/ppt/notesSlides/notesSlide15.xml" Id="Rd1876d5e076b43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2eea9fa3504ee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c7dc51d23a934144"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2357e3e432ce4572" /><Relationship Type="http://schemas.openxmlformats.org/officeDocument/2006/relationships/hyperlink" Target="file:///Users/paboelustodo/Library/CloudStorage/GoogleDrive-pablo.elustondo@gmail.com/My%20Drive%202/1-GIT-PROJECTS/aishop/ios/AIShop/AIShop/Diagnostics/VisionDiagnosticHarness.swift" TargetMode="External" Id="R2a1a1a5f1f854408" /><Relationship Type="http://schemas.openxmlformats.org/officeDocument/2006/relationships/notesSlide" Target="/ppt/notesSlides/notesSlide16.xml" Id="R5334451bbf4b4b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82e0481051e497a"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b31e106ac92f4854"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daa6e8d147ad41ba"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50af59f628674fcd" /><Relationship Type="http://schemas.openxmlformats.org/officeDocument/2006/relationships/notesSlide" Target="/ppt/notesSlides/notesSlide17.xml" Id="R06dcfbe330dc4c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403cc55902416e"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c7cd2ca96d324ec3"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a528b3cdeabe4946"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9624e4a3e89c423f" /><Relationship Type="http://schemas.openxmlformats.org/officeDocument/2006/relationships/notesSlide" Target="/ppt/notesSlides/notesSlide18.xml" Id="Refaa58dd403c4e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6a6ed02a704a7f"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2a79e633d6f44993"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e2b970fc5da84e10"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d01aec7ef4134be2" /><Relationship Type="http://schemas.openxmlformats.org/officeDocument/2006/relationships/notesSlide" Target="/ppt/notesSlides/notesSlide19.xml" Id="R4037ceb1ad4c4e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5f3895bebb243d4"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5f2d1e43bb674fe2"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690e2bf16f42411f"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32ce874f94444c3" /><Relationship Type="http://schemas.openxmlformats.org/officeDocument/2006/relationships/notesSlide" Target="/ppt/notesSlides/notesSlide20.xml" Id="Rca56db1874f744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6dc43c50c54a8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2371a7ae3f449b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f406e817b1e44b62"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95ad8607c573453b" /><Relationship Type="http://schemas.openxmlformats.org/officeDocument/2006/relationships/notesSlide" Target="/ppt/notesSlides/notesSlide21.xml" Id="R43221f7bc0cd44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fd8c7f339b74e15"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af46ab0a1df4ebf"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a9d0a4d97e3b43cd" /><Relationship Type="http://schemas.openxmlformats.org/officeDocument/2006/relationships/hyperlink" Target="file:///Users/paboelustodo/Library/CloudStorage/GoogleDrive-pablo.elustondo@gmail.com/My%20Drive%202/1-GIT-PROJECTS/aishop/ios/AIShop/AIShop/Diagnostics/VisionHarnessModel.swift" TargetMode="External" Id="R159b69882e5d4595" /><Relationship Type="http://schemas.openxmlformats.org/officeDocument/2006/relationships/notesSlide" Target="/ppt/notesSlides/notesSlide22.xml" Id="R5e67b1b42c2f4de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9ad3a2c0784a33"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8c8d0f8756274242"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7da1f6f245a54d37"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542b97b84502407f" /><Relationship Type="http://schemas.openxmlformats.org/officeDocument/2006/relationships/notesSlide" Target="/ppt/notesSlides/notesSlide23.xml" Id="R03dfcb5a01ba4b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8ef47a082044199"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20af1f79619546ca"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fd4d827915ef4692"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5178a4ff8d4745f7" /><Relationship Type="http://schemas.openxmlformats.org/officeDocument/2006/relationships/notesSlide" Target="/ppt/notesSlides/notesSlide24.xml" Id="Rd999e741a36840c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628be3c71084b5a"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d7ac1fa55ea64f3f" /><Relationship Type="http://schemas.openxmlformats.org/officeDocument/2006/relationships/hyperlink" Target="file:///Users/paboelustodo/Library/CloudStorage/GoogleDrive-pablo.elustondo@gmail.com/My%20Drive%202/1-GIT-PROJECTS/aishop/ios/AIShop/AIShopVision/Sources/AIShopVisionEvaluate/main.swift" TargetMode="External" Id="R1d54f78124114da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74688fc17e54b41" /><Relationship Type="http://schemas.openxmlformats.org/officeDocument/2006/relationships/notesSlide" Target="/ppt/notesSlides/notesSlide25.xml" Id="Rf8c7a6050ef949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4eda52d74f84124" /><Relationship Type="http://schemas.openxmlformats.org/officeDocument/2006/relationships/hyperlink" Target="file:///Users/paboelustodo/Library/CloudStorage/GoogleDrive-pablo.elustondo@gmail.com/My%20Drive%202/1-GIT-PROJECTS/aishop/ios/AIShop/AIShop/App/ApplicationBootstrap.swift" TargetMode="External" Id="R898970b5cf7f487f" /><Relationship Type="http://schemas.openxmlformats.org/officeDocument/2006/relationships/hyperlink" Target="file:///Users/paboelustodo/Library/CloudStorage/GoogleDrive-pablo.elustondo@gmail.com/My%20Drive%202/1-GIT-PROJECTS/aishop/ios/AIShop/AIShop/Diagnostics/VisionHarnessModel.swift" TargetMode="External" Id="Rb293b0357d514d44" /><Relationship Type="http://schemas.openxmlformats.org/officeDocument/2006/relationships/hyperlink" Target="file:///Users/paboelustodo/Library/CloudStorage/GoogleDrive-pablo.elustondo@gmail.com/My%20Drive%202/1-GIT-PROJECTS/aishop/e2e/ios/verify-app-bundle.rb" TargetMode="External" Id="R51896994214c4495" /><Relationship Type="http://schemas.openxmlformats.org/officeDocument/2006/relationships/notesSlide" Target="/ppt/notesSlides/notesSlide26.xml" Id="Rd4ee70eb54d74f8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12ab97fbbc74201"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f974d77234e44288" /><Relationship Type="http://schemas.openxmlformats.org/officeDocument/2006/relationships/hyperlink" Target="file:///Users/paboelustodo/Library/CloudStorage/GoogleDrive-pablo.elustondo@gmail.com/My%20Drive%202/1-GIT-PROJECTS/aishop/ios/AIShop/AIShop/Diagnostics/VisionDiagnosticHarness.swift" TargetMode="External" Id="R44ed1059b1874c2e"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39a50a950b6e45e5" /><Relationship Type="http://schemas.openxmlformats.org/officeDocument/2006/relationships/notesSlide" Target="/ppt/notesSlides/notesSlide27.xml" Id="R568986176aed4a8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642756ce8094914" /><Relationship Type="http://schemas.openxmlformats.org/officeDocument/2006/relationships/hyperlink" Target="file:///Users/paboelustodo/Library/CloudStorage/GoogleDrive-pablo.elustondo@gmail.com/My%20Drive%202/1-GIT-PROJECTS/aishop/ios/AIShop/AIShop/Diagnostics/VisionHarnessModel.swift" TargetMode="External" Id="R34b3d5116d274ba2"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8eb181d4de0148d6"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d27e6c60a3494ab9" /><Relationship Type="http://schemas.openxmlformats.org/officeDocument/2006/relationships/notesSlide" Target="/ppt/notesSlides/notesSlide28.xml" Id="R95f82b1cb16f4c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bbaf374733f41c1"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89756bba9a8b462b"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55d02297284411c" /><Relationship Type="http://schemas.openxmlformats.org/officeDocument/2006/relationships/hyperlink" Target="file:///Users/paboelustodo/Library/CloudStorage/GoogleDrive-pablo.elustondo@gmail.com/My%20Drive%202/1-GIT-PROJECTS/aishop/ios/AIShop/AIShopVision/Package.swift" TargetMode="External" Id="R06a8f2efab4a4a14" /><Relationship Type="http://schemas.openxmlformats.org/officeDocument/2006/relationships/notesSlide" Target="/ppt/notesSlides/notesSlide29.xml" Id="R989682a637274bc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ac42b5bf6b64631" /><Relationship Type="http://schemas.openxmlformats.org/officeDocument/2006/relationships/hyperlink" Target="file:///Users/paboelustodo/Library/CloudStorage/GoogleDrive-pablo.elustondo@gmail.com/My%20Drive%202/1-GIT-PROJECTS/aishop/ios/AIShop/AIShopVision/Sources/AIShopVision/" TargetMode="External" Id="R2ed55bd0c4d3419e" /><Relationship Type="http://schemas.openxmlformats.org/officeDocument/2006/relationships/hyperlink" Target="file:///Users/paboelustodo/Library/CloudStorage/GoogleDrive-pablo.elustondo@gmail.com/My%20Drive%202/1-GIT-PROJECTS/aishop/ios/AIShop/AIShopVision/Tests/AIShopVisionTests/" TargetMode="External" Id="Ra81f436ac9ff482f"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53fd009afe034f4f" /><Relationship Type="http://schemas.openxmlformats.org/officeDocument/2006/relationships/notesSlide" Target="/ppt/notesSlides/notesSlide30.xml" Id="R0f45e6944a564256"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1D8E5A8-B1D0-4854-B7FF-379BA2C0B7C0}"/>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140854C3-9D20-454B-89CC-35EBC875AF22}"/>
              </a:ext>
            </a:extLst>
          </p:cNvPr>
          <p:cNvSpPr>
            <a:spLocks xmlns:a="http://schemas.openxmlformats.org/drawingml/2006/main" noGrp="1"/>
          </p:cNvSpPr>
          <p:nvPr/>
        </p:nvSpPr>
        <p:spPr>
          <a:xfrm xmlns:a="http://schemas.openxmlformats.org/drawingml/2006/main">
            <a:off x="838200" y="2400300"/>
            <a:ext cx="13563600" cy="942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FFFFFF"/>
                </a:solidFill>
                <a:latin typeface="Arial"/>
                <a:ea typeface="Arial"/>
                <a:cs typeface="Arial"/>
              </a:defRPr>
            </a:pPr>
            <a:r>
              <a:rPr sz="5850" b="1">
                <a:solidFill>
                  <a:srgbClr val="FFFFFF"/>
                </a:solidFill>
                <a:latin typeface="Arial"/>
                <a:ea typeface="Arial"/>
                <a:cs typeface="Arial"/>
              </a:rPr>
              <a:t>Finding a known product</a:t>
            </a:r>
          </a:p>
        </p:txBody>
      </p:sp>
      <p:sp>
        <p:nvSpPr>
          <p:cNvPr id="3" name="text-2">
            <a:extLst xmlns:a="http://schemas.openxmlformats.org/drawingml/2006/main">
              <a:ext uri="{FF2B5EF4-FFF2-40B4-BE49-F238E27FC236}">
                <a16:creationId xmlns:a16="http://schemas.microsoft.com/office/drawing/2014/main" id="{120C0ED5-ABB9-42E5-854E-E85D448A682A}"/>
              </a:ext>
            </a:extLst>
          </p:cNvPr>
          <p:cNvSpPr>
            <a:spLocks xmlns:a="http://schemas.openxmlformats.org/drawingml/2006/main" noGrp="1"/>
          </p:cNvSpPr>
          <p:nvPr/>
        </p:nvSpPr>
        <p:spPr>
          <a:xfrm xmlns:a="http://schemas.openxmlformats.org/drawingml/2006/main">
            <a:off x="876300" y="5105400"/>
            <a:ext cx="13487400" cy="15068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Apple Vision watches prerecorded video and signals a</a:t>
            </a:r>
          </a:p>
          <a:p xmlns:a="http://schemas.openxmlformats.org/drawingml/2006/main">
            <a:pPr algn="l">
              <a:defRPr sz="2850" b="0">
                <a:solidFill>
                  <a:srgbClr val="D1E3E9"/>
                </a:solidFill>
                <a:latin typeface="Arial"/>
                <a:ea typeface="Arial"/>
                <a:cs typeface="Arial"/>
              </a:defRPr>
            </a:pPr>
            <a:r>
              <a:rPr sz="2850" b="0">
                <a:solidFill>
                  <a:srgbClr val="D1E3E9"/>
                </a:solidFill>
                <a:latin typeface="Arial"/>
                <a:ea typeface="Arial"/>
                <a:cs typeface="Arial"/>
              </a:rPr>
              <a:t>possible match before it ends</a:t>
            </a:r>
          </a:p>
        </p:txBody>
      </p:sp>
      <p:sp>
        <p:nvSpPr>
          <p:cNvPr id="4" name="text-3">
            <a:extLst xmlns:a="http://schemas.openxmlformats.org/drawingml/2006/main">
              <a:ext uri="{FF2B5EF4-FFF2-40B4-BE49-F238E27FC236}">
                <a16:creationId xmlns:a16="http://schemas.microsoft.com/office/drawing/2014/main" id="{3F37C4CA-26A3-46E4-8E5B-304319FFE512}"/>
              </a:ext>
            </a:extLst>
          </p:cNvPr>
          <p:cNvSpPr>
            <a:spLocks xmlns:a="http://schemas.openxmlformats.org/drawingml/2006/main" noGrp="1"/>
          </p:cNvSpPr>
          <p:nvPr/>
        </p:nvSpPr>
        <p:spPr>
          <a:xfrm xmlns:a="http://schemas.openxmlformats.org/drawingml/2006/main">
            <a:off x="876300" y="6572250"/>
            <a:ext cx="134874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u="sng">
                <a:solidFill>
                  <a:srgbClr val="A8D6DD"/>
                </a:solidFill>
                <a:latin typeface="Arial"/>
                <a:ea typeface="Arial"/>
                <a:cs typeface="Arial"/>
              </a:defRPr>
            </a:pPr>
            <a:r>
              <a:rPr sz="2025" b="0" u="sng">
                <a:solidFill>
                  <a:srgbClr val="A8D6DD"/>
                </a:solidFill>
                <a:latin typeface="Arial"/>
                <a:ea typeface="Arial"/>
                <a:cs typeface="Arial"/>
                <a:hlinkClick xmlns:r="http://schemas.openxmlformats.org/officeDocument/2006/relationships" r:id="R78e286c261624fa8"/>
              </a:rPr>
              <a:t>Start with AIShop product intent</a:t>
            </a:r>
          </a:p>
        </p:txBody>
      </p:sp>
      <p:sp>
        <p:nvSpPr>
          <p:cNvPr id="5" name="text-4">
            <a:extLst xmlns:a="http://schemas.openxmlformats.org/drawingml/2006/main">
              <a:ext uri="{FF2B5EF4-FFF2-40B4-BE49-F238E27FC236}">
                <a16:creationId xmlns:a16="http://schemas.microsoft.com/office/drawing/2014/main" id="{919FD10F-ED96-4A0D-AFB3-82568B4E66EB}"/>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A8C1CF"/>
                </a:solidFill>
                <a:latin typeface="Arial"/>
                <a:ea typeface="Arial"/>
                <a:cs typeface="Arial"/>
              </a:defRPr>
            </a:pPr>
            <a:r>
              <a:rPr sz="1800" b="0">
                <a:solidFill>
                  <a:srgbClr val="A8C1CF"/>
                </a:solidFill>
                <a:latin typeface="Arial"/>
                <a:ea typeface="Arial"/>
                <a:cs typeface="Arial"/>
              </a:rPr>
              <a:t>Revision 11 / working tree / 20 September 2026</a:t>
            </a:r>
          </a:p>
        </p:txBody>
      </p:sp>
    </p:spTree>
    <p:extLst>
      <p:ext uri="{BB962C8B-B14F-4D97-AF65-F5344CB8AC3E}">
        <p14:creationId xmlns:p14="http://schemas.microsoft.com/office/powerpoint/2010/main" val="848840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2D8BBA1F-5F28-4813-BAAC-136597DBD40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Sprint intent</a:t>
            </a:r>
          </a:p>
        </p:txBody>
      </p:sp>
      <p:sp>
        <p:nvSpPr>
          <p:cNvPr id="2" name="text-1">
            <a:extLst xmlns:a="http://schemas.openxmlformats.org/drawingml/2006/main">
              <a:ext uri="{FF2B5EF4-FFF2-40B4-BE49-F238E27FC236}">
                <a16:creationId xmlns:a16="http://schemas.microsoft.com/office/drawing/2014/main" id="{F9962CDC-2331-4D43-80C5-CD36664E0B8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provisional signal while frames are still arriving</a:t>
            </a:r>
          </a:p>
        </p:txBody>
      </p:sp>
      <p:sp>
        <p:nvSpPr>
          <p:cNvPr id="3" name="text-2">
            <a:extLst xmlns:a="http://schemas.openxmlformats.org/drawingml/2006/main">
              <a:ext uri="{FF2B5EF4-FFF2-40B4-BE49-F238E27FC236}">
                <a16:creationId xmlns:a16="http://schemas.microsoft.com/office/drawing/2014/main" id="{CD0EB46B-3718-4DF2-A30F-9C51DE5B167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User need</a:t>
            </a:r>
          </a:p>
        </p:txBody>
      </p:sp>
      <p:sp>
        <p:nvSpPr>
          <p:cNvPr id="4" name="text-3">
            <a:extLst xmlns:a="http://schemas.openxmlformats.org/drawingml/2006/main">
              <a:ext uri="{FF2B5EF4-FFF2-40B4-BE49-F238E27FC236}">
                <a16:creationId xmlns:a16="http://schemas.microsoft.com/office/drawing/2014/main" id="{43D7FB21-BF35-4677-A125-8F86A179B74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Notice when a known product may be visible.</a:t>
            </a:r>
          </a:p>
        </p:txBody>
      </p:sp>
      <p:sp>
        <p:nvSpPr>
          <p:cNvPr id="5" name="">
            <a:extLst xmlns:a="http://schemas.openxmlformats.org/drawingml/2006/main">
              <a:ext uri="{FF2B5EF4-FFF2-40B4-BE49-F238E27FC236}">
                <a16:creationId xmlns:a16="http://schemas.microsoft.com/office/drawing/2014/main" id="{1E225A1C-204E-4EDD-AB2B-6DE721F32CC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BB1DEEB-5B3E-49DD-A27D-A70EC40BDD0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Increment</a:t>
            </a:r>
          </a:p>
        </p:txBody>
      </p:sp>
      <p:sp>
        <p:nvSpPr>
          <p:cNvPr id="7" name="text-5">
            <a:extLst xmlns:a="http://schemas.openxmlformats.org/drawingml/2006/main">
              <a:ext uri="{FF2B5EF4-FFF2-40B4-BE49-F238E27FC236}">
                <a16:creationId xmlns:a16="http://schemas.microsoft.com/office/drawing/2014/main" id="{6C21C65C-C9EF-4DBC-A3C6-454F696CDD6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Analyze frames before the video finishes.</a:t>
            </a:r>
          </a:p>
        </p:txBody>
      </p:sp>
      <p:sp>
        <p:nvSpPr>
          <p:cNvPr id="8" name="">
            <a:extLst xmlns:a="http://schemas.openxmlformats.org/drawingml/2006/main">
              <a:ext uri="{FF2B5EF4-FFF2-40B4-BE49-F238E27FC236}">
                <a16:creationId xmlns:a16="http://schemas.microsoft.com/office/drawing/2014/main" id="{D21BE9D3-79A4-4745-B536-00729117249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D4C6582-EF78-4B9F-A857-D18C13735C8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Result</a:t>
            </a:r>
          </a:p>
        </p:txBody>
      </p:sp>
      <p:sp>
        <p:nvSpPr>
          <p:cNvPr id="10" name="text-7">
            <a:extLst xmlns:a="http://schemas.openxmlformats.org/drawingml/2006/main">
              <a:ext uri="{FF2B5EF4-FFF2-40B4-BE49-F238E27FC236}">
                <a16:creationId xmlns:a16="http://schemas.microsoft.com/office/drawing/2014/main" id="{DDFE1213-4EFF-45EA-8B4F-1814F398D5D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Show possible match and retain the strongest evidence.</a:t>
            </a:r>
          </a:p>
        </p:txBody>
      </p:sp>
      <p:sp>
        <p:nvSpPr>
          <p:cNvPr id="11" name="">
            <a:extLst xmlns:a="http://schemas.openxmlformats.org/drawingml/2006/main">
              <a:ext uri="{FF2B5EF4-FFF2-40B4-BE49-F238E27FC236}">
                <a16:creationId xmlns:a16="http://schemas.microsoft.com/office/drawing/2014/main" id="{3C6D2C76-2591-4882-8D5E-1E1CC8F6F51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E6BD197-3E1F-449B-AD91-C9F755E4F70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2B988F3C-0A1B-4EF2-B47B-B7FDDAE4C07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local target. Prerecorded video. Entirely local.</a:t>
            </a:r>
          </a:p>
        </p:txBody>
      </p:sp>
      <p:sp>
        <p:nvSpPr>
          <p:cNvPr id="14" name="text-10">
            <a:extLst xmlns:a="http://schemas.openxmlformats.org/drawingml/2006/main">
              <a:ext uri="{FF2B5EF4-FFF2-40B4-BE49-F238E27FC236}">
                <a16:creationId xmlns:a16="http://schemas.microsoft.com/office/drawing/2014/main" id="{5DFE0E66-01DB-4B65-898A-6336FFD7823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396E684C-45C8-4D8C-9167-9A245661AFD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4601eabd1447e3"/>
              </a:rPr>
              <a:t>Pipeline</a:t>
            </a:r>
          </a:p>
        </p:txBody>
      </p:sp>
      <p:sp>
        <p:nvSpPr>
          <p:cNvPr id="16" name="text-12">
            <a:extLst xmlns:a="http://schemas.openxmlformats.org/drawingml/2006/main">
              <a:ext uri="{FF2B5EF4-FFF2-40B4-BE49-F238E27FC236}">
                <a16:creationId xmlns:a16="http://schemas.microsoft.com/office/drawing/2014/main" id="{784B60CC-25D3-4A8D-9E19-8007760B6D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02</a:t>
            </a:r>
          </a:p>
        </p:txBody>
      </p:sp>
    </p:spTree>
    <p:extLst>
      <p:ext uri="{BB962C8B-B14F-4D97-AF65-F5344CB8AC3E}">
        <p14:creationId xmlns:p14="http://schemas.microsoft.com/office/powerpoint/2010/main" val="19087106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0">
            <a:extLst xmlns:a="http://schemas.openxmlformats.org/drawingml/2006/main">
              <a:ext uri="{FF2B5EF4-FFF2-40B4-BE49-F238E27FC236}">
                <a16:creationId xmlns:a16="http://schemas.microsoft.com/office/drawing/2014/main" id="{1D183481-3081-4586-8F68-DB7715B4A87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diagnostic use case</a:t>
            </a:r>
          </a:p>
        </p:txBody>
      </p:sp>
      <p:sp>
        <p:nvSpPr>
          <p:cNvPr id="2" name="text-1">
            <a:extLst xmlns:a="http://schemas.openxmlformats.org/drawingml/2006/main">
              <a:ext uri="{FF2B5EF4-FFF2-40B4-BE49-F238E27FC236}">
                <a16:creationId xmlns:a16="http://schemas.microsoft.com/office/drawing/2014/main" id="{90366B2F-F722-4224-ADE8-A1127543027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fixture videos make the target and control cases concrete</a:t>
            </a:r>
          </a:p>
        </p:txBody>
      </p:sp>
      <p:sp>
        <p:nvSpPr>
          <p:cNvPr id="3" name="text-2">
            <a:extLst xmlns:a="http://schemas.openxmlformats.org/drawingml/2006/main">
              <a:ext uri="{FF2B5EF4-FFF2-40B4-BE49-F238E27FC236}">
                <a16:creationId xmlns:a16="http://schemas.microsoft.com/office/drawing/2014/main" id="{738E8DE1-F978-4E9E-B6D1-697E57481FF7}"/>
              </a:ext>
            </a:extLst>
          </p:cNvPr>
          <p:cNvSpPr>
            <a:spLocks xmlns:a="http://schemas.openxmlformats.org/drawingml/2006/main" noGrp="1"/>
          </p:cNvSpPr>
          <p:nvPr/>
        </p:nvSpPr>
        <p:spPr>
          <a:xfrm xmlns:a="http://schemas.openxmlformats.org/drawingml/2006/main">
            <a:off x="723900" y="1619250"/>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06476"/>
                </a:solidFill>
                <a:latin typeface="Arial"/>
                <a:ea typeface="Arial"/>
                <a:cs typeface="Arial"/>
              </a:defRPr>
            </a:pPr>
            <a:r>
              <a:rPr sz="2250" b="0">
                <a:solidFill>
                  <a:srgbClr val="506476"/>
                </a:solidFill>
                <a:latin typeface="Arial"/>
                <a:ea typeface="Arial"/>
                <a:cs typeface="Arial"/>
              </a:rPr>
              <a:t>The fixture choice gives the diagnostic a clear expected outcome.</a:t>
            </a:r>
          </a:p>
        </p:txBody>
      </p:sp>
      <p:sp>
        <p:nvSpPr>
          <p:cNvPr id="4" name="">
            <a:extLst xmlns:a="http://schemas.openxmlformats.org/drawingml/2006/main">
              <a:ext uri="{FF2B5EF4-FFF2-40B4-BE49-F238E27FC236}">
                <a16:creationId xmlns:a16="http://schemas.microsoft.com/office/drawing/2014/main" id="{30FC120A-7B95-4184-82B8-EA1255D7F15D}"/>
              </a:ext>
            </a:extLst>
          </p:cNvPr>
          <p:cNvSpPr>
            <a:spLocks xmlns:a="http://schemas.openxmlformats.org/drawingml/2006/main" noGrp="1"/>
          </p:cNvSpPr>
          <p:nvPr/>
        </p:nvSpPr>
        <p:spPr>
          <a:xfrm xmlns:a="http://schemas.openxmlformats.org/drawingml/2006/main">
            <a:off x="11430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34c3b85421041d9"/>
          <a:srcRect xmlns:a="http://schemas.openxmlformats.org/drawingml/2006/main" l="0" t="39955" r="0" b="39955"/>
          <a:stretch xmlns:a="http://schemas.openxmlformats.org/drawingml/2006/main">
            <a:fillRect l="0" t="0" r="0" b="0"/>
          </a:stretch>
        </p:blipFill>
        <p:spPr>
          <a:xfrm xmlns:a="http://schemas.openxmlformats.org/drawingml/2006/main">
            <a:off x="1295400" y="2266950"/>
            <a:ext cx="5600700" cy="2000250"/>
          </a:xfrm>
          <a:prstGeom xmlns:a="http://schemas.openxmlformats.org/drawingml/2006/main" prst="rect">
            <a:avLst/>
          </a:prstGeom>
        </p:spPr>
      </p:pic>
      <p:sp>
        <p:nvSpPr>
          <p:cNvPr id="6" name="text-3">
            <a:extLst xmlns:a="http://schemas.openxmlformats.org/drawingml/2006/main">
              <a:ext uri="{FF2B5EF4-FFF2-40B4-BE49-F238E27FC236}">
                <a16:creationId xmlns:a16="http://schemas.microsoft.com/office/drawing/2014/main" id="{F80AE9F3-D64C-4525-85AC-57F3F9EE5C99}"/>
              </a:ext>
            </a:extLst>
          </p:cNvPr>
          <p:cNvSpPr>
            <a:spLocks xmlns:a="http://schemas.openxmlformats.org/drawingml/2006/main" noGrp="1"/>
          </p:cNvSpPr>
          <p:nvPr/>
        </p:nvSpPr>
        <p:spPr>
          <a:xfrm xmlns:a="http://schemas.openxmlformats.org/drawingml/2006/main">
            <a:off x="12954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7" name="text-4">
            <a:extLst xmlns:a="http://schemas.openxmlformats.org/drawingml/2006/main">
              <a:ext uri="{FF2B5EF4-FFF2-40B4-BE49-F238E27FC236}">
                <a16:creationId xmlns:a16="http://schemas.microsoft.com/office/drawing/2014/main" id="{79DD221F-C39B-4379-8007-3891D4DC384E}"/>
              </a:ext>
            </a:extLst>
          </p:cNvPr>
          <p:cNvSpPr>
            <a:spLocks xmlns:a="http://schemas.openxmlformats.org/drawingml/2006/main" noGrp="1"/>
          </p:cNvSpPr>
          <p:nvPr/>
        </p:nvSpPr>
        <p:spPr>
          <a:xfrm xmlns:a="http://schemas.openxmlformats.org/drawingml/2006/main">
            <a:off x="12954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Banana appears</a:t>
            </a:r>
          </a:p>
        </p:txBody>
      </p:sp>
      <p:sp>
        <p:nvSpPr>
          <p:cNvPr id="8" name="text-5">
            <a:extLst xmlns:a="http://schemas.openxmlformats.org/drawingml/2006/main">
              <a:ext uri="{FF2B5EF4-FFF2-40B4-BE49-F238E27FC236}">
                <a16:creationId xmlns:a16="http://schemas.microsoft.com/office/drawing/2014/main" id="{CC97EFE6-CCBF-4A26-B4C7-380A92B4C933}"/>
              </a:ext>
            </a:extLst>
          </p:cNvPr>
          <p:cNvSpPr>
            <a:spLocks xmlns:a="http://schemas.openxmlformats.org/drawingml/2006/main" noGrp="1"/>
          </p:cNvSpPr>
          <p:nvPr/>
        </p:nvSpPr>
        <p:spPr>
          <a:xfrm xmlns:a="http://schemas.openxmlformats.org/drawingml/2006/main">
            <a:off x="12954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possible-match episode</a:t>
            </a:r>
          </a:p>
        </p:txBody>
      </p:sp>
      <p:sp>
        <p:nvSpPr>
          <p:cNvPr id="9" name="">
            <a:extLst xmlns:a="http://schemas.openxmlformats.org/drawingml/2006/main">
              <a:ext uri="{FF2B5EF4-FFF2-40B4-BE49-F238E27FC236}">
                <a16:creationId xmlns:a16="http://schemas.microsoft.com/office/drawing/2014/main" id="{E46B1435-C261-4ADB-99F2-6B5F624F654B}"/>
              </a:ext>
            </a:extLst>
          </p:cNvPr>
          <p:cNvSpPr>
            <a:spLocks xmlns:a="http://schemas.openxmlformats.org/drawingml/2006/main" noGrp="1"/>
          </p:cNvSpPr>
          <p:nvPr/>
        </p:nvSpPr>
        <p:spPr>
          <a:xfrm xmlns:a="http://schemas.openxmlformats.org/drawingml/2006/main">
            <a:off x="8191500" y="2114550"/>
            <a:ext cx="5905500" cy="3238500"/>
          </a:xfrm>
          <a:prstGeom xmlns:a="http://schemas.openxmlformats.org/drawingml/2006/main" prst="rect">
            <a:avLst/>
          </a:prstGeom>
          <a:solidFill xmlns:a="http://schemas.openxmlformats.org/drawingml/2006/main">
            <a:srgbClr val="FFFFFF"/>
          </a:solidFill>
          <a:ln xmlns:a="http://schemas.openxmlformats.org/drawingml/2006/main" w="19050">
            <a:solidFill>
              <a:srgbClr val="D0DBE1"/>
            </a:solidFill>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a3a133de554c4d"/>
          <a:srcRect xmlns:a="http://schemas.openxmlformats.org/drawingml/2006/main" l="0" t="39955" r="0" b="39955"/>
          <a:stretch xmlns:a="http://schemas.openxmlformats.org/drawingml/2006/main">
            <a:fillRect l="0" t="0" r="0" b="0"/>
          </a:stretch>
        </p:blipFill>
        <p:spPr>
          <a:xfrm xmlns:a="http://schemas.openxmlformats.org/drawingml/2006/main">
            <a:off x="8343900" y="2266950"/>
            <a:ext cx="5600700" cy="20002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70DC9AFC-2B85-435E-887C-87B117F077EE}"/>
              </a:ext>
            </a:extLst>
          </p:cNvPr>
          <p:cNvSpPr>
            <a:spLocks xmlns:a="http://schemas.openxmlformats.org/drawingml/2006/main" noGrp="1"/>
          </p:cNvSpPr>
          <p:nvPr/>
        </p:nvSpPr>
        <p:spPr>
          <a:xfrm xmlns:a="http://schemas.openxmlformats.org/drawingml/2006/main">
            <a:off x="8343900" y="4429125"/>
            <a:ext cx="56007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175" b="1">
                <a:solidFill>
                  <a:srgbClr val="17667B"/>
                </a:solidFill>
                <a:latin typeface="Arial"/>
                <a:ea typeface="Arial"/>
                <a:cs typeface="Arial"/>
              </a:defRPr>
            </a:pPr>
            <a:r>
              <a:rPr sz="2175" b="1">
                <a:solidFill>
                  <a:srgbClr val="17667B"/>
                </a:solidFill>
                <a:latin typeface="Arial"/>
                <a:ea typeface="Arial"/>
                <a:cs typeface="Arial"/>
              </a:rPr>
              <a:t>Control fixture</a:t>
            </a:r>
          </a:p>
        </p:txBody>
      </p:sp>
      <p:sp>
        <p:nvSpPr>
          <p:cNvPr id="12" name="text-7">
            <a:extLst xmlns:a="http://schemas.openxmlformats.org/drawingml/2006/main">
              <a:ext uri="{FF2B5EF4-FFF2-40B4-BE49-F238E27FC236}">
                <a16:creationId xmlns:a16="http://schemas.microsoft.com/office/drawing/2014/main" id="{3ADE866E-F894-4794-BFB2-20169168F45C}"/>
              </a:ext>
            </a:extLst>
          </p:cNvPr>
          <p:cNvSpPr>
            <a:spLocks xmlns:a="http://schemas.openxmlformats.org/drawingml/2006/main" noGrp="1"/>
          </p:cNvSpPr>
          <p:nvPr/>
        </p:nvSpPr>
        <p:spPr>
          <a:xfrm xmlns:a="http://schemas.openxmlformats.org/drawingml/2006/main">
            <a:off x="8343900" y="4781550"/>
            <a:ext cx="56007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102C43"/>
                </a:solidFill>
                <a:latin typeface="Arial"/>
                <a:ea typeface="Arial"/>
                <a:cs typeface="Arial"/>
              </a:defRPr>
            </a:pPr>
            <a:r>
              <a:rPr sz="2550" b="1">
                <a:solidFill>
                  <a:srgbClr val="102C43"/>
                </a:solidFill>
                <a:latin typeface="Arial"/>
                <a:ea typeface="Arial"/>
                <a:cs typeface="Arial"/>
              </a:rPr>
              <a:t>No banana appears</a:t>
            </a:r>
          </a:p>
        </p:txBody>
      </p:sp>
      <p:sp>
        <p:nvSpPr>
          <p:cNvPr id="13" name="text-8">
            <a:extLst xmlns:a="http://schemas.openxmlformats.org/drawingml/2006/main">
              <a:ext uri="{FF2B5EF4-FFF2-40B4-BE49-F238E27FC236}">
                <a16:creationId xmlns:a16="http://schemas.microsoft.com/office/drawing/2014/main" id="{DA2E3769-EB90-4579-89AD-5C44E010CA01}"/>
              </a:ext>
            </a:extLst>
          </p:cNvPr>
          <p:cNvSpPr>
            <a:spLocks xmlns:a="http://schemas.openxmlformats.org/drawingml/2006/main" noGrp="1"/>
          </p:cNvSpPr>
          <p:nvPr/>
        </p:nvSpPr>
        <p:spPr>
          <a:xfrm xmlns:a="http://schemas.openxmlformats.org/drawingml/2006/main">
            <a:off x="8343900" y="5181600"/>
            <a:ext cx="56007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Expected: no false candidate</a:t>
            </a:r>
          </a:p>
        </p:txBody>
      </p:sp>
      <p:sp>
        <p:nvSpPr>
          <p:cNvPr id="14" name="text-9">
            <a:extLst xmlns:a="http://schemas.openxmlformats.org/drawingml/2006/main">
              <a:ext uri="{FF2B5EF4-FFF2-40B4-BE49-F238E27FC236}">
                <a16:creationId xmlns:a16="http://schemas.microsoft.com/office/drawing/2014/main" id="{B29DBCE1-5439-4C21-9A76-922F4E2DACA4}"/>
              </a:ext>
            </a:extLst>
          </p:cNvPr>
          <p:cNvSpPr>
            <a:spLocks xmlns:a="http://schemas.openxmlformats.org/drawingml/2006/main" noGrp="1"/>
          </p:cNvSpPr>
          <p:nvPr/>
        </p:nvSpPr>
        <p:spPr>
          <a:xfrm xmlns:a="http://schemas.openxmlformats.org/drawingml/2006/main">
            <a:off x="723900" y="576262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1">
                <a:solidFill>
                  <a:srgbClr val="17667B"/>
                </a:solidFill>
                <a:latin typeface="Arial"/>
                <a:ea typeface="Arial"/>
                <a:cs typeface="Arial"/>
              </a:defRPr>
            </a:pPr>
            <a:r>
              <a:rPr sz="2025" b="1">
                <a:solidFill>
                  <a:srgbClr val="17667B"/>
                </a:solidFill>
                <a:latin typeface="Arial"/>
                <a:ea typeface="Arial"/>
                <a:cs typeface="Arial"/>
              </a:rPr>
              <a:t>The HITL uses either video in the same three-step journey</a:t>
            </a:r>
          </a:p>
        </p:txBody>
      </p:sp>
      <p:sp>
        <p:nvSpPr>
          <p:cNvPr id="15" name="text-10">
            <a:extLst xmlns:a="http://schemas.openxmlformats.org/drawingml/2006/main">
              <a:ext uri="{FF2B5EF4-FFF2-40B4-BE49-F238E27FC236}">
                <a16:creationId xmlns:a16="http://schemas.microsoft.com/office/drawing/2014/main" id="{89F79FF1-15C7-4A30-8EA8-5C603FC9019B}"/>
              </a:ext>
            </a:extLst>
          </p:cNvPr>
          <p:cNvSpPr>
            <a:spLocks xmlns:a="http://schemas.openxmlformats.org/drawingml/2006/main" noGrp="1"/>
          </p:cNvSpPr>
          <p:nvPr/>
        </p:nvSpPr>
        <p:spPr>
          <a:xfrm xmlns:a="http://schemas.openxmlformats.org/drawingml/2006/main">
            <a:off x="13335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1  Choose</a:t>
            </a:r>
          </a:p>
        </p:txBody>
      </p:sp>
      <p:sp>
        <p:nvSpPr>
          <p:cNvPr id="16" name="text-11">
            <a:extLst xmlns:a="http://schemas.openxmlformats.org/drawingml/2006/main">
              <a:ext uri="{FF2B5EF4-FFF2-40B4-BE49-F238E27FC236}">
                <a16:creationId xmlns:a16="http://schemas.microsoft.com/office/drawing/2014/main" id="{DA999507-BC04-4625-B0FD-1F27117BFFB9}"/>
              </a:ext>
            </a:extLst>
          </p:cNvPr>
          <p:cNvSpPr>
            <a:spLocks xmlns:a="http://schemas.openxmlformats.org/drawingml/2006/main" noGrp="1"/>
          </p:cNvSpPr>
          <p:nvPr/>
        </p:nvSpPr>
        <p:spPr>
          <a:xfrm xmlns:a="http://schemas.openxmlformats.org/drawingml/2006/main">
            <a:off x="13335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Select the positive or control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video</a:t>
            </a:r>
          </a:p>
        </p:txBody>
      </p:sp>
      <p:sp>
        <p:nvSpPr>
          <p:cNvPr id="17" name="text-12">
            <a:extLst xmlns:a="http://schemas.openxmlformats.org/drawingml/2006/main">
              <a:ext uri="{FF2B5EF4-FFF2-40B4-BE49-F238E27FC236}">
                <a16:creationId xmlns:a16="http://schemas.microsoft.com/office/drawing/2014/main" id="{DD518CFC-1F66-4D05-92B8-CF4A8D3DADB2}"/>
              </a:ext>
            </a:extLst>
          </p:cNvPr>
          <p:cNvSpPr>
            <a:spLocks xmlns:a="http://schemas.openxmlformats.org/drawingml/2006/main" noGrp="1"/>
          </p:cNvSpPr>
          <p:nvPr/>
        </p:nvSpPr>
        <p:spPr>
          <a:xfrm xmlns:a="http://schemas.openxmlformats.org/drawingml/2006/main">
            <a:off x="561975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2  Observe</a:t>
            </a:r>
          </a:p>
        </p:txBody>
      </p:sp>
      <p:sp>
        <p:nvSpPr>
          <p:cNvPr id="18" name="text-13">
            <a:extLst xmlns:a="http://schemas.openxmlformats.org/drawingml/2006/main">
              <a:ext uri="{FF2B5EF4-FFF2-40B4-BE49-F238E27FC236}">
                <a16:creationId xmlns:a16="http://schemas.microsoft.com/office/drawing/2014/main" id="{56369A38-3CA9-4B32-B2E5-4495C19AD7EE}"/>
              </a:ext>
            </a:extLst>
          </p:cNvPr>
          <p:cNvSpPr>
            <a:spLocks xmlns:a="http://schemas.openxmlformats.org/drawingml/2006/main" noGrp="1"/>
          </p:cNvSpPr>
          <p:nvPr/>
        </p:nvSpPr>
        <p:spPr>
          <a:xfrm xmlns:a="http://schemas.openxmlformats.org/drawingml/2006/main">
            <a:off x="561975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Watch playback and the provisional</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signal</a:t>
            </a:r>
          </a:p>
        </p:txBody>
      </p:sp>
      <p:sp>
        <p:nvSpPr>
          <p:cNvPr id="19" name="text-14">
            <a:extLst xmlns:a="http://schemas.openxmlformats.org/drawingml/2006/main">
              <a:ext uri="{FF2B5EF4-FFF2-40B4-BE49-F238E27FC236}">
                <a16:creationId xmlns:a16="http://schemas.microsoft.com/office/drawing/2014/main" id="{08423F94-A5AA-4066-B946-6B22238D0C3B}"/>
              </a:ext>
            </a:extLst>
          </p:cNvPr>
          <p:cNvSpPr>
            <a:spLocks xmlns:a="http://schemas.openxmlformats.org/drawingml/2006/main" noGrp="1"/>
          </p:cNvSpPr>
          <p:nvPr/>
        </p:nvSpPr>
        <p:spPr>
          <a:xfrm xmlns:a="http://schemas.openxmlformats.org/drawingml/2006/main">
            <a:off x="9906000" y="6276975"/>
            <a:ext cx="40005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250" b="1">
                <a:solidFill>
                  <a:srgbClr val="102C43"/>
                </a:solidFill>
                <a:latin typeface="Arial"/>
                <a:ea typeface="Arial"/>
                <a:cs typeface="Arial"/>
              </a:defRPr>
            </a:pPr>
            <a:r>
              <a:rPr sz="2250" b="1">
                <a:solidFill>
                  <a:srgbClr val="102C43"/>
                </a:solidFill>
                <a:latin typeface="Arial"/>
                <a:ea typeface="Arial"/>
                <a:cs typeface="Arial"/>
              </a:rPr>
              <a:t>3  Review</a:t>
            </a:r>
          </a:p>
        </p:txBody>
      </p:sp>
      <p:sp>
        <p:nvSpPr>
          <p:cNvPr id="20" name="text-15">
            <a:extLst xmlns:a="http://schemas.openxmlformats.org/drawingml/2006/main">
              <a:ext uri="{FF2B5EF4-FFF2-40B4-BE49-F238E27FC236}">
                <a16:creationId xmlns:a16="http://schemas.microsoft.com/office/drawing/2014/main" id="{12DCA9F6-B092-4D9C-914A-CE86B996979A}"/>
              </a:ext>
            </a:extLst>
          </p:cNvPr>
          <p:cNvSpPr>
            <a:spLocks xmlns:a="http://schemas.openxmlformats.org/drawingml/2006/main" noGrp="1"/>
          </p:cNvSpPr>
          <p:nvPr/>
        </p:nvSpPr>
        <p:spPr>
          <a:xfrm xmlns:a="http://schemas.openxmlformats.org/drawingml/2006/main">
            <a:off x="9906000" y="6705600"/>
            <a:ext cx="4000500" cy="653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Inspect the report, images, and</a:t>
            </a:r>
          </a:p>
          <a:p xmlns:a="http://schemas.openxmlformats.org/drawingml/2006/main">
            <a:pPr algn="ctr">
              <a:defRPr sz="1800" b="0">
                <a:solidFill>
                  <a:srgbClr val="506476"/>
                </a:solidFill>
                <a:latin typeface="Arial"/>
                <a:ea typeface="Arial"/>
                <a:cs typeface="Arial"/>
              </a:defRPr>
            </a:pPr>
            <a:r>
              <a:rPr sz="1800" b="0">
                <a:solidFill>
                  <a:srgbClr val="506476"/>
                </a:solidFill>
                <a:latin typeface="Arial"/>
                <a:ea typeface="Arial"/>
                <a:cs typeface="Arial"/>
              </a:rPr>
              <a:t>event log</a:t>
            </a:r>
          </a:p>
        </p:txBody>
      </p:sp>
      <p:sp>
        <p:nvSpPr>
          <p:cNvPr id="21" name="text-16">
            <a:extLst xmlns:a="http://schemas.openxmlformats.org/drawingml/2006/main">
              <a:ext uri="{FF2B5EF4-FFF2-40B4-BE49-F238E27FC236}">
                <a16:creationId xmlns:a16="http://schemas.microsoft.com/office/drawing/2014/main" id="{82B7C3C1-DB30-4A53-B45D-5928FE2F622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2" name="text-17">
            <a:extLst xmlns:a="http://schemas.openxmlformats.org/drawingml/2006/main">
              <a:ext uri="{FF2B5EF4-FFF2-40B4-BE49-F238E27FC236}">
                <a16:creationId xmlns:a16="http://schemas.microsoft.com/office/drawing/2014/main" id="{C4901288-CDBB-465F-B770-13D28FB725A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2b325725e0468f"/>
              </a:rPr>
              <a:t>Fixture annotations</a:t>
            </a:r>
          </a:p>
        </p:txBody>
      </p:sp>
      <p:sp>
        <p:nvSpPr>
          <p:cNvPr id="23" name="text-18">
            <a:extLst xmlns:a="http://schemas.openxmlformats.org/drawingml/2006/main">
              <a:ext uri="{FF2B5EF4-FFF2-40B4-BE49-F238E27FC236}">
                <a16:creationId xmlns:a16="http://schemas.microsoft.com/office/drawing/2014/main" id="{99E9B34E-E60E-4411-BF1F-983BA9C3A08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b3e62b537ed49fc"/>
              </a:rPr>
              <a:t>Fixture resources</a:t>
            </a:r>
          </a:p>
        </p:txBody>
      </p:sp>
      <p:sp>
        <p:nvSpPr>
          <p:cNvPr id="24" name="text-19">
            <a:extLst xmlns:a="http://schemas.openxmlformats.org/drawingml/2006/main">
              <a:ext uri="{FF2B5EF4-FFF2-40B4-BE49-F238E27FC236}">
                <a16:creationId xmlns:a16="http://schemas.microsoft.com/office/drawing/2014/main" id="{69457FF6-1986-4352-A526-14857DCE24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2996c7999be4e42"/>
              </a:rPr>
              <a:t>Harness screen</a:t>
            </a:r>
          </a:p>
        </p:txBody>
      </p:sp>
      <p:sp>
        <p:nvSpPr>
          <p:cNvPr id="25" name="text-20">
            <a:extLst xmlns:a="http://schemas.openxmlformats.org/drawingml/2006/main">
              <a:ext uri="{FF2B5EF4-FFF2-40B4-BE49-F238E27FC236}">
                <a16:creationId xmlns:a16="http://schemas.microsoft.com/office/drawing/2014/main" id="{2F9200CF-2908-4503-B8DC-71C17202B28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03</a:t>
            </a:r>
          </a:p>
        </p:txBody>
      </p:sp>
    </p:spTree>
    <p:extLst>
      <p:ext uri="{BB962C8B-B14F-4D97-AF65-F5344CB8AC3E}">
        <p14:creationId xmlns:p14="http://schemas.microsoft.com/office/powerpoint/2010/main" val="532993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7B2A2EF9-2A12-46DA-971C-B0938704819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How to test</a:t>
            </a:r>
          </a:p>
        </p:txBody>
      </p:sp>
      <p:sp>
        <p:nvSpPr>
          <p:cNvPr id="2" name="text-1">
            <a:extLst xmlns:a="http://schemas.openxmlformats.org/drawingml/2006/main">
              <a:ext uri="{FF2B5EF4-FFF2-40B4-BE49-F238E27FC236}">
                <a16:creationId xmlns:a16="http://schemas.microsoft.com/office/drawing/2014/main" id="{5F701AE2-4CB1-46E8-A3F6-ABEEBE85DE9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Three layers of evidence with different boundaries</a:t>
            </a:r>
          </a:p>
        </p:txBody>
      </p:sp>
      <p:sp>
        <p:nvSpPr>
          <p:cNvPr id="3" name="text-2">
            <a:extLst xmlns:a="http://schemas.openxmlformats.org/drawingml/2006/main">
              <a:ext uri="{FF2B5EF4-FFF2-40B4-BE49-F238E27FC236}">
                <a16:creationId xmlns:a16="http://schemas.microsoft.com/office/drawing/2014/main" id="{4868CB9A-640D-4ECE-B409-8C71CF4E8E06}"/>
              </a:ext>
            </a:extLst>
          </p:cNvPr>
          <p:cNvSpPr>
            <a:spLocks xmlns:a="http://schemas.openxmlformats.org/drawingml/2006/main" noGrp="1"/>
          </p:cNvSpPr>
          <p:nvPr/>
        </p:nvSpPr>
        <p:spPr>
          <a:xfrm xmlns:a="http://schemas.openxmlformats.org/drawingml/2006/main">
            <a:off x="723900" y="19716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Mac pipeline gate</a:t>
            </a:r>
          </a:p>
        </p:txBody>
      </p:sp>
      <p:sp>
        <p:nvSpPr>
          <p:cNvPr id="4" name="text-3">
            <a:extLst xmlns:a="http://schemas.openxmlformats.org/drawingml/2006/main">
              <a:ext uri="{FF2B5EF4-FFF2-40B4-BE49-F238E27FC236}">
                <a16:creationId xmlns:a16="http://schemas.microsoft.com/office/drawing/2014/main" id="{6731A519-D3DC-4082-90BC-DE65C9B92D02}"/>
              </a:ext>
            </a:extLst>
          </p:cNvPr>
          <p:cNvSpPr>
            <a:spLocks xmlns:a="http://schemas.openxmlformats.org/drawingml/2006/main" noGrp="1"/>
          </p:cNvSpPr>
          <p:nvPr/>
        </p:nvSpPr>
        <p:spPr>
          <a:xfrm xmlns:a="http://schemas.openxmlformats.org/drawingml/2006/main">
            <a:off x="723900" y="24479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./e2e/ios/run.zsh</a:t>
            </a:r>
          </a:p>
        </p:txBody>
      </p:sp>
      <p:sp>
        <p:nvSpPr>
          <p:cNvPr id="5" name="text-4">
            <a:extLst xmlns:a="http://schemas.openxmlformats.org/drawingml/2006/main">
              <a:ext uri="{FF2B5EF4-FFF2-40B4-BE49-F238E27FC236}">
                <a16:creationId xmlns:a16="http://schemas.microsoft.com/office/drawing/2014/main" id="{FF3209EE-A00C-4CBD-851D-C9AAE8313AAB}"/>
              </a:ext>
            </a:extLst>
          </p:cNvPr>
          <p:cNvSpPr>
            <a:spLocks xmlns:a="http://schemas.openxmlformats.org/drawingml/2006/main" noGrp="1"/>
          </p:cNvSpPr>
          <p:nvPr/>
        </p:nvSpPr>
        <p:spPr>
          <a:xfrm xmlns:a="http://schemas.openxmlformats.org/drawingml/2006/main">
            <a:off x="723900" y="29813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Real video, real Vision, production pipeline, both fixtures</a:t>
            </a:r>
          </a:p>
        </p:txBody>
      </p:sp>
      <p:sp>
        <p:nvSpPr>
          <p:cNvPr id="6" name="">
            <a:extLst xmlns:a="http://schemas.openxmlformats.org/drawingml/2006/main">
              <a:ext uri="{FF2B5EF4-FFF2-40B4-BE49-F238E27FC236}">
                <a16:creationId xmlns:a16="http://schemas.microsoft.com/office/drawing/2014/main" id="{9E4F1788-B501-4271-86F6-785F6BE98AC4}"/>
              </a:ext>
            </a:extLst>
          </p:cNvPr>
          <p:cNvSpPr>
            <a:spLocks xmlns:a="http://schemas.openxmlformats.org/drawingml/2006/main" noGrp="1"/>
          </p:cNvSpPr>
          <p:nvPr/>
        </p:nvSpPr>
        <p:spPr>
          <a:xfrm xmlns:a="http://schemas.openxmlformats.org/drawingml/2006/main">
            <a:off x="723900" y="35242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05BFCB71-62E5-427C-A5A2-844FBFE7193E}"/>
              </a:ext>
            </a:extLst>
          </p:cNvPr>
          <p:cNvSpPr>
            <a:spLocks xmlns:a="http://schemas.openxmlformats.org/drawingml/2006/main" noGrp="1"/>
          </p:cNvSpPr>
          <p:nvPr/>
        </p:nvSpPr>
        <p:spPr>
          <a:xfrm xmlns:a="http://schemas.openxmlformats.org/drawingml/2006/main">
            <a:off x="723900" y="37623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Simulator app tests</a:t>
            </a:r>
          </a:p>
        </p:txBody>
      </p:sp>
      <p:sp>
        <p:nvSpPr>
          <p:cNvPr id="8" name="text-6">
            <a:extLst xmlns:a="http://schemas.openxmlformats.org/drawingml/2006/main">
              <a:ext uri="{FF2B5EF4-FFF2-40B4-BE49-F238E27FC236}">
                <a16:creationId xmlns:a16="http://schemas.microsoft.com/office/drawing/2014/main" id="{5080DB7C-85EC-4391-A065-31B561DAD72E}"/>
              </a:ext>
            </a:extLst>
          </p:cNvPr>
          <p:cNvSpPr>
            <a:spLocks xmlns:a="http://schemas.openxmlformats.org/drawingml/2006/main" noGrp="1"/>
          </p:cNvSpPr>
          <p:nvPr/>
        </p:nvSpPr>
        <p:spPr>
          <a:xfrm xmlns:a="http://schemas.openxmlformats.org/drawingml/2006/main">
            <a:off x="723900" y="42386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AIShop-VisionDiagnostics scheme</a:t>
            </a:r>
          </a:p>
        </p:txBody>
      </p:sp>
      <p:sp>
        <p:nvSpPr>
          <p:cNvPr id="9" name="text-7">
            <a:extLst xmlns:a="http://schemas.openxmlformats.org/drawingml/2006/main">
              <a:ext uri="{FF2B5EF4-FFF2-40B4-BE49-F238E27FC236}">
                <a16:creationId xmlns:a16="http://schemas.microsoft.com/office/drawing/2014/main" id="{D7FBFBE6-D934-4677-BAEC-D582BB883F77}"/>
              </a:ext>
            </a:extLst>
          </p:cNvPr>
          <p:cNvSpPr>
            <a:spLocks xmlns:a="http://schemas.openxmlformats.org/drawingml/2006/main" noGrp="1"/>
          </p:cNvSpPr>
          <p:nvPr/>
        </p:nvSpPr>
        <p:spPr>
          <a:xfrm xmlns:a="http://schemas.openxmlformats.org/drawingml/2006/main">
            <a:off x="723900" y="47720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Startup isolation and harness-model behavior</a:t>
            </a:r>
          </a:p>
        </p:txBody>
      </p:sp>
      <p:sp>
        <p:nvSpPr>
          <p:cNvPr id="10" name="">
            <a:extLst xmlns:a="http://schemas.openxmlformats.org/drawingml/2006/main">
              <a:ext uri="{FF2B5EF4-FFF2-40B4-BE49-F238E27FC236}">
                <a16:creationId xmlns:a16="http://schemas.microsoft.com/office/drawing/2014/main" id="{D90AA205-DED4-435A-9F54-10D7D8E67478}"/>
              </a:ext>
            </a:extLst>
          </p:cNvPr>
          <p:cNvSpPr>
            <a:spLocks xmlns:a="http://schemas.openxmlformats.org/drawingml/2006/main" noGrp="1"/>
          </p:cNvSpPr>
          <p:nvPr/>
        </p:nvSpPr>
        <p:spPr>
          <a:xfrm xmlns:a="http://schemas.openxmlformats.org/drawingml/2006/main">
            <a:off x="723900" y="5314950"/>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16652397-7BD2-4649-BE80-638D368E9031}"/>
              </a:ext>
            </a:extLst>
          </p:cNvPr>
          <p:cNvSpPr>
            <a:spLocks xmlns:a="http://schemas.openxmlformats.org/drawingml/2006/main" noGrp="1"/>
          </p:cNvSpPr>
          <p:nvPr/>
        </p:nvSpPr>
        <p:spPr>
          <a:xfrm xmlns:a="http://schemas.openxmlformats.org/drawingml/2006/main">
            <a:off x="723900" y="5553075"/>
            <a:ext cx="13792200"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Physical iPhone</a:t>
            </a:r>
          </a:p>
        </p:txBody>
      </p:sp>
      <p:sp>
        <p:nvSpPr>
          <p:cNvPr id="12" name="text-9">
            <a:extLst xmlns:a="http://schemas.openxmlformats.org/drawingml/2006/main">
              <a:ext uri="{FF2B5EF4-FFF2-40B4-BE49-F238E27FC236}">
                <a16:creationId xmlns:a16="http://schemas.microsoft.com/office/drawing/2014/main" id="{C63B76F6-9440-41C8-AD92-6057AA617297}"/>
              </a:ext>
            </a:extLst>
          </p:cNvPr>
          <p:cNvSpPr>
            <a:spLocks xmlns:a="http://schemas.openxmlformats.org/drawingml/2006/main" noGrp="1"/>
          </p:cNvSpPr>
          <p:nvPr/>
        </p:nvSpPr>
        <p:spPr>
          <a:xfrm xmlns:a="http://schemas.openxmlformats.org/drawingml/2006/main">
            <a:off x="723900" y="6029325"/>
            <a:ext cx="13792200" cy="5135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C43"/>
                </a:solidFill>
                <a:latin typeface="Arial"/>
                <a:ea typeface="Arial"/>
                <a:cs typeface="Arial"/>
              </a:defRPr>
            </a:pPr>
            <a:r>
              <a:rPr sz="2700" b="1">
                <a:solidFill>
                  <a:srgbClr val="102C43"/>
                </a:solidFill>
                <a:latin typeface="Arial"/>
                <a:ea typeface="Arial"/>
                <a:cs typeface="Arial"/>
              </a:rPr>
              <a:t>Both fixtures and exported logs</a:t>
            </a:r>
          </a:p>
        </p:txBody>
      </p:sp>
      <p:sp>
        <p:nvSpPr>
          <p:cNvPr id="13" name="text-10">
            <a:extLst xmlns:a="http://schemas.openxmlformats.org/drawingml/2006/main">
              <a:ext uri="{FF2B5EF4-FFF2-40B4-BE49-F238E27FC236}">
                <a16:creationId xmlns:a16="http://schemas.microsoft.com/office/drawing/2014/main" id="{08928D24-E485-440E-959C-543B76B49255}"/>
              </a:ext>
            </a:extLst>
          </p:cNvPr>
          <p:cNvSpPr>
            <a:spLocks xmlns:a="http://schemas.openxmlformats.org/drawingml/2006/main" noGrp="1"/>
          </p:cNvSpPr>
          <p:nvPr/>
        </p:nvSpPr>
        <p:spPr>
          <a:xfrm xmlns:a="http://schemas.openxmlformats.org/drawingml/2006/main">
            <a:off x="723900" y="656272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506476"/>
                </a:solidFill>
                <a:latin typeface="Arial"/>
                <a:ea typeface="Arial"/>
                <a:cs typeface="Arial"/>
              </a:defRPr>
            </a:pPr>
            <a:r>
              <a:rPr sz="2175" b="0">
                <a:solidFill>
                  <a:srgbClr val="506476"/>
                </a:solidFill>
                <a:latin typeface="Arial"/>
                <a:ea typeface="Arial"/>
                <a:cs typeface="Arial"/>
              </a:rPr>
              <a:t>Required demonstration and host comparison remain pending</a:t>
            </a:r>
          </a:p>
        </p:txBody>
      </p:sp>
      <p:sp>
        <p:nvSpPr>
          <p:cNvPr id="14" name="text-11">
            <a:extLst xmlns:a="http://schemas.openxmlformats.org/drawingml/2006/main">
              <a:ext uri="{FF2B5EF4-FFF2-40B4-BE49-F238E27FC236}">
                <a16:creationId xmlns:a16="http://schemas.microsoft.com/office/drawing/2014/main" id="{8A3BE964-B6B1-4BA2-9D2A-F18A1FD8B34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805500"/>
                </a:solidFill>
                <a:latin typeface="Arial"/>
                <a:ea typeface="Arial"/>
                <a:cs typeface="Arial"/>
              </a:defRPr>
            </a:pPr>
            <a:r>
              <a:rPr sz="1875" b="0">
                <a:solidFill>
                  <a:srgbClr val="805500"/>
                </a:solidFill>
                <a:latin typeface="Arial"/>
                <a:ea typeface="Arial"/>
                <a:cs typeface="Arial"/>
              </a:rPr>
              <a:t>Package integration is not full app-and-device end-to-end acceptance.</a:t>
            </a:r>
          </a:p>
        </p:txBody>
      </p:sp>
      <p:sp>
        <p:nvSpPr>
          <p:cNvPr id="15" name="text-12">
            <a:extLst xmlns:a="http://schemas.openxmlformats.org/drawingml/2006/main">
              <a:ext uri="{FF2B5EF4-FFF2-40B4-BE49-F238E27FC236}">
                <a16:creationId xmlns:a16="http://schemas.microsoft.com/office/drawing/2014/main" id="{B4C24F20-45F0-458E-A9FD-C3E981BE4BD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3">
            <a:extLst xmlns:a="http://schemas.openxmlformats.org/drawingml/2006/main">
              <a:ext uri="{FF2B5EF4-FFF2-40B4-BE49-F238E27FC236}">
                <a16:creationId xmlns:a16="http://schemas.microsoft.com/office/drawing/2014/main" id="{4B1E553D-0408-40FE-A266-AF7AC72251A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6d1ef6fe35a40dc"/>
              </a:rPr>
              <a:t>Mac gate</a:t>
            </a:r>
          </a:p>
        </p:txBody>
      </p:sp>
      <p:sp>
        <p:nvSpPr>
          <p:cNvPr id="17" name="text-14">
            <a:extLst xmlns:a="http://schemas.openxmlformats.org/drawingml/2006/main">
              <a:ext uri="{FF2B5EF4-FFF2-40B4-BE49-F238E27FC236}">
                <a16:creationId xmlns:a16="http://schemas.microsoft.com/office/drawing/2014/main" id="{DECA0B66-77AC-4285-BF90-BFF0F708444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b1557e38d2f45d6"/>
              </a:rPr>
              <a:t>Integration tests</a:t>
            </a:r>
          </a:p>
        </p:txBody>
      </p:sp>
      <p:sp>
        <p:nvSpPr>
          <p:cNvPr id="18" name="text-15">
            <a:extLst xmlns:a="http://schemas.openxmlformats.org/drawingml/2006/main">
              <a:ext uri="{FF2B5EF4-FFF2-40B4-BE49-F238E27FC236}">
                <a16:creationId xmlns:a16="http://schemas.microsoft.com/office/drawing/2014/main" id="{02F2E852-77F8-4811-B6ED-9F169F744D0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c42aa6d6eb4c78"/>
              </a:rPr>
              <a:t>App tests</a:t>
            </a:r>
          </a:p>
        </p:txBody>
      </p:sp>
      <p:sp>
        <p:nvSpPr>
          <p:cNvPr id="19" name="text-16">
            <a:extLst xmlns:a="http://schemas.openxmlformats.org/drawingml/2006/main">
              <a:ext uri="{FF2B5EF4-FFF2-40B4-BE49-F238E27FC236}">
                <a16:creationId xmlns:a16="http://schemas.microsoft.com/office/drawing/2014/main" id="{3883C95F-DDF6-4689-986B-2757B9C0149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04</a:t>
            </a:r>
          </a:p>
        </p:txBody>
      </p:sp>
    </p:spTree>
    <p:extLst>
      <p:ext uri="{BB962C8B-B14F-4D97-AF65-F5344CB8AC3E}">
        <p14:creationId xmlns:p14="http://schemas.microsoft.com/office/powerpoint/2010/main" val="992564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9300D07E-DB9B-4BF1-AADF-5E03824BC8A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9AFF8A2B-87CE-41AE-BA7F-11C21AF5B2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Shared processing with separate hosts and evaluation</a:t>
            </a:r>
          </a:p>
        </p:txBody>
      </p:sp>
      <p:sp>
        <p:nvSpPr>
          <p:cNvPr id="3" name="">
            <a:extLst xmlns:a="http://schemas.openxmlformats.org/drawingml/2006/main">
              <a:ext uri="{FF2B5EF4-FFF2-40B4-BE49-F238E27FC236}">
                <a16:creationId xmlns:a16="http://schemas.microsoft.com/office/drawing/2014/main" id="{0B3F5270-000C-4B74-8861-6ABB1EB0CA9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9A5E8D7-8FF0-4943-A170-29A75F8C4EDF}"/>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Mac tests or iPhone debug harness</a:t>
            </a:r>
          </a:p>
        </p:txBody>
      </p:sp>
      <p:sp>
        <p:nvSpPr>
          <p:cNvPr id="5" name="text-3">
            <a:extLst xmlns:a="http://schemas.openxmlformats.org/drawingml/2006/main">
              <a:ext uri="{FF2B5EF4-FFF2-40B4-BE49-F238E27FC236}">
                <a16:creationId xmlns:a16="http://schemas.microsoft.com/office/drawing/2014/main" id="{22995441-DB1E-4EF9-95DD-AABB1DFE36F9}"/>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Select local inputs and call the same pipeline</a:t>
            </a:r>
          </a:p>
        </p:txBody>
      </p:sp>
      <p:sp>
        <p:nvSpPr>
          <p:cNvPr id="6" name="">
            <a:extLst xmlns:a="http://schemas.openxmlformats.org/drawingml/2006/main">
              <a:ext uri="{FF2B5EF4-FFF2-40B4-BE49-F238E27FC236}">
                <a16:creationId xmlns:a16="http://schemas.microsoft.com/office/drawing/2014/main" id="{28B7FAB2-3618-4E93-9400-9EDA85437A4E}"/>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A5BB5F-1B18-4496-A1FF-81589A9AD244}"/>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48AE4F8-7B9B-4B17-84CE-713C96D5884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Frame stream and target catalog</a:t>
            </a:r>
          </a:p>
        </p:txBody>
      </p:sp>
      <p:sp>
        <p:nvSpPr>
          <p:cNvPr id="9" name="text-5">
            <a:extLst xmlns:a="http://schemas.openxmlformats.org/drawingml/2006/main">
              <a:ext uri="{FF2B5EF4-FFF2-40B4-BE49-F238E27FC236}">
                <a16:creationId xmlns:a16="http://schemas.microsoft.com/office/drawing/2014/main" id="{77FD8789-BE3F-4C14-A105-FDD591D92725}"/>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Timestamped images and one cached reference feature</a:t>
            </a:r>
          </a:p>
        </p:txBody>
      </p:sp>
      <p:sp>
        <p:nvSpPr>
          <p:cNvPr id="10" name="">
            <a:extLst xmlns:a="http://schemas.openxmlformats.org/drawingml/2006/main">
              <a:ext uri="{FF2B5EF4-FFF2-40B4-BE49-F238E27FC236}">
                <a16:creationId xmlns:a16="http://schemas.microsoft.com/office/drawing/2014/main" id="{A733776D-4675-454E-BF01-081ED73033DB}"/>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4D95C4-79C1-470D-AB20-D328EF13A505}"/>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59FB207-04A5-414A-9B2E-852C2A6CD9A5}"/>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Scorer</a:t>
            </a:r>
          </a:p>
        </p:txBody>
      </p:sp>
      <p:sp>
        <p:nvSpPr>
          <p:cNvPr id="13" name="text-7">
            <a:extLst xmlns:a="http://schemas.openxmlformats.org/drawingml/2006/main">
              <a:ext uri="{FF2B5EF4-FFF2-40B4-BE49-F238E27FC236}">
                <a16:creationId xmlns:a16="http://schemas.microsoft.com/office/drawing/2014/main" id="{64AC6503-783F-486E-88E8-F36D2D389E70}"/>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Whole-frame and central-crop Vision distances</a:t>
            </a:r>
          </a:p>
        </p:txBody>
      </p:sp>
      <p:sp>
        <p:nvSpPr>
          <p:cNvPr id="14" name="">
            <a:extLst xmlns:a="http://schemas.openxmlformats.org/drawingml/2006/main">
              <a:ext uri="{FF2B5EF4-FFF2-40B4-BE49-F238E27FC236}">
                <a16:creationId xmlns:a16="http://schemas.microsoft.com/office/drawing/2014/main" id="{222A1E04-D631-41AA-8E22-85E884CB15D9}"/>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12ED80C-3D05-44A6-B2EA-B4418F9F432E}"/>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5695064-B5B8-41F4-8C8A-564A3CEB6F1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Episode aggregator</a:t>
            </a:r>
          </a:p>
        </p:txBody>
      </p:sp>
      <p:sp>
        <p:nvSpPr>
          <p:cNvPr id="17" name="text-9">
            <a:extLst xmlns:a="http://schemas.openxmlformats.org/drawingml/2006/main">
              <a:ext uri="{FF2B5EF4-FFF2-40B4-BE49-F238E27FC236}">
                <a16:creationId xmlns:a16="http://schemas.microsoft.com/office/drawing/2014/main" id="{FB87B388-714D-4C1C-868D-0F12F577B79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Require repeated support and retain the strongest frame</a:t>
            </a:r>
          </a:p>
        </p:txBody>
      </p:sp>
      <p:sp>
        <p:nvSpPr>
          <p:cNvPr id="18" name="">
            <a:extLst xmlns:a="http://schemas.openxmlformats.org/drawingml/2006/main">
              <a:ext uri="{FF2B5EF4-FFF2-40B4-BE49-F238E27FC236}">
                <a16:creationId xmlns:a16="http://schemas.microsoft.com/office/drawing/2014/main" id="{D07547E6-CEBA-4DE5-AF34-916DC1A9E62E}"/>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9FEDB29-24FD-4BDC-841B-2E9B74BF01B2}"/>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07F78C6F-8F71-4DC4-8178-7BF843790FCE}"/>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and report</a:t>
            </a:r>
          </a:p>
        </p:txBody>
      </p:sp>
      <p:sp>
        <p:nvSpPr>
          <p:cNvPr id="21" name="text-11">
            <a:extLst xmlns:a="http://schemas.openxmlformats.org/drawingml/2006/main">
              <a:ext uri="{FF2B5EF4-FFF2-40B4-BE49-F238E27FC236}">
                <a16:creationId xmlns:a16="http://schemas.microsoft.com/office/drawing/2014/main" id="{81A96DA8-7340-482D-A197-4C10D8728759}"/>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Ordered events, replayable report, separate JPEG evidence</a:t>
            </a:r>
          </a:p>
        </p:txBody>
      </p:sp>
      <p:sp>
        <p:nvSpPr>
          <p:cNvPr id="22" name="text-12">
            <a:extLst xmlns:a="http://schemas.openxmlformats.org/drawingml/2006/main">
              <a:ext uri="{FF2B5EF4-FFF2-40B4-BE49-F238E27FC236}">
                <a16:creationId xmlns:a16="http://schemas.microsoft.com/office/drawing/2014/main" id="{946171A2-2F9B-47D6-92E1-0102AA5F699D}"/>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annotation evaluator stays outside the production package.</a:t>
            </a:r>
          </a:p>
        </p:txBody>
      </p:sp>
      <p:sp>
        <p:nvSpPr>
          <p:cNvPr id="23" name="text-13">
            <a:extLst xmlns:a="http://schemas.openxmlformats.org/drawingml/2006/main">
              <a:ext uri="{FF2B5EF4-FFF2-40B4-BE49-F238E27FC236}">
                <a16:creationId xmlns:a16="http://schemas.microsoft.com/office/drawing/2014/main" id="{6448BD30-9071-4142-9A93-0AFC6C3AF0B7}"/>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69565EC8-9C80-43AD-8BB5-F7322BAD8AA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281ab72e66d4e8b"/>
              </a:rPr>
              <a:t>Core package</a:t>
            </a:r>
          </a:p>
        </p:txBody>
      </p:sp>
      <p:sp>
        <p:nvSpPr>
          <p:cNvPr id="25" name="text-15">
            <a:extLst xmlns:a="http://schemas.openxmlformats.org/drawingml/2006/main">
              <a:ext uri="{FF2B5EF4-FFF2-40B4-BE49-F238E27FC236}">
                <a16:creationId xmlns:a16="http://schemas.microsoft.com/office/drawing/2014/main" id="{490DBFE1-252F-4E14-928E-4B5EA3D8B66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52b2e6f99534bbb"/>
              </a:rPr>
              <a:t>Harness</a:t>
            </a:r>
          </a:p>
        </p:txBody>
      </p:sp>
      <p:sp>
        <p:nvSpPr>
          <p:cNvPr id="26" name="text-16">
            <a:extLst xmlns:a="http://schemas.openxmlformats.org/drawingml/2006/main">
              <a:ext uri="{FF2B5EF4-FFF2-40B4-BE49-F238E27FC236}">
                <a16:creationId xmlns:a16="http://schemas.microsoft.com/office/drawing/2014/main" id="{E7D48F8E-DCEE-4A2D-8151-B7652A88FEC4}"/>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98d3081aab4e26"/>
              </a:rPr>
              <a:t>Evaluator</a:t>
            </a:r>
          </a:p>
        </p:txBody>
      </p:sp>
      <p:sp>
        <p:nvSpPr>
          <p:cNvPr id="27" name="text-17">
            <a:extLst xmlns:a="http://schemas.openxmlformats.org/drawingml/2006/main">
              <a:ext uri="{FF2B5EF4-FFF2-40B4-BE49-F238E27FC236}">
                <a16:creationId xmlns:a16="http://schemas.microsoft.com/office/drawing/2014/main" id="{1353D7EA-BEF1-4D30-9D0B-2A78D935874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714629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08DF6930-DCF9-485A-A47B-D8F93EBC472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frame through the pipeline</a:t>
            </a:r>
          </a:p>
        </p:txBody>
      </p:sp>
      <p:sp>
        <p:nvSpPr>
          <p:cNvPr id="2" name="text-1">
            <a:extLst xmlns:a="http://schemas.openxmlformats.org/drawingml/2006/main">
              <a:ext uri="{FF2B5EF4-FFF2-40B4-BE49-F238E27FC236}">
                <a16:creationId xmlns:a16="http://schemas.microsoft.com/office/drawing/2014/main" id="{0CFD1E74-EADD-4DFB-9F83-43948F8EE15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order of work is also the order of evidence</a:t>
            </a:r>
          </a:p>
        </p:txBody>
      </p:sp>
      <p:sp>
        <p:nvSpPr>
          <p:cNvPr id="3" name="">
            <a:extLst xmlns:a="http://schemas.openxmlformats.org/drawingml/2006/main">
              <a:ext uri="{FF2B5EF4-FFF2-40B4-BE49-F238E27FC236}">
                <a16:creationId xmlns:a16="http://schemas.microsoft.com/office/drawing/2014/main" id="{183429FE-3A4F-4BE0-8F8D-8F161FC608A7}"/>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84FBF53-9A34-4562-9A7A-6AA85159D036}"/>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Receive and sample</a:t>
            </a:r>
          </a:p>
        </p:txBody>
      </p:sp>
      <p:sp>
        <p:nvSpPr>
          <p:cNvPr id="5" name="text-3">
            <a:extLst xmlns:a="http://schemas.openxmlformats.org/drawingml/2006/main">
              <a:ext uri="{FF2B5EF4-FFF2-40B4-BE49-F238E27FC236}">
                <a16:creationId xmlns:a16="http://schemas.microsoft.com/office/drawing/2014/main" id="{43979081-74E9-4C74-BE57-347CAD5A453A}"/>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Record whether the decoded frame is eligible</a:t>
            </a:r>
          </a:p>
        </p:txBody>
      </p:sp>
      <p:sp>
        <p:nvSpPr>
          <p:cNvPr id="6" name="">
            <a:extLst xmlns:a="http://schemas.openxmlformats.org/drawingml/2006/main">
              <a:ext uri="{FF2B5EF4-FFF2-40B4-BE49-F238E27FC236}">
                <a16:creationId xmlns:a16="http://schemas.microsoft.com/office/drawing/2014/main" id="{D93E057B-611E-4E94-A6CC-D3F681610A90}"/>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5F05E3-E325-4F14-BD6F-AD75DC41EC5A}"/>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AF55B4DA-FDEB-41F0-A6B9-6B9752CB8019}"/>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Measure</a:t>
            </a:r>
          </a:p>
        </p:txBody>
      </p:sp>
      <p:sp>
        <p:nvSpPr>
          <p:cNvPr id="9" name="text-5">
            <a:extLst xmlns:a="http://schemas.openxmlformats.org/drawingml/2006/main">
              <a:ext uri="{FF2B5EF4-FFF2-40B4-BE49-F238E27FC236}">
                <a16:creationId xmlns:a16="http://schemas.microsoft.com/office/drawing/2014/main" id="{11F3C0E5-2000-4F18-AFA7-CB83623ABF23}"/>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Produce whole-frame and crop distances</a:t>
            </a:r>
          </a:p>
        </p:txBody>
      </p:sp>
      <p:sp>
        <p:nvSpPr>
          <p:cNvPr id="10" name="">
            <a:extLst xmlns:a="http://schemas.openxmlformats.org/drawingml/2006/main">
              <a:ext uri="{FF2B5EF4-FFF2-40B4-BE49-F238E27FC236}">
                <a16:creationId xmlns:a16="http://schemas.microsoft.com/office/drawing/2014/main" id="{153FE6C6-160F-4E41-80FC-95F5E0233C28}"/>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D8C354-8230-471A-BA45-3E93373AF9AF}"/>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8490CB8-D224-4EFE-A7EC-13A09B60272E}"/>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Aggregate</a:t>
            </a:r>
          </a:p>
        </p:txBody>
      </p:sp>
      <p:sp>
        <p:nvSpPr>
          <p:cNvPr id="13" name="text-7">
            <a:extLst xmlns:a="http://schemas.openxmlformats.org/drawingml/2006/main">
              <a:ext uri="{FF2B5EF4-FFF2-40B4-BE49-F238E27FC236}">
                <a16:creationId xmlns:a16="http://schemas.microsoft.com/office/drawing/2014/main" id="{B6E1D4F3-11E6-4FEC-9825-990F3883E444}"/>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Open, update, or close a candidate episode</a:t>
            </a:r>
          </a:p>
        </p:txBody>
      </p:sp>
      <p:sp>
        <p:nvSpPr>
          <p:cNvPr id="14" name="">
            <a:extLst xmlns:a="http://schemas.openxmlformats.org/drawingml/2006/main">
              <a:ext uri="{FF2B5EF4-FFF2-40B4-BE49-F238E27FC236}">
                <a16:creationId xmlns:a16="http://schemas.microsoft.com/office/drawing/2014/main" id="{0875E588-C76F-43B2-960F-537EC6340AD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321E48-DA10-4682-BBA1-9FA4028E668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AF5D6BC-C4A5-44CD-B9CB-68991EF72763}"/>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Retain and record</a:t>
            </a:r>
          </a:p>
        </p:txBody>
      </p:sp>
      <p:sp>
        <p:nvSpPr>
          <p:cNvPr id="17" name="text-9">
            <a:extLst xmlns:a="http://schemas.openxmlformats.org/drawingml/2006/main">
              <a:ext uri="{FF2B5EF4-FFF2-40B4-BE49-F238E27FC236}">
                <a16:creationId xmlns:a16="http://schemas.microsoft.com/office/drawing/2014/main" id="{0691C9B0-AC14-4446-9062-577D7BDF9BD7}"/>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Save best-image evidence before logging its episode event</a:t>
            </a:r>
          </a:p>
        </p:txBody>
      </p:sp>
      <p:sp>
        <p:nvSpPr>
          <p:cNvPr id="18" name="">
            <a:extLst xmlns:a="http://schemas.openxmlformats.org/drawingml/2006/main">
              <a:ext uri="{FF2B5EF4-FFF2-40B4-BE49-F238E27FC236}">
                <a16:creationId xmlns:a16="http://schemas.microsoft.com/office/drawing/2014/main" id="{D8DEB774-ABA3-4260-952B-F338CFCE7089}"/>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3D8B28-54C2-456B-891C-3D1A254BC5A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3890C15B-58A5-4CCA-B2E6-80460D47E2B4}"/>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Publish</a:t>
            </a:r>
          </a:p>
        </p:txBody>
      </p:sp>
      <p:sp>
        <p:nvSpPr>
          <p:cNvPr id="21" name="text-11">
            <a:extLst xmlns:a="http://schemas.openxmlformats.org/drawingml/2006/main">
              <a:ext uri="{FF2B5EF4-FFF2-40B4-BE49-F238E27FC236}">
                <a16:creationId xmlns:a16="http://schemas.microsoft.com/office/drawing/2014/main" id="{67D8FFE9-30D3-4DF5-B5EA-0E3F6E436297}"/>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Send the latest score, signal, and metrics to the host</a:t>
            </a:r>
          </a:p>
        </p:txBody>
      </p:sp>
      <p:sp>
        <p:nvSpPr>
          <p:cNvPr id="22" name="text-12">
            <a:extLst xmlns:a="http://schemas.openxmlformats.org/drawingml/2006/main">
              <a:ext uri="{FF2B5EF4-FFF2-40B4-BE49-F238E27FC236}">
                <a16:creationId xmlns:a16="http://schemas.microsoft.com/office/drawing/2014/main" id="{6D884F64-1638-47C4-A0E4-C4C395DB2EA2}"/>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First update arrives before EOF. The pipeline never needs a second video pass.</a:t>
            </a:r>
          </a:p>
        </p:txBody>
      </p:sp>
      <p:sp>
        <p:nvSpPr>
          <p:cNvPr id="23" name="text-13">
            <a:extLst xmlns:a="http://schemas.openxmlformats.org/drawingml/2006/main">
              <a:ext uri="{FF2B5EF4-FFF2-40B4-BE49-F238E27FC236}">
                <a16:creationId xmlns:a16="http://schemas.microsoft.com/office/drawing/2014/main" id="{1E5362AC-3798-47E1-B919-816995975F8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A2F14E76-D760-448D-B0C2-03C90D407C3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cc6d917173844aa"/>
              </a:rPr>
              <a:t>Pipeline source</a:t>
            </a:r>
          </a:p>
        </p:txBody>
      </p:sp>
      <p:sp>
        <p:nvSpPr>
          <p:cNvPr id="25" name="text-15">
            <a:extLst xmlns:a="http://schemas.openxmlformats.org/drawingml/2006/main">
              <a:ext uri="{FF2B5EF4-FFF2-40B4-BE49-F238E27FC236}">
                <a16:creationId xmlns:a16="http://schemas.microsoft.com/office/drawing/2014/main" id="{1A627BAF-4AFC-4A5E-9F7C-AA3800C9ED4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c8b932059f948d4"/>
              </a:rPr>
              <a:t>Recorder</a:t>
            </a:r>
          </a:p>
        </p:txBody>
      </p:sp>
      <p:sp>
        <p:nvSpPr>
          <p:cNvPr id="26" name="text-16">
            <a:extLst xmlns:a="http://schemas.openxmlformats.org/drawingml/2006/main">
              <a:ext uri="{FF2B5EF4-FFF2-40B4-BE49-F238E27FC236}">
                <a16:creationId xmlns:a16="http://schemas.microsoft.com/office/drawing/2014/main" id="{2D8C523B-C3EF-4B3A-9598-09FCC4DF1AB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9a8fa0b7308478e"/>
              </a:rPr>
              <a:t>Pipeline tests</a:t>
            </a:r>
          </a:p>
        </p:txBody>
      </p:sp>
      <p:sp>
        <p:nvSpPr>
          <p:cNvPr id="27" name="text-17">
            <a:extLst xmlns:a="http://schemas.openxmlformats.org/drawingml/2006/main">
              <a:ext uri="{FF2B5EF4-FFF2-40B4-BE49-F238E27FC236}">
                <a16:creationId xmlns:a16="http://schemas.microsoft.com/office/drawing/2014/main" id="{D9F8C1AC-E078-43D6-84EC-6DFE01805C1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1708165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D4BEB32A-2811-4C93-ACBC-02AA428EEBD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Concurrency and ownership</a:t>
            </a:r>
          </a:p>
        </p:txBody>
      </p:sp>
      <p:sp>
        <p:nvSpPr>
          <p:cNvPr id="2" name="text-1">
            <a:extLst xmlns:a="http://schemas.openxmlformats.org/drawingml/2006/main">
              <a:ext uri="{FF2B5EF4-FFF2-40B4-BE49-F238E27FC236}">
                <a16:creationId xmlns:a16="http://schemas.microsoft.com/office/drawing/2014/main" id="{2EACE47D-267C-4EB7-BF15-6E0EC5E9B6E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Analysis work stays outside the UI actor</a:t>
            </a:r>
          </a:p>
        </p:txBody>
      </p:sp>
      <p:sp>
        <p:nvSpPr>
          <p:cNvPr id="3" name="">
            <a:extLst xmlns:a="http://schemas.openxmlformats.org/drawingml/2006/main">
              <a:ext uri="{FF2B5EF4-FFF2-40B4-BE49-F238E27FC236}">
                <a16:creationId xmlns:a16="http://schemas.microsoft.com/office/drawing/2014/main" id="{CAA9A2FC-60EE-4F47-8418-88102B3E2E71}"/>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D3E613D4-1181-499F-A7BE-FF532D83C94E}"/>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UI on the main actor</a:t>
            </a:r>
          </a:p>
        </p:txBody>
      </p:sp>
      <p:sp>
        <p:nvSpPr>
          <p:cNvPr id="5" name="text-3">
            <a:extLst xmlns:a="http://schemas.openxmlformats.org/drawingml/2006/main">
              <a:ext uri="{FF2B5EF4-FFF2-40B4-BE49-F238E27FC236}">
                <a16:creationId xmlns:a16="http://schemas.microsoft.com/office/drawing/2014/main" id="{74678D2B-B746-4415-A4B8-87879653A0FE}"/>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Start one run and display published updates</a:t>
            </a:r>
          </a:p>
        </p:txBody>
      </p:sp>
      <p:sp>
        <p:nvSpPr>
          <p:cNvPr id="6" name="">
            <a:extLst xmlns:a="http://schemas.openxmlformats.org/drawingml/2006/main">
              <a:ext uri="{FF2B5EF4-FFF2-40B4-BE49-F238E27FC236}">
                <a16:creationId xmlns:a16="http://schemas.microsoft.com/office/drawing/2014/main" id="{4422D751-DD54-4747-B1A2-335CEBA958C7}"/>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8F342D-6F13-4754-B3C5-520FD5687703}"/>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10DAD45-8009-4ADD-8969-CB6C7B7ECE91}"/>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Detached pipeline worker</a:t>
            </a:r>
          </a:p>
        </p:txBody>
      </p:sp>
      <p:sp>
        <p:nvSpPr>
          <p:cNvPr id="9" name="text-5">
            <a:extLst xmlns:a="http://schemas.openxmlformats.org/drawingml/2006/main">
              <a:ext uri="{FF2B5EF4-FFF2-40B4-BE49-F238E27FC236}">
                <a16:creationId xmlns:a16="http://schemas.microsoft.com/office/drawing/2014/main" id="{7FC17257-1F3C-49C5-80D2-78F0AC79DAC4}"/>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Coordinate scoring, episodes, images, and reporting</a:t>
            </a:r>
          </a:p>
        </p:txBody>
      </p:sp>
      <p:sp>
        <p:nvSpPr>
          <p:cNvPr id="10" name="">
            <a:extLst xmlns:a="http://schemas.openxmlformats.org/drawingml/2006/main">
              <a:ext uri="{FF2B5EF4-FFF2-40B4-BE49-F238E27FC236}">
                <a16:creationId xmlns:a16="http://schemas.microsoft.com/office/drawing/2014/main" id="{9F361226-5444-4ADF-AAA0-DCAD52E059F0}"/>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981BD81-96F8-4033-A9FE-153BCB0A756E}"/>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8FE46A4-591E-4C99-AD80-742C439131D2}"/>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Optional paced producer</a:t>
            </a:r>
          </a:p>
        </p:txBody>
      </p:sp>
      <p:sp>
        <p:nvSpPr>
          <p:cNvPr id="13" name="text-7">
            <a:extLst xmlns:a="http://schemas.openxmlformats.org/drawingml/2006/main">
              <a:ext uri="{FF2B5EF4-FFF2-40B4-BE49-F238E27FC236}">
                <a16:creationId xmlns:a16="http://schemas.microsoft.com/office/drawing/2014/main" id="{7A597C61-D9D4-4CC7-ABFF-35735967B621}"/>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One consumer plus one replaceable pending frame</a:t>
            </a:r>
          </a:p>
        </p:txBody>
      </p:sp>
      <p:sp>
        <p:nvSpPr>
          <p:cNvPr id="14" name="">
            <a:extLst xmlns:a="http://schemas.openxmlformats.org/drawingml/2006/main">
              <a:ext uri="{FF2B5EF4-FFF2-40B4-BE49-F238E27FC236}">
                <a16:creationId xmlns:a16="http://schemas.microsoft.com/office/drawing/2014/main" id="{CF93309E-9B46-48AE-9938-A333A0672A11}"/>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8206FB-70ED-4CFF-A576-9FFC412EBC1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A7CB2DB-69C5-4EC7-B8E3-BA29143AA0AC}"/>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Serialized recorder</a:t>
            </a:r>
          </a:p>
        </p:txBody>
      </p:sp>
      <p:sp>
        <p:nvSpPr>
          <p:cNvPr id="17" name="text-9">
            <a:extLst xmlns:a="http://schemas.openxmlformats.org/drawingml/2006/main">
              <a:ext uri="{FF2B5EF4-FFF2-40B4-BE49-F238E27FC236}">
                <a16:creationId xmlns:a16="http://schemas.microsoft.com/office/drawing/2014/main" id="{BA7F7895-3932-4400-83E9-B5F508356491}"/>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Concurrent callbacks share one append-and-update lock</a:t>
            </a:r>
          </a:p>
        </p:txBody>
      </p:sp>
      <p:sp>
        <p:nvSpPr>
          <p:cNvPr id="18" name="">
            <a:extLst xmlns:a="http://schemas.openxmlformats.org/drawingml/2006/main">
              <a:ext uri="{FF2B5EF4-FFF2-40B4-BE49-F238E27FC236}">
                <a16:creationId xmlns:a16="http://schemas.microsoft.com/office/drawing/2014/main" id="{76635242-9DD3-49BF-A525-E446C47C4287}"/>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900D7C9-9EE4-445D-B865-751594FEBA11}"/>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F1F553B8-BFC2-478A-B9EB-5C2E7D60C599}"/>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Main-actor update</a:t>
            </a:r>
          </a:p>
        </p:txBody>
      </p:sp>
      <p:sp>
        <p:nvSpPr>
          <p:cNvPr id="21" name="text-11">
            <a:extLst xmlns:a="http://schemas.openxmlformats.org/drawingml/2006/main">
              <a:ext uri="{FF2B5EF4-FFF2-40B4-BE49-F238E27FC236}">
                <a16:creationId xmlns:a16="http://schemas.microsoft.com/office/drawing/2014/main" id="{5CBEFEE0-AF9E-4697-96AB-F6A4522A9A98}"/>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Generation token rejects results from an obsolete run</a:t>
            </a:r>
          </a:p>
        </p:txBody>
      </p:sp>
      <p:sp>
        <p:nvSpPr>
          <p:cNvPr id="22" name="text-12">
            <a:extLst xmlns:a="http://schemas.openxmlformats.org/drawingml/2006/main">
              <a:ext uri="{FF2B5EF4-FFF2-40B4-BE49-F238E27FC236}">
                <a16:creationId xmlns:a16="http://schemas.microsoft.com/office/drawing/2014/main" id="{63526527-2101-40FD-A509-636B49E6BB84}"/>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Caller cancellation reaches both the stream and detached worker.</a:t>
            </a:r>
          </a:p>
        </p:txBody>
      </p:sp>
      <p:sp>
        <p:nvSpPr>
          <p:cNvPr id="23" name="text-13">
            <a:extLst xmlns:a="http://schemas.openxmlformats.org/drawingml/2006/main">
              <a:ext uri="{FF2B5EF4-FFF2-40B4-BE49-F238E27FC236}">
                <a16:creationId xmlns:a16="http://schemas.microsoft.com/office/drawing/2014/main" id="{5AF1DD6D-C155-491A-B521-9CD396840F5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27C431EA-D5BC-483E-AD52-601A1FD1ACD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a2de8002b04448"/>
              </a:rPr>
              <a:t>Pipeline</a:t>
            </a:r>
          </a:p>
        </p:txBody>
      </p:sp>
      <p:sp>
        <p:nvSpPr>
          <p:cNvPr id="25" name="text-15">
            <a:extLst xmlns:a="http://schemas.openxmlformats.org/drawingml/2006/main">
              <a:ext uri="{FF2B5EF4-FFF2-40B4-BE49-F238E27FC236}">
                <a16:creationId xmlns:a16="http://schemas.microsoft.com/office/drawing/2014/main" id="{F9492410-28DD-4884-A283-E6861B1C4DB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1115eb4d00543af"/>
              </a:rPr>
              <a:t>Recorder</a:t>
            </a:r>
          </a:p>
        </p:txBody>
      </p:sp>
      <p:sp>
        <p:nvSpPr>
          <p:cNvPr id="26" name="text-16">
            <a:extLst xmlns:a="http://schemas.openxmlformats.org/drawingml/2006/main">
              <a:ext uri="{FF2B5EF4-FFF2-40B4-BE49-F238E27FC236}">
                <a16:creationId xmlns:a16="http://schemas.microsoft.com/office/drawing/2014/main" id="{07206D79-608B-49A8-A819-241D3BC78EE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0976e43fd054bb5"/>
              </a:rPr>
              <a:t>Harness model</a:t>
            </a:r>
          </a:p>
        </p:txBody>
      </p:sp>
      <p:sp>
        <p:nvSpPr>
          <p:cNvPr id="27" name="text-17">
            <a:extLst xmlns:a="http://schemas.openxmlformats.org/drawingml/2006/main">
              <a:ext uri="{FF2B5EF4-FFF2-40B4-BE49-F238E27FC236}">
                <a16:creationId xmlns:a16="http://schemas.microsoft.com/office/drawing/2014/main" id="{7A9F7199-1E1D-4194-93B7-F997355C831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07</a:t>
            </a:r>
          </a:p>
        </p:txBody>
      </p:sp>
    </p:spTree>
    <p:extLst>
      <p:ext uri="{BB962C8B-B14F-4D97-AF65-F5344CB8AC3E}">
        <p14:creationId xmlns:p14="http://schemas.microsoft.com/office/powerpoint/2010/main" val="14918374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9C585AD-1A25-45F3-87A7-FBCAB9D6614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5AE53171-24FB-4E88-A79C-BC7FC871FE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3B5564E1-52B0-4ACF-9B9A-3BB8B81E8BB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46289754-FBA3-4C0F-830B-196727D6EC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C5207DE9-F66D-41E2-8FD4-6B499068E140}"/>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06E0721-85FF-4B93-B4AF-2B4439BE343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8355A6F4-3348-4EB5-AA2F-4BD559133F0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89452397-F906-4A2E-B206-334EA0B286F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6EFB062-EFE3-4316-B3DE-565726E6EDD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EA2C46EC-16F5-459D-8739-3B5705220A7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C0E9E9A4-9D3B-469D-9896-AFE0DD96958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4E8E789-DBC9-4A6A-A0ED-6451FC5F84A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07545CED-0CF8-49B9-BB42-DAAB1901F43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76D4F016-BC25-4AD7-BE4B-EB1508646DA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3B91614-F7A4-462E-A246-4CF417A6F1F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b5b5a902b214390"/>
              </a:rPr>
              <a:t>Frame contract</a:t>
            </a:r>
          </a:p>
        </p:txBody>
      </p:sp>
      <p:sp>
        <p:nvSpPr>
          <p:cNvPr id="16" name="text-12">
            <a:extLst xmlns:a="http://schemas.openxmlformats.org/drawingml/2006/main">
              <a:ext uri="{FF2B5EF4-FFF2-40B4-BE49-F238E27FC236}">
                <a16:creationId xmlns:a16="http://schemas.microsoft.com/office/drawing/2014/main" id="{8AEDD79E-D57C-47AB-849A-33FFD7BE7BD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6987798feb24c3a"/>
              </a:rPr>
              <a:t>Frame stream</a:t>
            </a:r>
          </a:p>
        </p:txBody>
      </p:sp>
      <p:sp>
        <p:nvSpPr>
          <p:cNvPr id="17" name="text-13">
            <a:extLst xmlns:a="http://schemas.openxmlformats.org/drawingml/2006/main">
              <a:ext uri="{FF2B5EF4-FFF2-40B4-BE49-F238E27FC236}">
                <a16:creationId xmlns:a16="http://schemas.microsoft.com/office/drawing/2014/main" id="{244C763A-4C28-4543-AAD2-9999FA8729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2037b0d68844ac"/>
              </a:rPr>
              <a:t>Stream tests</a:t>
            </a:r>
          </a:p>
        </p:txBody>
      </p:sp>
      <p:sp>
        <p:nvSpPr>
          <p:cNvPr id="18" name="text-14">
            <a:extLst xmlns:a="http://schemas.openxmlformats.org/drawingml/2006/main">
              <a:ext uri="{FF2B5EF4-FFF2-40B4-BE49-F238E27FC236}">
                <a16:creationId xmlns:a16="http://schemas.microsoft.com/office/drawing/2014/main" id="{B5338149-D4A8-4BD2-A835-ECF668BDD6D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9264179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D230B40F-8522-47A0-B957-5926D15D74E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ED6DDAEF-56F8-43FA-9320-5BFB6E838BD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0E91D013-CB70-407D-BBEA-C6061AD28BE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4EB8A91-C500-4162-BC98-759844B6C49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64F8D1AA-2873-4833-8D19-E0722B1190A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CDA49B20-F91F-494D-9815-C0A1F9A85E7F}"/>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4FFFB7-6783-4648-B989-56DEF6FC851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7624F3A-403E-427B-89A6-48ACA3F82400}"/>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03A01C3A-947A-4189-99FA-77A400A33C6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6572B6DB-8820-42DC-A2E6-D810C5CA28F9}"/>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4E69E0E-AD9A-402F-AE54-659C36F70BF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9EE63DC-3278-445A-A7FF-8C1EE083B81A}"/>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91705FBD-B4A7-4366-B885-AF0EFAFCDD3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203FCA1F-1967-41D9-AEF2-3AFF0CB10A6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CAC0B4B-FAC7-4FB4-AE0E-23628BF4AC96}"/>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57724E5-F76D-46C7-9119-800FC2452D9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634B3D5D-84FD-473C-B6B4-3C9A657B3C70}"/>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1D8AB255-3BB2-445C-ACBE-E8322FEA55D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B86CDE0D-7041-4714-8371-4B204E9957F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2A66806B-CBEA-40FB-BC00-F6142489A1A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a7cb4b09ae64224"/>
              </a:rPr>
              <a:t>Stream implementation</a:t>
            </a:r>
          </a:p>
        </p:txBody>
      </p:sp>
      <p:sp>
        <p:nvSpPr>
          <p:cNvPr id="21" name="text-13">
            <a:extLst xmlns:a="http://schemas.openxmlformats.org/drawingml/2006/main">
              <a:ext uri="{FF2B5EF4-FFF2-40B4-BE49-F238E27FC236}">
                <a16:creationId xmlns:a16="http://schemas.microsoft.com/office/drawing/2014/main" id="{D3B4F295-BF19-4DDD-90AF-F1A14D4FB16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29ed4cc08e4112"/>
              </a:rPr>
              <a:t>Stream tests</a:t>
            </a:r>
          </a:p>
        </p:txBody>
      </p:sp>
      <p:sp>
        <p:nvSpPr>
          <p:cNvPr id="22" name="text-14">
            <a:extLst xmlns:a="http://schemas.openxmlformats.org/drawingml/2006/main">
              <a:ext uri="{FF2B5EF4-FFF2-40B4-BE49-F238E27FC236}">
                <a16:creationId xmlns:a16="http://schemas.microsoft.com/office/drawing/2014/main" id="{957229CF-7FEB-4A07-8848-BC2120F3D6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5523188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9849CFA4-C26F-487C-B5E0-C457F1D1C8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59AFE264-2A72-4A94-9459-1ACB7A926EC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DBFB8C4B-7D18-43BD-8B19-D98D63F2A17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9A12AF9-000D-482C-BD4E-11822E50EF17}"/>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35A67310-E96D-4BB7-A244-2585753D0AF1}"/>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2C608F77-E4D7-4F0C-BC5E-BE7DB2624AF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8C5C302C-9265-4338-B95B-B72F410A0C82}"/>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257DB743-626E-4994-87C2-805623EE634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2FB2E51E-90A6-4C68-98E3-4C0E4DAFB65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7C97706-7FAD-4ABE-86D7-A25FB0FCF63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871BA10-DA08-42DD-84C2-A155F4799AAC}"/>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9F90BED-99EC-46FB-B5E2-590AB6AF025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311E58B4-74D9-4C12-A289-F1BD3EC8A34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73DD7B75-395E-49F9-BE28-53A9934FF85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D5B8A35E-E7DA-4596-829F-E603EA24CBF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312c75d36c46d6"/>
              </a:rPr>
              <a:t>Stream implementation</a:t>
            </a:r>
          </a:p>
        </p:txBody>
      </p:sp>
      <p:sp>
        <p:nvSpPr>
          <p:cNvPr id="16" name="text-14">
            <a:extLst xmlns:a="http://schemas.openxmlformats.org/drawingml/2006/main">
              <a:ext uri="{FF2B5EF4-FFF2-40B4-BE49-F238E27FC236}">
                <a16:creationId xmlns:a16="http://schemas.microsoft.com/office/drawing/2014/main" id="{BCDD1917-097A-47AA-9B83-7C45CDE5D64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e2dd7f97bff4b7d"/>
              </a:rPr>
              <a:t>Integration suite</a:t>
            </a:r>
          </a:p>
        </p:txBody>
      </p:sp>
      <p:sp>
        <p:nvSpPr>
          <p:cNvPr id="17" name="text-15">
            <a:extLst xmlns:a="http://schemas.openxmlformats.org/drawingml/2006/main">
              <a:ext uri="{FF2B5EF4-FFF2-40B4-BE49-F238E27FC236}">
                <a16:creationId xmlns:a16="http://schemas.microsoft.com/office/drawing/2014/main" id="{58EA02D0-13BC-48C6-98CD-5CA6DF1C1A3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c687d48b10c4e32"/>
              </a:rPr>
              <a:t>Report builder</a:t>
            </a:r>
          </a:p>
        </p:txBody>
      </p:sp>
      <p:sp>
        <p:nvSpPr>
          <p:cNvPr id="18" name="text-16">
            <a:extLst xmlns:a="http://schemas.openxmlformats.org/drawingml/2006/main">
              <a:ext uri="{FF2B5EF4-FFF2-40B4-BE49-F238E27FC236}">
                <a16:creationId xmlns:a16="http://schemas.microsoft.com/office/drawing/2014/main" id="{28BD6D47-EB32-41CF-96A3-C4A8348D95F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0405662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B0C6A3B-91DD-4600-B2DA-783898B4D6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5DB2FBD7-EFB4-4D5F-80A5-22CD4133E03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23F7AFE1-A675-4B92-B1A1-B3F15E20E5C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8A861503-8D35-4F0A-8F7C-E8A9925A5F0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8C8B5BA6-23CE-42BB-ADE1-3546B2E2F89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A346047-0C24-408D-9AEE-543FA0278A3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C86F4437-57D5-4B61-9BF0-9B50C33C0D5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F2D44DE9-11C0-43E7-94D3-D16E407D052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BCF7602-F5A6-4E62-8780-C44C72E523F5}"/>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683B99F7-DD5F-4B1B-AAF7-8859AF4579D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66CCD18F-D4D2-47C9-85F6-4E106CD8C7B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EC2BA32-B018-4AB7-B259-20B8E03C14C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00473208-201B-4063-948F-E148A65C0FC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F89048CA-43D8-4B69-A1F9-892FDB0F50F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C5F86EB-D8A2-4080-9118-0CA9E3C6617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b5034c2d37049ab"/>
              </a:rPr>
              <a:t>Local catalog</a:t>
            </a:r>
          </a:p>
        </p:txBody>
      </p:sp>
      <p:sp>
        <p:nvSpPr>
          <p:cNvPr id="16" name="text-12">
            <a:extLst xmlns:a="http://schemas.openxmlformats.org/drawingml/2006/main">
              <a:ext uri="{FF2B5EF4-FFF2-40B4-BE49-F238E27FC236}">
                <a16:creationId xmlns:a16="http://schemas.microsoft.com/office/drawing/2014/main" id="{AEB7CD03-3941-4AF9-8E8B-B46A9AF47A4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9984caf91a54f99"/>
              </a:rPr>
              <a:t>Catalog tests</a:t>
            </a:r>
          </a:p>
        </p:txBody>
      </p:sp>
      <p:sp>
        <p:nvSpPr>
          <p:cNvPr id="17" name="text-13">
            <a:extLst xmlns:a="http://schemas.openxmlformats.org/drawingml/2006/main">
              <a:ext uri="{FF2B5EF4-FFF2-40B4-BE49-F238E27FC236}">
                <a16:creationId xmlns:a16="http://schemas.microsoft.com/office/drawing/2014/main" id="{4CCE2EDE-3AA8-42CC-B0DF-92FF308ED1E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8e213ddc2b4ec0"/>
              </a:rPr>
              <a:t>Diagnostic inputs</a:t>
            </a:r>
          </a:p>
        </p:txBody>
      </p:sp>
      <p:sp>
        <p:nvSpPr>
          <p:cNvPr id="18" name="text-14">
            <a:extLst xmlns:a="http://schemas.openxmlformats.org/drawingml/2006/main">
              <a:ext uri="{FF2B5EF4-FFF2-40B4-BE49-F238E27FC236}">
                <a16:creationId xmlns:a16="http://schemas.microsoft.com/office/drawing/2014/main" id="{DC0D1B8A-667C-4D81-95FC-3D4DB5E300E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7331927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C34BB1CD-B11F-45DC-ABD9-6029A7F064A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E49B13B5-5E7F-451F-8BB3-5B30CEB715B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AB906ACB-790D-4EDA-BFD1-618BFBEBA3E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638BF7B-402B-40CC-A435-9255950BFCD6}"/>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B08739A9-A2C8-41CA-B357-E04AE5EA2AAD}"/>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5C680AC6-366E-4BEE-A76C-67F98C1A7F3B}"/>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508BA3C6-25EE-4705-9D6A-DB1B11CD56D4}"/>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CABCFC-8F92-42D6-80E3-2CCE85B3266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88CDE773-67A4-4B9C-8536-23C5FA2AB02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0F3F2B4A-22CB-4F0C-9E04-8BBC84C35FEB}"/>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C7E77B3C-B8F8-4930-B5F4-FFF1A995E005}"/>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8556428-471C-4F50-B51B-715BEDD94710}"/>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5A785E50-8787-461C-9D61-FA4C3DF13BA8}"/>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6FCF4D59-0BE9-467F-B68D-42F9F52F4D9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9E8D0A45-C3C9-4096-B1C4-6498D098053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c504d231cfa4458"/>
              </a:rPr>
              <a:t>Vision adapter</a:t>
            </a:r>
          </a:p>
        </p:txBody>
      </p:sp>
      <p:sp>
        <p:nvSpPr>
          <p:cNvPr id="16" name="text-14">
            <a:extLst xmlns:a="http://schemas.openxmlformats.org/drawingml/2006/main">
              <a:ext uri="{FF2B5EF4-FFF2-40B4-BE49-F238E27FC236}">
                <a16:creationId xmlns:a16="http://schemas.microsoft.com/office/drawing/2014/main" id="{55C4D2B0-2255-40A6-8050-D18A190C19F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aafd94c9e264b07"/>
              </a:rPr>
              <a:t>Vision tests</a:t>
            </a:r>
          </a:p>
        </p:txBody>
      </p:sp>
      <p:sp>
        <p:nvSpPr>
          <p:cNvPr id="17" name="text-15">
            <a:extLst xmlns:a="http://schemas.openxmlformats.org/drawingml/2006/main">
              <a:ext uri="{FF2B5EF4-FFF2-40B4-BE49-F238E27FC236}">
                <a16:creationId xmlns:a16="http://schemas.microsoft.com/office/drawing/2014/main" id="{81B7EEE3-3EEF-42FF-8ABC-C6D664526F2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919559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FE979A1-25AA-4108-84F6-EFA01EA2B1B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9B64039D-8018-4F9F-B1EC-FC9C1490BEC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0A3E3BA3-080E-4CBC-8D5B-649EFF2A034C}"/>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BBD55550-CB16-4026-9139-5BA3497F626B}"/>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0B030E5-4F17-4B1D-B5A3-543FFC64541E}"/>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C15070D-38A2-4FE1-98B8-E193E35CC960}"/>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DFF5E296-E608-43D2-903A-33579F79D6E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78E9F3AE-1245-488D-9565-E9DC73609DC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4079AC81-8C49-48C1-8323-8E647794E99F}"/>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376A3304-F31B-4FCF-81E4-2AB8F10E8294}"/>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9B31EA47-5C60-4D9C-B584-6FE67F493EE6}"/>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31B0DD5-57A9-4B44-A753-11A7B14D25A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3C4038B8-B35E-44E7-A25F-53453D1EF65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13E3792E-51E4-49F9-8994-24A2059162C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56DABC5-1EE4-4DA8-AAD3-456BCBB6C48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bdfd3a705f4496b"/>
              </a:rPr>
              <a:t>Scorer and score type</a:t>
            </a:r>
          </a:p>
        </p:txBody>
      </p:sp>
      <p:sp>
        <p:nvSpPr>
          <p:cNvPr id="16" name="text-14">
            <a:extLst xmlns:a="http://schemas.openxmlformats.org/drawingml/2006/main">
              <a:ext uri="{FF2B5EF4-FFF2-40B4-BE49-F238E27FC236}">
                <a16:creationId xmlns:a16="http://schemas.microsoft.com/office/drawing/2014/main" id="{A0CC5681-552E-4F3D-9109-63445A44EA3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1cf0e563c44e52"/>
              </a:rPr>
              <a:t>Scorer tests</a:t>
            </a:r>
          </a:p>
        </p:txBody>
      </p:sp>
      <p:sp>
        <p:nvSpPr>
          <p:cNvPr id="17" name="text-15">
            <a:extLst xmlns:a="http://schemas.openxmlformats.org/drawingml/2006/main">
              <a:ext uri="{FF2B5EF4-FFF2-40B4-BE49-F238E27FC236}">
                <a16:creationId xmlns:a16="http://schemas.microsoft.com/office/drawing/2014/main" id="{D4C150B4-40B9-4CBB-B743-FD1B2851F02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be276af02f045f7"/>
              </a:rPr>
              <a:t>Frozen profile</a:t>
            </a:r>
          </a:p>
        </p:txBody>
      </p:sp>
      <p:sp>
        <p:nvSpPr>
          <p:cNvPr id="18" name="text-16">
            <a:extLst xmlns:a="http://schemas.openxmlformats.org/drawingml/2006/main">
              <a:ext uri="{FF2B5EF4-FFF2-40B4-BE49-F238E27FC236}">
                <a16:creationId xmlns:a16="http://schemas.microsoft.com/office/drawing/2014/main" id="{EED10B50-AE52-4AFB-9B4A-168594C9C03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7185591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27D2BC1-AD7C-4006-99DC-134E49BD19BB}"/>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42718394-CDB0-4661-8810-0480E400F7E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9827756F-CC55-4BF9-9155-FC18D26B715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78DCFCC5-548D-4166-B04D-506DC9E4219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7053064D-9A36-4B4F-A882-ECD86F475CD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A68D9E1-CDA0-4C2A-BE28-CA5770FCAC4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30890FF4-1E12-4BCC-BB04-E91FFFDA03A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DF6C3168-A940-4826-96B4-50A4B5B193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23898C2-9953-4650-999C-99C16CF2735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B4F60837-FA13-4504-83AC-907FFDB4011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A16F8105-3DA2-4B35-A6F4-3D8DF319C96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380D8E3-80CA-41FC-8D15-51AB25282F1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F6FA892B-3C65-47C5-8B3C-096C4772A4DF}"/>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031436C3-3D7B-4F89-BA70-AA1495D4A09B}"/>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319D3DA-4618-49F5-8DDF-92104D1CF25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8DEB86B2-E94E-4612-A396-3F0CBF2FEA5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ac362bc5124e2b"/>
              </a:rPr>
              <a:t>Profile</a:t>
            </a:r>
          </a:p>
        </p:txBody>
      </p:sp>
      <p:sp>
        <p:nvSpPr>
          <p:cNvPr id="17" name="text-13">
            <a:extLst xmlns:a="http://schemas.openxmlformats.org/drawingml/2006/main">
              <a:ext uri="{FF2B5EF4-FFF2-40B4-BE49-F238E27FC236}">
                <a16:creationId xmlns:a16="http://schemas.microsoft.com/office/drawing/2014/main" id="{7258EACD-4E3F-4B51-B59C-47477821395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bfe42bebf614f8a"/>
              </a:rPr>
              <a:t>Calibration script</a:t>
            </a:r>
          </a:p>
        </p:txBody>
      </p:sp>
      <p:sp>
        <p:nvSpPr>
          <p:cNvPr id="18" name="text-14">
            <a:extLst xmlns:a="http://schemas.openxmlformats.org/drawingml/2006/main">
              <a:ext uri="{FF2B5EF4-FFF2-40B4-BE49-F238E27FC236}">
                <a16:creationId xmlns:a16="http://schemas.microsoft.com/office/drawing/2014/main" id="{617CEBA0-09E4-4BDD-9339-BCA027F822A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d7930a96103412d"/>
              </a:rPr>
              <a:t>Aggregator</a:t>
            </a:r>
          </a:p>
        </p:txBody>
      </p:sp>
      <p:sp>
        <p:nvSpPr>
          <p:cNvPr id="19" name="text-15">
            <a:extLst xmlns:a="http://schemas.openxmlformats.org/drawingml/2006/main">
              <a:ext uri="{FF2B5EF4-FFF2-40B4-BE49-F238E27FC236}">
                <a16:creationId xmlns:a16="http://schemas.microsoft.com/office/drawing/2014/main" id="{EACAFC48-86F1-4656-AE40-92338D0AF73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2345553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2A686752-6231-4C18-9E2B-DE34A2902F8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91CC99A-4A9D-4465-B974-F0F365BA44B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E15A958C-82D6-4042-9E1A-9FFC6932A53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95D0079-FD88-4498-BA75-AE67300BF1E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4BCFCA9C-98B4-42FE-8E73-80BB0EA9C7D6}"/>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943C1EEA-73C8-4DAB-A2FB-8886F9B76CF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0723B5C-853F-4542-8CA7-89930BA16A6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A93A2935-7B8C-4D9F-8196-48434B99AFDC}"/>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A191D849-6370-44D6-9FE8-2E6C6B3A57FE}"/>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837492D6-BAEF-40F6-88C0-D955F14F083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AC7EAF-00B7-4943-A358-6BBCAC72BDD9}"/>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65D1C57-F3CB-4AA6-8497-D880737D996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792271E-24D9-4469-A1FF-B5B88510920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242B6B79-EBE7-4D3A-9342-F8F0F601FE0A}"/>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D06347-AF16-4E83-9EDB-933FF76EA816}"/>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3451E10-C7B0-4F4D-9FE5-1A926F005301}"/>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FF24EBA2-C077-49DA-B1B7-309D2A188D6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4E43D0DF-3876-44C7-BA7D-576BDEE6B225}"/>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841CF866-9BD3-47C9-A4CA-3D25AD3AF3C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DBFCDF59-0A20-4F22-9800-AF3650C4919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beb0ecaffb148dd"/>
              </a:rPr>
              <a:t>Episode aggregator</a:t>
            </a:r>
          </a:p>
        </p:txBody>
      </p:sp>
      <p:sp>
        <p:nvSpPr>
          <p:cNvPr id="21" name="text-13">
            <a:extLst xmlns:a="http://schemas.openxmlformats.org/drawingml/2006/main">
              <a:ext uri="{FF2B5EF4-FFF2-40B4-BE49-F238E27FC236}">
                <a16:creationId xmlns:a16="http://schemas.microsoft.com/office/drawing/2014/main" id="{A2C2AB22-8474-41E7-93C9-847DE66B0E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36dc8886dea43a5"/>
              </a:rPr>
              <a:t>Episode tests</a:t>
            </a:r>
          </a:p>
        </p:txBody>
      </p:sp>
      <p:sp>
        <p:nvSpPr>
          <p:cNvPr id="22" name="text-14">
            <a:extLst xmlns:a="http://schemas.openxmlformats.org/drawingml/2006/main">
              <a:ext uri="{FF2B5EF4-FFF2-40B4-BE49-F238E27FC236}">
                <a16:creationId xmlns:a16="http://schemas.microsoft.com/office/drawing/2014/main" id="{780B0753-7DCC-40D1-9016-C57CC382BBC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9259c159715413a"/>
              </a:rPr>
              <a:t>Lifecycle integration</a:t>
            </a:r>
          </a:p>
        </p:txBody>
      </p:sp>
      <p:sp>
        <p:nvSpPr>
          <p:cNvPr id="23" name="text-15">
            <a:extLst xmlns:a="http://schemas.openxmlformats.org/drawingml/2006/main">
              <a:ext uri="{FF2B5EF4-FFF2-40B4-BE49-F238E27FC236}">
                <a16:creationId xmlns:a16="http://schemas.microsoft.com/office/drawing/2014/main" id="{BDB35012-9D60-45AE-943D-3797A5A26DF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27365410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E6465C0-776E-4918-AC5A-11E5D961656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7003C58B-371B-411E-98A3-908D6B1311E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0E769A9A-4648-4597-8CFA-7D111620B88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A1F30E11-DBB8-4260-86F7-AD7D69F0AEE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19EA6A43-18C5-4766-BC09-D4664F4F8A6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D9BBD79-B105-480D-9EC5-504E65720DD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A1F1AE5F-AD61-4A6D-8D29-5B54A03CE25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EAC5F0D1-5B61-4230-910F-6BC15C87CE0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13D92A9-42BE-4A8F-AAD7-FF378447743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DD51DEDC-9DC8-463B-9FF5-AE735228247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4191BD20-67D3-4F70-8A92-70E902BB380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FCC1343-56E4-466E-9129-BE16FC58CE2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9369A1F9-BC2B-4A6C-83E9-20899470C53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627A8143-3F36-4E7A-9621-1FF59448AA0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9572C3B-A6DB-4587-81FD-57D1A439518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dc51d23a934144"/>
              </a:rPr>
              <a:t>Episode and signal types</a:t>
            </a:r>
          </a:p>
        </p:txBody>
      </p:sp>
      <p:sp>
        <p:nvSpPr>
          <p:cNvPr id="16" name="text-12">
            <a:extLst xmlns:a="http://schemas.openxmlformats.org/drawingml/2006/main">
              <a:ext uri="{FF2B5EF4-FFF2-40B4-BE49-F238E27FC236}">
                <a16:creationId xmlns:a16="http://schemas.microsoft.com/office/drawing/2014/main" id="{9DC05D55-8749-4085-B5E6-795D47E7411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357e3e432ce4572"/>
              </a:rPr>
              <a:t>Episode tests</a:t>
            </a:r>
          </a:p>
        </p:txBody>
      </p:sp>
      <p:sp>
        <p:nvSpPr>
          <p:cNvPr id="17" name="text-13">
            <a:extLst xmlns:a="http://schemas.openxmlformats.org/drawingml/2006/main">
              <a:ext uri="{FF2B5EF4-FFF2-40B4-BE49-F238E27FC236}">
                <a16:creationId xmlns:a16="http://schemas.microsoft.com/office/drawing/2014/main" id="{0429C035-6D2A-40F4-A877-F7FB3E33F1E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1a1a5f1f854408"/>
              </a:rPr>
              <a:t>Harness display</a:t>
            </a:r>
          </a:p>
        </p:txBody>
      </p:sp>
      <p:sp>
        <p:nvSpPr>
          <p:cNvPr id="18" name="text-14">
            <a:extLst xmlns:a="http://schemas.openxmlformats.org/drawingml/2006/main">
              <a:ext uri="{FF2B5EF4-FFF2-40B4-BE49-F238E27FC236}">
                <a16:creationId xmlns:a16="http://schemas.microsoft.com/office/drawing/2014/main" id="{47119F73-0DF1-4EEB-BFA4-F42DDFCFC65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13218665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E8E76527-A58D-489B-8B08-08B0F889E4C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779D8600-1C36-4AA3-BAF8-8ABE217A3D7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D18B3F2B-FAC4-44FA-8D9E-E67E8C86B3B8}"/>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68DCEB0F-FC11-4973-871A-D6D86DF62659}"/>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281159C4-651A-4086-816C-55AF12BF9B8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D2E052E8-1908-4734-B04C-AC9D35F9A4A3}"/>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F0F835-E965-4110-8AB9-CE6DBED91F0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BC7443F-DDCC-4E2E-8E4D-4C099A3628B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23340D4B-074D-4ABE-983C-E91D454C3A8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0B55F1C6-96DA-499E-9845-2794D3540BC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797474-7D34-485A-B2F2-1A8CD3ACE9F0}"/>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A3798797-D262-4B10-A92C-1CD9D757FB27}"/>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EBE93FB6-14CB-499A-AA11-FDF2925B779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A3ECEDE5-DC5D-4E00-B167-44B120FC38B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B505047-C21E-4D96-8ADD-FEB9AA9F19C3}"/>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FB88FA1-946D-4486-86FF-832AC24A5C8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8EF2D34B-720E-4B05-83ED-75F0D33095A1}"/>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DE1DAD77-2112-4779-845E-75DD8DF1A2D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A67D2598-5A23-4B63-8E45-18CA8C90DA1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E7C83518-5BA6-4EF4-961F-65FC3BC1BF9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1e106ac92f4854"/>
              </a:rPr>
              <a:t>Recorder</a:t>
            </a:r>
          </a:p>
        </p:txBody>
      </p:sp>
      <p:sp>
        <p:nvSpPr>
          <p:cNvPr id="21" name="text-13">
            <a:extLst xmlns:a="http://schemas.openxmlformats.org/drawingml/2006/main">
              <a:ext uri="{FF2B5EF4-FFF2-40B4-BE49-F238E27FC236}">
                <a16:creationId xmlns:a16="http://schemas.microsoft.com/office/drawing/2014/main" id="{B917A7BD-42F8-449E-B434-9231B10DD51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aa6e8d147ad41ba"/>
              </a:rPr>
              <a:t>Log writer</a:t>
            </a:r>
          </a:p>
        </p:txBody>
      </p:sp>
      <p:sp>
        <p:nvSpPr>
          <p:cNvPr id="22" name="text-14">
            <a:extLst xmlns:a="http://schemas.openxmlformats.org/drawingml/2006/main">
              <a:ext uri="{FF2B5EF4-FFF2-40B4-BE49-F238E27FC236}">
                <a16:creationId xmlns:a16="http://schemas.microsoft.com/office/drawing/2014/main" id="{D3C4149A-7535-45FA-8EFA-AB2CF2C6D4D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0af59f628674fcd"/>
              </a:rPr>
              <a:t>Report builder</a:t>
            </a:r>
          </a:p>
        </p:txBody>
      </p:sp>
      <p:sp>
        <p:nvSpPr>
          <p:cNvPr id="23" name="text-15">
            <a:extLst xmlns:a="http://schemas.openxmlformats.org/drawingml/2006/main">
              <a:ext uri="{FF2B5EF4-FFF2-40B4-BE49-F238E27FC236}">
                <a16:creationId xmlns:a16="http://schemas.microsoft.com/office/drawing/2014/main" id="{22083016-1EAC-4B23-8FB4-F8DBDA065CB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5111972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3EFD21A-DF85-4BD5-84FD-E510E02D355D}"/>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F718572C-D0E3-4A2F-81DD-00535AABC0E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A42EE4B2-98FB-42E8-8EF2-3C6CB2ACBE2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BE3F9F75-4D0A-4B2A-8A05-07050C0C141D}"/>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420E6C28-08B5-41B9-90AD-033C56CA9AC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CB29777-ECB0-4C67-9F66-210135C9478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AFB83D0B-65DA-4295-A52A-4EC68F36477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9C07741E-AECC-40A8-9198-B995F2E05B6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4E7D239-7946-4BD6-8F83-6CB84B2DFD9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D47E110F-A94F-48F0-BA3E-D7824867390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CE949D0F-5834-4BFE-B214-CA4580936B1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334A3D7-77DB-457E-9D02-54BAF2EDCF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29D82C0F-7006-4145-81C3-8E2EE9ABD6A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7258869D-69FE-4708-8F38-9500D1405A4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9619EF7-DAD3-41C1-BB2D-6D42D84B158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7cd2ca96d324ec3"/>
              </a:rPr>
              <a:t>Image store</a:t>
            </a:r>
          </a:p>
        </p:txBody>
      </p:sp>
      <p:sp>
        <p:nvSpPr>
          <p:cNvPr id="16" name="text-12">
            <a:extLst xmlns:a="http://schemas.openxmlformats.org/drawingml/2006/main">
              <a:ext uri="{FF2B5EF4-FFF2-40B4-BE49-F238E27FC236}">
                <a16:creationId xmlns:a16="http://schemas.microsoft.com/office/drawing/2014/main" id="{1F70FC9D-2FBE-4ADF-8D9D-B3ADA99F50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528b3cdeabe4946"/>
              </a:rPr>
              <a:t>Pipeline selection</a:t>
            </a:r>
          </a:p>
        </p:txBody>
      </p:sp>
      <p:sp>
        <p:nvSpPr>
          <p:cNvPr id="17" name="text-13">
            <a:extLst xmlns:a="http://schemas.openxmlformats.org/drawingml/2006/main">
              <a:ext uri="{FF2B5EF4-FFF2-40B4-BE49-F238E27FC236}">
                <a16:creationId xmlns:a16="http://schemas.microsoft.com/office/drawing/2014/main" id="{6DF2151D-3529-4D2D-BDAF-404D54205EE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24e4a3e89c423f"/>
              </a:rPr>
              <a:t>Report tests</a:t>
            </a:r>
          </a:p>
        </p:txBody>
      </p:sp>
      <p:sp>
        <p:nvSpPr>
          <p:cNvPr id="18" name="text-14">
            <a:extLst xmlns:a="http://schemas.openxmlformats.org/drawingml/2006/main">
              <a:ext uri="{FF2B5EF4-FFF2-40B4-BE49-F238E27FC236}">
                <a16:creationId xmlns:a16="http://schemas.microsoft.com/office/drawing/2014/main" id="{ED2C0B22-9C3D-4656-9D88-D957749E8E7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264282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D8CE04B-C10F-4100-A4D9-4C495B39E7F2}"/>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EEEEE2E6-8DAD-4417-AB7E-9DFFECD3591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E03A6DE8-DDDE-4D5D-9A6A-7568043DB63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ABD34EF1-C190-4847-88B8-BF26C724EE4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884312F1-E2C9-4B49-8BFB-5A532930DA8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3F05DC7-169C-4694-908E-ECE50F22A7BE}"/>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A629DF4B-8C92-4122-B3F9-52FF58349CD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124F703E-D9C2-4BE8-9D9A-E5A0329661F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352E049-04AF-41A1-8921-8D1F7AE288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8E47CEFC-EF15-45B6-86AB-1FC7C1E23713}"/>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23CDB2DD-B385-423F-93A8-D006A074448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2BD2FC7-19CE-495F-A5E0-6A637EFE5D7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A84892D6-E2CF-43FF-8F48-C3A3C270C27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EEF8384-AC73-4993-84BC-9DBEA997A11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088AB03-747E-449B-860E-72286D1AC7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79e633d6f44993"/>
              </a:rPr>
              <a:t>Log schema</a:t>
            </a:r>
          </a:p>
        </p:txBody>
      </p:sp>
      <p:sp>
        <p:nvSpPr>
          <p:cNvPr id="16" name="text-12">
            <a:extLst xmlns:a="http://schemas.openxmlformats.org/drawingml/2006/main">
              <a:ext uri="{FF2B5EF4-FFF2-40B4-BE49-F238E27FC236}">
                <a16:creationId xmlns:a16="http://schemas.microsoft.com/office/drawing/2014/main" id="{5590C9B0-54EA-4938-949E-119178386B5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b970fc5da84e10"/>
              </a:rPr>
              <a:t>Log validation</a:t>
            </a:r>
          </a:p>
        </p:txBody>
      </p:sp>
      <p:sp>
        <p:nvSpPr>
          <p:cNvPr id="17" name="text-13">
            <a:extLst xmlns:a="http://schemas.openxmlformats.org/drawingml/2006/main">
              <a:ext uri="{FF2B5EF4-FFF2-40B4-BE49-F238E27FC236}">
                <a16:creationId xmlns:a16="http://schemas.microsoft.com/office/drawing/2014/main" id="{CA0E3820-E029-4BC7-813F-2992A7ECE98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01aec7ef4134be2"/>
              </a:rPr>
              <a:t>Log tests</a:t>
            </a:r>
          </a:p>
        </p:txBody>
      </p:sp>
      <p:sp>
        <p:nvSpPr>
          <p:cNvPr id="18" name="text-14">
            <a:extLst xmlns:a="http://schemas.openxmlformats.org/drawingml/2006/main">
              <a:ext uri="{FF2B5EF4-FFF2-40B4-BE49-F238E27FC236}">
                <a16:creationId xmlns:a16="http://schemas.microsoft.com/office/drawing/2014/main" id="{AD45543B-1E00-4983-9ACF-32AD88A44D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6222301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576D6AF-5DD7-4F76-A833-F03EF31DE64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E56F921A-74B9-4EB2-9C0F-FC7CDB3BC36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2B4D247-1D16-4632-B0DC-99D0B5CCCD11}"/>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3F3B6951-FFC2-48C2-A692-ABFA2B788A7F}"/>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D62DCA7A-91FF-4D06-A0F5-77DC4C4D14B0}"/>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AC7E6C3C-5FA4-46A3-8E4E-F1A8077A34AC}"/>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3BD2AACE-44DB-4887-9734-61346A667E6D}"/>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973435DD-2362-4F81-A9DB-4E6911CCEE3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3712B844-0D04-4586-A0A6-6ECC93464D0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03B40C38-FEFA-4E3E-98C5-91EB5E9C4494}"/>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452DF806-992E-4D6B-8FF0-1130C5B0557A}"/>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2749B9BC-B6A7-4305-BE46-78CACCEC023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113C0AE0-7628-4193-A478-00F86884FB2A}"/>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2FC818AB-D711-4223-B813-C3D9393ECFF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64AC3115-7E34-4B0C-BE2D-6826500FF5A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f2d1e43bb674fe2"/>
              </a:rPr>
              <a:t>Report builder</a:t>
            </a:r>
          </a:p>
        </p:txBody>
      </p:sp>
      <p:sp>
        <p:nvSpPr>
          <p:cNvPr id="16" name="text-14">
            <a:extLst xmlns:a="http://schemas.openxmlformats.org/drawingml/2006/main">
              <a:ext uri="{FF2B5EF4-FFF2-40B4-BE49-F238E27FC236}">
                <a16:creationId xmlns:a16="http://schemas.microsoft.com/office/drawing/2014/main" id="{F3DB8D53-234C-434E-95BA-F3D94B98667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90e2bf16f42411f"/>
              </a:rPr>
              <a:t>Report tests</a:t>
            </a:r>
          </a:p>
        </p:txBody>
      </p:sp>
      <p:sp>
        <p:nvSpPr>
          <p:cNvPr id="17" name="text-15">
            <a:extLst xmlns:a="http://schemas.openxmlformats.org/drawingml/2006/main">
              <a:ext uri="{FF2B5EF4-FFF2-40B4-BE49-F238E27FC236}">
                <a16:creationId xmlns:a16="http://schemas.microsoft.com/office/drawing/2014/main" id="{D6FB4E12-8AFA-4B49-8D0E-29DEAC333ED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2ce874f94444c3"/>
              </a:rPr>
              <a:t>Integration replay</a:t>
            </a:r>
          </a:p>
        </p:txBody>
      </p:sp>
      <p:sp>
        <p:nvSpPr>
          <p:cNvPr id="18" name="text-16">
            <a:extLst xmlns:a="http://schemas.openxmlformats.org/drawingml/2006/main">
              <a:ext uri="{FF2B5EF4-FFF2-40B4-BE49-F238E27FC236}">
                <a16:creationId xmlns:a16="http://schemas.microsoft.com/office/drawing/2014/main" id="{446F34EA-41CC-4EC9-8E96-3DE97437E29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82668222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35573FDA-3961-4AAA-8F53-3E13FBB9D5B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AB775C13-259A-4BDB-84AB-4DD948E2DA6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76B2856F-2A26-447E-8AB9-E76909B9707B}"/>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E059A346-8DED-4E72-AF4E-AD13F621AB6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EDCCF60E-D3E7-41AE-8490-82F0FCAF2B54}"/>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C4CBF106-CE24-4A51-BBB3-C04DA3A42208}"/>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CE58914-A465-454B-8722-90AD2E85E776}"/>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12A0B89D-8691-407A-9A49-65B9BA87D9F3}"/>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10836D32-3235-4541-B05C-0E4257477B9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5480B800-CFAE-4579-BB10-A6B3A19554C4}"/>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A43041-C45F-4EAE-90B7-ED7148C47A34}"/>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5B61AD6-9584-4F7C-96A0-F084DB74197C}"/>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973B2AB6-E56B-4BEC-BACA-3BE69549F8EA}"/>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6AFDFF4C-47FA-4675-837C-B40F6EEA7429}"/>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FB8E0F-6FC8-4FBF-B323-921C73C0D5D1}"/>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7DCE362C-338F-45C9-80D4-3BAF3FF2AE3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82BA128A-F4F5-4C9E-BF3F-1349A6687517}"/>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3344C480-78E1-451D-BDB4-9CD9BD179B91}"/>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75EA86C8-0EE4-4FAF-905F-159ADFEABCA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1E72A15F-E40F-4E86-BEC1-9B3032F2492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371a7ae3f449b1"/>
              </a:rPr>
              <a:t>Pipeline lifecycle</a:t>
            </a:r>
          </a:p>
        </p:txBody>
      </p:sp>
      <p:sp>
        <p:nvSpPr>
          <p:cNvPr id="21" name="text-13">
            <a:extLst xmlns:a="http://schemas.openxmlformats.org/drawingml/2006/main">
              <a:ext uri="{FF2B5EF4-FFF2-40B4-BE49-F238E27FC236}">
                <a16:creationId xmlns:a16="http://schemas.microsoft.com/office/drawing/2014/main" id="{C22820E9-9093-4D3A-9503-E247EDB7D96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06e817b1e44b62"/>
              </a:rPr>
              <a:t>Lifecycle integration</a:t>
            </a:r>
          </a:p>
        </p:txBody>
      </p:sp>
      <p:sp>
        <p:nvSpPr>
          <p:cNvPr id="22" name="text-14">
            <a:extLst xmlns:a="http://schemas.openxmlformats.org/drawingml/2006/main">
              <a:ext uri="{FF2B5EF4-FFF2-40B4-BE49-F238E27FC236}">
                <a16:creationId xmlns:a16="http://schemas.microsoft.com/office/drawing/2014/main" id="{812BF48E-BC38-4BCA-8B81-53EA3EB62EB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5ad8607c573453b"/>
              </a:rPr>
              <a:t>One-shot test</a:t>
            </a:r>
          </a:p>
        </p:txBody>
      </p:sp>
      <p:sp>
        <p:nvSpPr>
          <p:cNvPr id="23" name="text-15">
            <a:extLst xmlns:a="http://schemas.openxmlformats.org/drawingml/2006/main">
              <a:ext uri="{FF2B5EF4-FFF2-40B4-BE49-F238E27FC236}">
                <a16:creationId xmlns:a16="http://schemas.microsoft.com/office/drawing/2014/main" id="{7B239EAE-6228-4AEC-A278-66712C296FF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6758569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BF146914-8B88-4760-A764-B10E6DFBE1F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51DEED2D-B7D3-4BC8-A94E-59A0AE5E49C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B37E1D68-1807-405C-8364-3E99B2A0F80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5A723E41-77EA-414B-A46D-1CF7B1D09B1F}"/>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BED7346E-858F-44EB-927D-4365C56361B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F1FEF1A-1687-4C59-8D13-333A0906AAE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B52A4D09-163E-4DEA-8655-D020201C7B0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07908F73-0998-4C0D-9121-159BF4FAD8B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9AF2AF17-3D12-447E-8956-12E7ABAB380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328AB6B5-EF30-4C95-AC37-A01C4934B7A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05032220-04BF-40AC-BDB4-F8CE762A922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7BAC1CB4-ECED-4C74-AFE1-7714F3BBF66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7F551E15-473B-4F91-87F7-0BB48636D08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53B91CDB-A1B6-4B1C-96C5-EB2A7E347ED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FBB44D4-6CDA-47E8-9D96-92A30C26253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af46ab0a1df4ebf"/>
              </a:rPr>
              <a:t>Pipeline error path</a:t>
            </a:r>
          </a:p>
        </p:txBody>
      </p:sp>
      <p:sp>
        <p:nvSpPr>
          <p:cNvPr id="16" name="text-12">
            <a:extLst xmlns:a="http://schemas.openxmlformats.org/drawingml/2006/main">
              <a:ext uri="{FF2B5EF4-FFF2-40B4-BE49-F238E27FC236}">
                <a16:creationId xmlns:a16="http://schemas.microsoft.com/office/drawing/2014/main" id="{5E8BCB4F-A7FE-473E-8150-D6C7857911DD}"/>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9d0a4d97e3b43cd"/>
              </a:rPr>
              <a:t>Failure tests</a:t>
            </a:r>
          </a:p>
        </p:txBody>
      </p:sp>
      <p:sp>
        <p:nvSpPr>
          <p:cNvPr id="17" name="text-13">
            <a:extLst xmlns:a="http://schemas.openxmlformats.org/drawingml/2006/main">
              <a:ext uri="{FF2B5EF4-FFF2-40B4-BE49-F238E27FC236}">
                <a16:creationId xmlns:a16="http://schemas.microsoft.com/office/drawing/2014/main" id="{E9B7C028-8177-45D4-A830-2DC0AB3F4E12}"/>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59b69882e5d4595"/>
              </a:rPr>
              <a:t>Harness model</a:t>
            </a:r>
          </a:p>
        </p:txBody>
      </p:sp>
      <p:sp>
        <p:nvSpPr>
          <p:cNvPr id="18" name="text-14">
            <a:extLst xmlns:a="http://schemas.openxmlformats.org/drawingml/2006/main">
              <a:ext uri="{FF2B5EF4-FFF2-40B4-BE49-F238E27FC236}">
                <a16:creationId xmlns:a16="http://schemas.microsoft.com/office/drawing/2014/main" id="{E4AF61EE-90C6-4BB3-8E78-50749C164AD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1248254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626886B-9374-4E09-9F05-7BAA450546A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EC5850F2-A073-4DCF-B785-24210FCEA067}"/>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3EB0CA3F-935A-4C2C-90F1-0DC8237E77B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8EF781DB-F111-4297-88CF-755CBC01A9E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85FF4A19-7AF3-4506-A5DF-E73246C7CCA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3D86FDB-B7FB-44CF-B48B-73CB9F507BE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22D6D04E-5302-4BFF-9252-784A93AE4C89}"/>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6CF41054-5650-41D4-8368-273538F996A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D3885C9-DB28-4A4B-8A1F-1BBBFEFC2F0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C30A8EA0-E1CA-4655-BF11-763E72166C9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AE4CEEAF-2B6C-49AB-883E-121B0407153A}"/>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8F6A277-EAFC-4C4C-ABFB-0366CC800D1D}"/>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E626770C-D4C1-4E80-BF9C-D9A7311400B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3D315358-44C0-4646-93B9-96EB0C094631}"/>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5FAB8DD5-813B-4729-8C9E-7B1B47DB40E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c8d0f8756274242"/>
              </a:rPr>
              <a:t>Fixture evaluator</a:t>
            </a:r>
          </a:p>
        </p:txBody>
      </p:sp>
      <p:sp>
        <p:nvSpPr>
          <p:cNvPr id="16" name="text-12">
            <a:extLst xmlns:a="http://schemas.openxmlformats.org/drawingml/2006/main">
              <a:ext uri="{FF2B5EF4-FFF2-40B4-BE49-F238E27FC236}">
                <a16:creationId xmlns:a16="http://schemas.microsoft.com/office/drawing/2014/main" id="{FB29BEA6-2214-4974-88A1-52287B652DC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da1f6f245a54d37"/>
              </a:rPr>
              <a:t>Annotation data</a:t>
            </a:r>
          </a:p>
        </p:txBody>
      </p:sp>
      <p:sp>
        <p:nvSpPr>
          <p:cNvPr id="17" name="text-13">
            <a:extLst xmlns:a="http://schemas.openxmlformats.org/drawingml/2006/main">
              <a:ext uri="{FF2B5EF4-FFF2-40B4-BE49-F238E27FC236}">
                <a16:creationId xmlns:a16="http://schemas.microsoft.com/office/drawing/2014/main" id="{CB8BA3EF-6E12-43B8-8672-2A037066023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42b97b84502407f"/>
              </a:rPr>
              <a:t>Evaluator tests</a:t>
            </a:r>
          </a:p>
        </p:txBody>
      </p:sp>
      <p:sp>
        <p:nvSpPr>
          <p:cNvPr id="18" name="text-14">
            <a:extLst xmlns:a="http://schemas.openxmlformats.org/drawingml/2006/main">
              <a:ext uri="{FF2B5EF4-FFF2-40B4-BE49-F238E27FC236}">
                <a16:creationId xmlns:a16="http://schemas.microsoft.com/office/drawing/2014/main" id="{98C2F0E2-E005-46F7-A040-50DE20BD61F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4182862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262DDA7-0877-4AC6-8C08-68DF90BC3A2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89BF03DC-8699-4955-BD44-1853893AC01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CA338003-80B5-45E1-A640-412C4E3C142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16FDDB66-53F8-407D-81E2-7CC0A534F7E6}"/>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2F5A1BCE-AF00-450E-B753-8A632D782173}"/>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35BBD3EA-8F85-485B-AF97-156C27BB206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528D5CA0-5CE4-462F-8384-A0DFDFACE86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BD2DBF7C-E4E6-45A6-8EE4-2FEF86B6E75E}"/>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66A105B2-81C2-41AB-A14B-98B71E1789BB}"/>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23DFFFB3-D248-425C-90CD-7FC32FAC484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6A3812B9-EAE8-41F0-ACA6-66657215338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CDC6D0DB-184A-4B32-BBB7-F57018C02F73}"/>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41DEA36F-AE61-4C3B-8103-8ED06E6D59B7}"/>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9E23D28F-555D-4940-8ED1-F540BC254E9B}"/>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F5EF7BFF-3908-4BD0-BE60-52871E45391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C93ECEFC-5250-47F2-BB4D-C8549D1EA3BD}"/>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E94F7F49-290B-40C2-84AD-BF2870C498CC}"/>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899030AF-94E8-4B7B-A5EC-EC4AE6472DD5}"/>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B93549F6-B326-44EF-AFDD-3338AA87F4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F1977488-DCBF-4F80-93CF-77CB4351BA7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af1f79619546ca"/>
              </a:rPr>
              <a:t>Positive evaluation</a:t>
            </a:r>
          </a:p>
        </p:txBody>
      </p:sp>
      <p:sp>
        <p:nvSpPr>
          <p:cNvPr id="21" name="text-17">
            <a:extLst xmlns:a="http://schemas.openxmlformats.org/drawingml/2006/main">
              <a:ext uri="{FF2B5EF4-FFF2-40B4-BE49-F238E27FC236}">
                <a16:creationId xmlns:a16="http://schemas.microsoft.com/office/drawing/2014/main" id="{6ECA65BA-23B7-472A-A0F4-3BC23CBAF1C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d4d827915ef4692"/>
              </a:rPr>
              <a:t>Negative evaluation</a:t>
            </a:r>
          </a:p>
        </p:txBody>
      </p:sp>
      <p:sp>
        <p:nvSpPr>
          <p:cNvPr id="22" name="text-18">
            <a:extLst xmlns:a="http://schemas.openxmlformats.org/drawingml/2006/main">
              <a:ext uri="{FF2B5EF4-FFF2-40B4-BE49-F238E27FC236}">
                <a16:creationId xmlns:a16="http://schemas.microsoft.com/office/drawing/2014/main" id="{223059DA-0501-400F-8BBF-EF809BF720D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78a4ff8d4745f7"/>
              </a:rPr>
              <a:t>Positive report</a:t>
            </a:r>
          </a:p>
        </p:txBody>
      </p:sp>
      <p:sp>
        <p:nvSpPr>
          <p:cNvPr id="23" name="text-19">
            <a:extLst xmlns:a="http://schemas.openxmlformats.org/drawingml/2006/main">
              <a:ext uri="{FF2B5EF4-FFF2-40B4-BE49-F238E27FC236}">
                <a16:creationId xmlns:a16="http://schemas.microsoft.com/office/drawing/2014/main" id="{F6C88562-F37D-493F-9841-A2D6EA09F20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103523041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552FE0-17E1-41EF-B12A-6151C2E6CAF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47129E74-7F84-42C6-8DD9-2ADF16CA4FB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8EF5A937-0A37-46DA-AEF8-65D1CBD42C9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83BF7872-FA1C-4B9D-AB1A-DD2828A8BEB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90C6F4A7-9D0B-4B87-ACF8-54166DD0474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ACA125E-E742-4D15-8B29-2ACEE1F8045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401C83C5-1AAC-4586-92DA-80CF1F8B50B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81503047-78AE-4B15-ACFC-28C910BB14B4}"/>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DC86CBC4-0216-43AA-BE81-494773C4997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8AC51944-9C1B-4EEA-9F96-69D60AB0BE8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3DCF039A-500E-401B-A1BD-50F0DEAF1B3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1A2B14AC-51AB-482F-8B34-7349D0F4EF9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C5500146-4593-4493-B4EC-B771DF10C17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9AD6D2D2-FD46-47AF-BB3B-6FD3AB8E280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2A77C7E-3684-4F7D-96AD-8CCD505A6E1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7ac1fa55ea64f3f"/>
              </a:rPr>
              <a:t>Comparator</a:t>
            </a:r>
          </a:p>
        </p:txBody>
      </p:sp>
      <p:sp>
        <p:nvSpPr>
          <p:cNvPr id="16" name="text-12">
            <a:extLst xmlns:a="http://schemas.openxmlformats.org/drawingml/2006/main">
              <a:ext uri="{FF2B5EF4-FFF2-40B4-BE49-F238E27FC236}">
                <a16:creationId xmlns:a16="http://schemas.microsoft.com/office/drawing/2014/main" id="{8BB5543D-E914-456E-9641-51051D1A80B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d54f78124114da3"/>
              </a:rPr>
              <a:t>Evaluation CLI</a:t>
            </a:r>
          </a:p>
        </p:txBody>
      </p:sp>
      <p:sp>
        <p:nvSpPr>
          <p:cNvPr id="17" name="text-13">
            <a:extLst xmlns:a="http://schemas.openxmlformats.org/drawingml/2006/main">
              <a:ext uri="{FF2B5EF4-FFF2-40B4-BE49-F238E27FC236}">
                <a16:creationId xmlns:a16="http://schemas.microsoft.com/office/drawing/2014/main" id="{E1D5B296-9D0D-4796-B6AE-F7E72A55893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4688fc17e54b41"/>
              </a:rPr>
              <a:t>Comparator tests</a:t>
            </a:r>
          </a:p>
        </p:txBody>
      </p:sp>
      <p:sp>
        <p:nvSpPr>
          <p:cNvPr id="18" name="text-14">
            <a:extLst xmlns:a="http://schemas.openxmlformats.org/drawingml/2006/main">
              <a:ext uri="{FF2B5EF4-FFF2-40B4-BE49-F238E27FC236}">
                <a16:creationId xmlns:a16="http://schemas.microsoft.com/office/drawing/2014/main" id="{D418A3F8-D2BC-41C3-B4A4-4FFD1E9A691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18714003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DD35D5D-6D4A-46FB-9C8C-4BACFF135CE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D25A32D0-4AA9-4FBB-B0EF-B573F6D062D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6D9678EB-5040-454D-84CE-DAD4348C6A52}"/>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7B4DF727-EB63-4AD5-AF73-D7B797EA3D9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666F950A-496D-4E09-8281-6C0667A2348B}"/>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DAD4D621-1667-4852-BA8C-037901B985BB}"/>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DF2B8B-B56D-423C-AD0F-ACC32AA7C8EE}"/>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2D52B57-F58F-476A-873B-32ED4757A62E}"/>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EC45C1B0-3655-4C62-A0E8-ACD402DCAEE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70112CFA-ED99-4C81-8E59-F8B0573555AC}"/>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2847C2-DFE3-4756-898B-A54CE4F2988F}"/>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31BA6FDB-815C-44AA-A4EA-D26564A9B184}"/>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3E738F38-D20F-460C-AA76-E7B321F0A87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AE4A6D12-B609-491A-BE8E-C493B5D15BB8}"/>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4722D0-1A4D-498E-A255-A91E20F134D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4B48FFD-2BE9-4D1E-89E5-C8BD8DCC5B4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F957CF9E-7CDA-45B9-90A9-5F9334EDAF86}"/>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F7D9517A-3D25-455A-B04D-08C87389C38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459CDF21-331A-4846-BEAA-67B3D54EF85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C1736DF6-8A07-441F-91D0-185E1110A0E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8970b5cf7f487f"/>
              </a:rPr>
              <a:t>Bootstrap</a:t>
            </a:r>
          </a:p>
        </p:txBody>
      </p:sp>
      <p:sp>
        <p:nvSpPr>
          <p:cNvPr id="21" name="text-13">
            <a:extLst xmlns:a="http://schemas.openxmlformats.org/drawingml/2006/main">
              <a:ext uri="{FF2B5EF4-FFF2-40B4-BE49-F238E27FC236}">
                <a16:creationId xmlns:a16="http://schemas.microsoft.com/office/drawing/2014/main" id="{C50651F4-F887-4647-8CA9-38001607634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293b0357d514d44"/>
              </a:rPr>
              <a:t>Harness model</a:t>
            </a:r>
          </a:p>
        </p:txBody>
      </p:sp>
      <p:sp>
        <p:nvSpPr>
          <p:cNvPr id="22" name="text-14">
            <a:extLst xmlns:a="http://schemas.openxmlformats.org/drawingml/2006/main">
              <a:ext uri="{FF2B5EF4-FFF2-40B4-BE49-F238E27FC236}">
                <a16:creationId xmlns:a16="http://schemas.microsoft.com/office/drawing/2014/main" id="{FD71A6CB-A4A9-4513-995C-CCF5CCA3D32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1896994214c4495"/>
              </a:rPr>
              <a:t>Bundle checks</a:t>
            </a:r>
          </a:p>
        </p:txBody>
      </p:sp>
      <p:sp>
        <p:nvSpPr>
          <p:cNvPr id="23" name="text-15">
            <a:extLst xmlns:a="http://schemas.openxmlformats.org/drawingml/2006/main">
              <a:ext uri="{FF2B5EF4-FFF2-40B4-BE49-F238E27FC236}">
                <a16:creationId xmlns:a16="http://schemas.microsoft.com/office/drawing/2014/main" id="{648DE176-60BE-4F6D-8598-34424D4890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8364433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53056E9-1C47-4C1F-B523-21E96EA3B86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E89FC5E5-4AFF-4A58-AD47-26E6CF78AB83}"/>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771BC339-752C-44B1-8AEA-BC147C085AA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053AD340-9F1B-4E0B-9870-7C23C192865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55AC1C2B-533D-45B7-90D7-F2EAD794B797}"/>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1713526-EA57-47AF-8D3A-CE26115F997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531FF039-41FD-468A-9B1A-153C76F470A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469328BB-E1F3-4BC4-A479-ACA0DB6C423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7BBC27F6-C42F-4957-9420-E31C4DCA45A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AB81E515-DEF5-400F-867D-F7ACE69E6EF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084D5A7F-1FFD-4502-9070-BCE541386AF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F3710E08-A538-4A18-9295-5D25421BC667}"/>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F091F7A3-5593-4B93-BF00-FD58E90B4E18}"/>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5A4D540B-1E58-4897-8F83-D6E9787CDA2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968DBA64-9C8A-4BAD-A687-A55F721C362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DFAB9664-98A9-461B-A50D-D65E8AD2B82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74d77234e44288"/>
              </a:rPr>
              <a:t>Diagnostic scheme</a:t>
            </a:r>
          </a:p>
        </p:txBody>
      </p:sp>
      <p:sp>
        <p:nvSpPr>
          <p:cNvPr id="17" name="text-13">
            <a:extLst xmlns:a="http://schemas.openxmlformats.org/drawingml/2006/main">
              <a:ext uri="{FF2B5EF4-FFF2-40B4-BE49-F238E27FC236}">
                <a16:creationId xmlns:a16="http://schemas.microsoft.com/office/drawing/2014/main" id="{BD1C47C7-ED86-4781-B0F5-30D9F049453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4ed1059b1874c2e"/>
              </a:rPr>
              <a:t>Harness export</a:t>
            </a:r>
          </a:p>
        </p:txBody>
      </p:sp>
      <p:sp>
        <p:nvSpPr>
          <p:cNvPr id="18" name="text-14">
            <a:extLst xmlns:a="http://schemas.openxmlformats.org/drawingml/2006/main">
              <a:ext uri="{FF2B5EF4-FFF2-40B4-BE49-F238E27FC236}">
                <a16:creationId xmlns:a16="http://schemas.microsoft.com/office/drawing/2014/main" id="{68D577AD-F9AF-4222-810C-080A2572D5B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9a50a950b6e45e5"/>
              </a:rPr>
              <a:t>Phone verification</a:t>
            </a:r>
          </a:p>
        </p:txBody>
      </p:sp>
      <p:sp>
        <p:nvSpPr>
          <p:cNvPr id="19" name="text-15">
            <a:extLst xmlns:a="http://schemas.openxmlformats.org/drawingml/2006/main">
              <a:ext uri="{FF2B5EF4-FFF2-40B4-BE49-F238E27FC236}">
                <a16:creationId xmlns:a16="http://schemas.microsoft.com/office/drawing/2014/main" id="{A70D2BB8-9E95-463D-8B0D-DB72E2EFCD06}"/>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12692121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498C2195-F931-43A1-ABAD-2CDEE209BEC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FF090029-8845-4825-B524-1E5FDC9824C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75D0D3C4-D671-4CB0-96F7-75029EB8582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0C41C5F4-A2F3-4708-8ED9-8EF6C182170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30AC73F6-544F-45E5-BB4B-77612561894E}"/>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79CBFFD-22AD-4DCF-8D33-B402270C319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9E72FE56-0272-4474-9020-6A6CB7A06CB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35B9550E-9F12-4685-859C-BC7E9E2A912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BF4F8971-762C-455A-894D-E192F20BE4A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91BC38F7-146F-4C02-A477-5DCE4F278EE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FBED1977-BECF-47B4-A83A-C856A9FFC8D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B6511E98-C42D-47D0-A661-2B0AC15DA4D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79C154A8-2128-47E4-B073-A5CE4C4C57E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8929F537-0F4E-4D49-9F9B-8F6095CE129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74D2C9E2-4DFD-416B-9C86-F2FA7D9F7D5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71108D9B-C502-4664-8108-44EAB57F498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b3d5116d274ba2"/>
              </a:rPr>
              <a:t>Harness replay</a:t>
            </a:r>
          </a:p>
        </p:txBody>
      </p:sp>
      <p:sp>
        <p:nvSpPr>
          <p:cNvPr id="17" name="text-13">
            <a:extLst xmlns:a="http://schemas.openxmlformats.org/drawingml/2006/main">
              <a:ext uri="{FF2B5EF4-FFF2-40B4-BE49-F238E27FC236}">
                <a16:creationId xmlns:a16="http://schemas.microsoft.com/office/drawing/2014/main" id="{89C9CFD1-6E07-464B-BF10-8C21366E2C7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eb181d4de0148d6"/>
              </a:rPr>
              <a:t>Comparator preconditions</a:t>
            </a:r>
          </a:p>
        </p:txBody>
      </p:sp>
      <p:sp>
        <p:nvSpPr>
          <p:cNvPr id="18" name="text-14">
            <a:extLst xmlns:a="http://schemas.openxmlformats.org/drawingml/2006/main">
              <a:ext uri="{FF2B5EF4-FFF2-40B4-BE49-F238E27FC236}">
                <a16:creationId xmlns:a16="http://schemas.microsoft.com/office/drawing/2014/main" id="{F5D3EB0D-27DC-439C-9DA9-288028F6B62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7e6c60a3494ab9"/>
              </a:rPr>
              <a:t>Report resources</a:t>
            </a:r>
          </a:p>
        </p:txBody>
      </p:sp>
      <p:sp>
        <p:nvSpPr>
          <p:cNvPr id="19" name="text-15">
            <a:extLst xmlns:a="http://schemas.openxmlformats.org/drawingml/2006/main">
              <a:ext uri="{FF2B5EF4-FFF2-40B4-BE49-F238E27FC236}">
                <a16:creationId xmlns:a16="http://schemas.microsoft.com/office/drawing/2014/main" id="{32C037FF-5B3C-41AA-BB05-284E515C316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9660443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33C9230-D1BF-46AF-8544-131252F7D6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F77AC246-C500-4E36-9389-192E4188C67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72EAF86F-B445-4188-B72B-8F6D3555093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FC02B1DB-A84B-4C58-A7E1-4F99D0E0F23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C70452F0-D637-42BA-BEF7-9D579CB799C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3B6B283A-A52D-400B-BA03-E0C754B2E4A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E07128D7-69C1-477F-8DD2-3E0BDFA3354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F7594C52-8208-4836-AE9B-387D5006FD0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C234B55-C19E-468C-87D2-81649B43D9F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1A53005A-D10E-4273-B444-1244CB5A8128}"/>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DFCA9FCB-C229-43F4-85A5-CFA109B80BB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1D9959E-5723-4D1E-AF7E-9015A690E3C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977913C4-6767-4CF8-9545-0EE239EB57C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C841B543-18A6-4149-9CD1-8ECD30D5F3B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AAA652D6-BE18-44F0-9827-FE5BCF9141CC}"/>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756bba9a8b462b"/>
              </a:rPr>
              <a:t>Production pipeline</a:t>
            </a:r>
          </a:p>
        </p:txBody>
      </p:sp>
      <p:sp>
        <p:nvSpPr>
          <p:cNvPr id="16" name="text-12">
            <a:extLst xmlns:a="http://schemas.openxmlformats.org/drawingml/2006/main">
              <a:ext uri="{FF2B5EF4-FFF2-40B4-BE49-F238E27FC236}">
                <a16:creationId xmlns:a16="http://schemas.microsoft.com/office/drawing/2014/main" id="{A70C0B27-EF42-4792-911C-732CEECDA88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55d02297284411c"/>
              </a:rPr>
              <a:t>Integration suite</a:t>
            </a:r>
          </a:p>
        </p:txBody>
      </p:sp>
      <p:sp>
        <p:nvSpPr>
          <p:cNvPr id="17" name="text-13">
            <a:extLst xmlns:a="http://schemas.openxmlformats.org/drawingml/2006/main">
              <a:ext uri="{FF2B5EF4-FFF2-40B4-BE49-F238E27FC236}">
                <a16:creationId xmlns:a16="http://schemas.microsoft.com/office/drawing/2014/main" id="{83979C3C-B82B-469A-84F4-4329673ED30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6a8f2efab4a4a14"/>
              </a:rPr>
              <a:t>Package boundaries</a:t>
            </a:r>
          </a:p>
        </p:txBody>
      </p:sp>
      <p:sp>
        <p:nvSpPr>
          <p:cNvPr id="18" name="text-14">
            <a:extLst xmlns:a="http://schemas.openxmlformats.org/drawingml/2006/main">
              <a:ext uri="{FF2B5EF4-FFF2-40B4-BE49-F238E27FC236}">
                <a16:creationId xmlns:a16="http://schemas.microsoft.com/office/drawing/2014/main" id="{3A3BE8BD-A684-406E-AB22-C7E93E56452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947835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0D2E0C7-E74B-4E68-AB60-6010FB787D5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9FF8DB73-C588-4C09-8CFF-5F42A31C046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12A8685A-A325-440D-8B8D-08BB3DC0111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4B234A65-99C9-45D7-82DE-A495D08D2E55}"/>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16C329E8-65A1-4DD2-BB24-6AEE8F71423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98276E3-D432-4AB9-9961-DB3E84B71FF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54653808-8FAC-41BA-B1BB-11FBC6E6DCD8}"/>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07C79D1E-06D6-4A45-8C73-DB5F82FBA47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31C9891-6A9C-4B1D-A531-9251520FF36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A39466CE-E492-45C1-8152-EA647DE80EAC}"/>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A9E2B9F7-6BBC-43CA-B308-CD324749AD6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E7E4FE4-2004-4A79-A5E8-8A96BD2031A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8C2301B5-18A8-450D-B080-626FC2140717}"/>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D578842A-2552-4F54-88A4-8AC918726EC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AD42087-7484-4617-9628-8A1D238D05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d55bd0c4d3419e"/>
              </a:rPr>
              <a:t>Source package</a:t>
            </a:r>
          </a:p>
        </p:txBody>
      </p:sp>
      <p:sp>
        <p:nvSpPr>
          <p:cNvPr id="16" name="text-12">
            <a:extLst xmlns:a="http://schemas.openxmlformats.org/drawingml/2006/main">
              <a:ext uri="{FF2B5EF4-FFF2-40B4-BE49-F238E27FC236}">
                <a16:creationId xmlns:a16="http://schemas.microsoft.com/office/drawing/2014/main" id="{B5CFA868-06FD-4A4D-8B42-5B99F61F723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81f436ac9ff482f"/>
              </a:rPr>
              <a:t>Test package</a:t>
            </a:r>
          </a:p>
        </p:txBody>
      </p:sp>
      <p:sp>
        <p:nvSpPr>
          <p:cNvPr id="17" name="text-13">
            <a:extLst xmlns:a="http://schemas.openxmlformats.org/drawingml/2006/main">
              <a:ext uri="{FF2B5EF4-FFF2-40B4-BE49-F238E27FC236}">
                <a16:creationId xmlns:a16="http://schemas.microsoft.com/office/drawing/2014/main" id="{1232DA04-F88F-42AF-8DC3-A7F87F9C9C8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3fd009afe034f4f"/>
              </a:rPr>
              <a:t>Acceptance record</a:t>
            </a:r>
          </a:p>
        </p:txBody>
      </p:sp>
      <p:sp>
        <p:nvSpPr>
          <p:cNvPr id="18" name="text-14">
            <a:extLst xmlns:a="http://schemas.openxmlformats.org/drawingml/2006/main">
              <a:ext uri="{FF2B5EF4-FFF2-40B4-BE49-F238E27FC236}">
                <a16:creationId xmlns:a16="http://schemas.microsoft.com/office/drawing/2014/main" id="{233FE755-B371-48CF-BE93-AD96F88440B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282942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2026-09-21T02:13:38.4720000Z</dcterms:created>
  <dcterms:modified xsi:type="dcterms:W3CDTF">2026-09-21T02:13:38.4720000Z</dcterms:modified>
</coreProperties>
</file>