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26b084df094b6e" /><Relationship Type="http://schemas.openxmlformats.org/officeDocument/2006/relationships/extended-properties" Target="/docProps/app.xml" Id="R7f3d016aa67942ed" /><Relationship Type="http://schemas.openxmlformats.org/officeDocument/2006/relationships/officeDocument" Target="/ppt/presentation.xml" Id="R65180ad041f44054" /></Relationships>
</file>

<file path=ppt/presentation.xml><?xml version="1.0" encoding="utf-8"?>
<p:presentation xmlns:p="http://schemas.openxmlformats.org/presentationml/2006/main">
  <p:sldMasterIdLst>
    <p:sldMasterId xmlns:r="http://schemas.openxmlformats.org/officeDocument/2006/relationships" id="2147483648" r:id="R974ba0b6274b46e1"/>
  </p:sldMasterIdLst>
  <p:notesMasterIdLst>
    <p:notesMasterId xmlns:r="http://schemas.openxmlformats.org/officeDocument/2006/relationships" r:id="R66dcb0a523d94709"/>
  </p:notesMasterIdLst>
  <p:sldIdLst>
    <p:sldId xmlns:r="http://schemas.openxmlformats.org/officeDocument/2006/relationships" id="256" r:id="R28aebed28d2d475e"/>
    <p:sldId xmlns:r="http://schemas.openxmlformats.org/officeDocument/2006/relationships" id="257" r:id="Rd02a08b1583f467a"/>
    <p:sldId xmlns:r="http://schemas.openxmlformats.org/officeDocument/2006/relationships" id="258" r:id="R14feb525a83547c4"/>
    <p:sldId xmlns:r="http://schemas.openxmlformats.org/officeDocument/2006/relationships" id="259" r:id="R8752e738fda146c1"/>
    <p:sldId xmlns:r="http://schemas.openxmlformats.org/officeDocument/2006/relationships" id="260" r:id="R4413f3b69d3049e1"/>
    <p:sldId xmlns:r="http://schemas.openxmlformats.org/officeDocument/2006/relationships" id="261" r:id="R5a5f36f179ee4a70"/>
    <p:sldId xmlns:r="http://schemas.openxmlformats.org/officeDocument/2006/relationships" id="262" r:id="R386763c8b2cc4d1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704fe558cc4ad3" /><Relationship Type="http://schemas.openxmlformats.org/officeDocument/2006/relationships/slideMaster" Target="/ppt/slideMasters/slideMaster1.xml" Id="R974ba0b6274b46e1" /><Relationship Type="http://schemas.openxmlformats.org/officeDocument/2006/relationships/notesMaster" Target="/ppt/notesMasters/notesMaster1.xml" Id="R66dcb0a523d94709" /><Relationship Type="http://schemas.openxmlformats.org/officeDocument/2006/relationships/presProps" Target="/ppt/presProps.xml" Id="R05f5559b117a4938" /><Relationship Type="http://schemas.openxmlformats.org/officeDocument/2006/relationships/tableStyles" Target="/ppt/tableStyles.xml" Id="Rb8205003fad54c44" /><Relationship Type="http://schemas.openxmlformats.org/officeDocument/2006/relationships/slide" Target="/ppt/slides/slide1.xml" Id="R28aebed28d2d475e" /><Relationship Type="http://schemas.openxmlformats.org/officeDocument/2006/relationships/slide" Target="/ppt/slides/slide2.xml" Id="Rd02a08b1583f467a" /><Relationship Type="http://schemas.openxmlformats.org/officeDocument/2006/relationships/slide" Target="/ppt/slides/slide3.xml" Id="R14feb525a83547c4" /><Relationship Type="http://schemas.openxmlformats.org/officeDocument/2006/relationships/slide" Target="/ppt/slides/slide4.xml" Id="R8752e738fda146c1" /><Relationship Type="http://schemas.openxmlformats.org/officeDocument/2006/relationships/slide" Target="/ppt/slides/slide5.xml" Id="R4413f3b69d3049e1" /><Relationship Type="http://schemas.openxmlformats.org/officeDocument/2006/relationships/slide" Target="/ppt/slides/slide6.xml" Id="R5a5f36f179ee4a70" /><Relationship Type="http://schemas.openxmlformats.org/officeDocument/2006/relationships/slide" Target="/ppt/slides/slide7.xml" Id="R386763c8b2cc4d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61f86dbc4348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6dd1a4771e45bd" /><Relationship Type="http://schemas.openxmlformats.org/officeDocument/2006/relationships/notesMaster" Target="/ppt/notesMasters/notesMaster1.xml" Id="R65fb9239cb814b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1e307d792d4370" /><Relationship Type="http://schemas.openxmlformats.org/officeDocument/2006/relationships/notesMaster" Target="/ppt/notesMasters/notesMaster1.xml" Id="Rf2e41fb5edf941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eb54c0218d4d81" /><Relationship Type="http://schemas.openxmlformats.org/officeDocument/2006/relationships/notesMaster" Target="/ppt/notesMasters/notesMaster1.xml" Id="R6a724793950645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a9d542d3b046cd" /><Relationship Type="http://schemas.openxmlformats.org/officeDocument/2006/relationships/notesMaster" Target="/ppt/notesMasters/notesMaster1.xml" Id="Ra32fa695005c41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a2bc99e8514e1c" /><Relationship Type="http://schemas.openxmlformats.org/officeDocument/2006/relationships/notesMaster" Target="/ppt/notesMasters/notesMaster1.xml" Id="R5c38b839445345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a683b9a99c4435" /><Relationship Type="http://schemas.openxmlformats.org/officeDocument/2006/relationships/notesMaster" Target="/ppt/notesMasters/notesMaster1.xml" Id="R71a50a51121941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697b3036894e84" /><Relationship Type="http://schemas.openxmlformats.org/officeDocument/2006/relationships/notesMaster" Target="/ppt/notesMasters/notesMaster1.xml" Id="Rb24f47c1f84043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7d0893315148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39f6c19b2446f1" /><Relationship Type="http://schemas.openxmlformats.org/officeDocument/2006/relationships/slideLayout" Target="/ppt/slideLayouts/slideLayout1.xml" Id="R7eb7f036c5a34e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b7f036c5a34e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ae64c2be0744ac"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c7020b9cccc84b0b"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25824227d79e4de4"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301afa22fde746b7" /><Relationship Type="http://schemas.openxmlformats.org/officeDocument/2006/relationships/notesSlide" Target="/ppt/notesSlides/notesSlide1.xml" Id="R8f1977ba7a4046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9a7739bcbd4798"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0e394bfbfee84710"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2280b8a4c62b47ff" /><Relationship Type="http://schemas.openxmlformats.org/officeDocument/2006/relationships/notesSlide" Target="/ppt/notesSlides/notesSlide2.xml" Id="R4337bb14751a47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5d2742985943c8"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57f6db1a9479451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7a617a88b88c441c"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c27789430b214e3c" /><Relationship Type="http://schemas.openxmlformats.org/officeDocument/2006/relationships/notesSlide" Target="/ppt/notesSlides/notesSlide3.xml" Id="R02b915da3f7045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e28f8ae3904913"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e8cb171506ff48fa"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175d2162ca9c4d98" /><Relationship Type="http://schemas.openxmlformats.org/officeDocument/2006/relationships/hyperlink" Target="file:///Users/paboelustodo/Library/CloudStorage/GoogleDrive-pablo.elustondo@gmail.com/My%20Drive%202/1-GIT-PROJECTS/aishop/ios/AIShop/AIShop/Diagnostics/DiagnosticFixture.swift" TargetMode="External" Id="R054f6ce07c3f419d" /><Relationship Type="http://schemas.openxmlformats.org/officeDocument/2006/relationships/notesSlide" Target="/ppt/notesSlides/notesSlide4.xml" Id="R326967f11ab84a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952d1c619345c9"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5bdf41a2e4b94fdd"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2d914ccd2fae4b80" /><Relationship Type="http://schemas.openxmlformats.org/officeDocument/2006/relationships/notesSlide" Target="/ppt/notesSlides/notesSlide5.xml" Id="Rfd1a263ee27c48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b05f2e81694711"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3fb676186a014ad5"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558a25dc31474a9f"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6c5a4cc706794578" /><Relationship Type="http://schemas.openxmlformats.org/officeDocument/2006/relationships/notesSlide" Target="/ppt/notesSlides/notesSlide6.xml" Id="R8f6f7c36049143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fd6a3f19214b05"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e2d1ea70544d4ac5" /><Relationship Type="http://schemas.openxmlformats.org/officeDocument/2006/relationships/hyperlink" Target="file:///Users/paboelustodo/Library/CloudStorage/GoogleDrive-pablo.elustondo@gmail.com/My%20Drive%202/1-GIT-PROJECTS/aishop/e2e/ios/calibrate-scorer.rb" TargetMode="External" Id="R5e485bf9ede547aa"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f7d8b95049464c33" /><Relationship Type="http://schemas.openxmlformats.org/officeDocument/2006/relationships/notesSlide" Target="/ppt/notesSlides/notesSlide7.xml" Id="R1cb8e9fcd92b48e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9C585AD-1A25-45F3-87A7-FBCAB9D6614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5AE53171-24FB-4E88-A79C-BC7FC871FE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3B5564E1-52B0-4ACF-9B9A-3BB8B81E8BB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46289754-FBA3-4C0F-830B-196727D6EC1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C5207DE9-F66D-41E2-8FD4-6B499068E14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06E0721-85FF-4B93-B4AF-2B4439BE343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8355A6F4-3348-4EB5-AA2F-4BD559133F0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89452397-F906-4A2E-B206-334EA0B286F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6EFB062-EFE3-4316-B3DE-565726E6EDD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EA2C46EC-16F5-459D-8739-3B5705220A7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C0E9E9A4-9D3B-469D-9896-AFE0DD96958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4E8E789-DBC9-4A6A-A0ED-6451FC5F84A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07545CED-0CF8-49B9-BB42-DAAB1901F43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76D4F016-BC25-4AD7-BE4B-EB1508646D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3B91614-F7A4-462E-A246-4CF417A6F1F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020b9cccc84b0b"/>
              </a:rPr>
              <a:t>Frame contract</a:t>
            </a:r>
          </a:p>
        </p:txBody>
      </p:sp>
      <p:sp>
        <p:nvSpPr>
          <p:cNvPr id="16" name="text-12">
            <a:extLst xmlns:a="http://schemas.openxmlformats.org/drawingml/2006/main">
              <a:ext uri="{FF2B5EF4-FFF2-40B4-BE49-F238E27FC236}">
                <a16:creationId xmlns:a16="http://schemas.microsoft.com/office/drawing/2014/main" id="{8AEDD79E-D57C-47AB-849A-33FFD7BE7BD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5824227d79e4de4"/>
              </a:rPr>
              <a:t>Frame stream</a:t>
            </a:r>
          </a:p>
        </p:txBody>
      </p:sp>
      <p:sp>
        <p:nvSpPr>
          <p:cNvPr id="17" name="text-13">
            <a:extLst xmlns:a="http://schemas.openxmlformats.org/drawingml/2006/main">
              <a:ext uri="{FF2B5EF4-FFF2-40B4-BE49-F238E27FC236}">
                <a16:creationId xmlns:a16="http://schemas.microsoft.com/office/drawing/2014/main" id="{244C763A-4C28-4543-AAD2-9999FA8729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01afa22fde746b7"/>
              </a:rPr>
              <a:t>Stream tests</a:t>
            </a:r>
          </a:p>
        </p:txBody>
      </p:sp>
      <p:sp>
        <p:nvSpPr>
          <p:cNvPr id="18" name="text-14">
            <a:extLst xmlns:a="http://schemas.openxmlformats.org/drawingml/2006/main">
              <a:ext uri="{FF2B5EF4-FFF2-40B4-BE49-F238E27FC236}">
                <a16:creationId xmlns:a16="http://schemas.microsoft.com/office/drawing/2014/main" id="{B5338149-D4A8-4BD2-A835-ECF668BDD6D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19264179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D230B40F-8522-47A0-B957-5926D15D74E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ED6DDAEF-56F8-43FA-9320-5BFB6E838BD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0E91D013-CB70-407D-BBEA-C6061AD28BE5}"/>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4EB8A91-C500-4162-BC98-759844B6C49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64F8D1AA-2873-4833-8D19-E0722B1190A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CDA49B20-F91F-494D-9815-C0A1F9A85E7F}"/>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4FFFB7-6783-4648-B989-56DEF6FC851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7624F3A-403E-427B-89A6-48ACA3F82400}"/>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03A01C3A-947A-4189-99FA-77A400A33C6F}"/>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6572B6DB-8820-42DC-A2E6-D810C5CA28F9}"/>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4E69E0E-AD9A-402F-AE54-659C36F70BF1}"/>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9EE63DC-3278-445A-A7FF-8C1EE083B81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91705FBD-B4A7-4366-B885-AF0EFAFCDD3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203FCA1F-1967-41D9-AEF2-3AFF0CB10A6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AC0B4B-FAC7-4FB4-AE0E-23628BF4AC96}"/>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57724E5-F76D-46C7-9119-800FC2452D9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634B3D5D-84FD-473C-B6B4-3C9A657B3C70}"/>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1D8AB255-3BB2-445C-ACBE-E8322FEA55D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B86CDE0D-7041-4714-8371-4B204E9957F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A66806B-CBEA-40FB-BC00-F6142489A1A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e394bfbfee84710"/>
              </a:rPr>
              <a:t>Stream implementation</a:t>
            </a:r>
          </a:p>
        </p:txBody>
      </p:sp>
      <p:sp>
        <p:nvSpPr>
          <p:cNvPr id="21" name="text-13">
            <a:extLst xmlns:a="http://schemas.openxmlformats.org/drawingml/2006/main">
              <a:ext uri="{FF2B5EF4-FFF2-40B4-BE49-F238E27FC236}">
                <a16:creationId xmlns:a16="http://schemas.microsoft.com/office/drawing/2014/main" id="{D3B4F295-BF19-4DDD-90AF-F1A14D4FB16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80b8a4c62b47ff"/>
              </a:rPr>
              <a:t>Stream tests</a:t>
            </a:r>
          </a:p>
        </p:txBody>
      </p:sp>
      <p:sp>
        <p:nvSpPr>
          <p:cNvPr id="22" name="text-14">
            <a:extLst xmlns:a="http://schemas.openxmlformats.org/drawingml/2006/main">
              <a:ext uri="{FF2B5EF4-FFF2-40B4-BE49-F238E27FC236}">
                <a16:creationId xmlns:a16="http://schemas.microsoft.com/office/drawing/2014/main" id="{957229CF-7FEB-4A07-8848-BC2120F3D67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5523188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849CFA4-C26F-487C-B5E0-C457F1D1C8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59AFE264-2A72-4A94-9459-1ACB7A926EC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DBFB8C4B-7D18-43BD-8B19-D98D63F2A17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9A12AF9-000D-482C-BD4E-11822E50EF17}"/>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35A67310-E96D-4BB7-A244-2585753D0AF1}"/>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2C608F77-E4D7-4F0C-BC5E-BE7DB2624AF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8C5C302C-9265-4338-B95B-B72F410A0C82}"/>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257DB743-626E-4994-87C2-805623EE6345}"/>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2FB2E51E-90A6-4C68-98E3-4C0E4DAFB65A}"/>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7C97706-7FAD-4ABE-86D7-A25FB0FCF63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871BA10-DA08-42DD-84C2-A155F4799AAC}"/>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29F90BED-99EC-46FB-B5E2-590AB6AF0259}"/>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311E58B4-74D9-4C12-A289-F1BD3EC8A34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73DD7B75-395E-49F9-BE28-53A9934FF85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D5B8A35E-E7DA-4596-829F-E603EA24CBF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7f6db1a94794515"/>
              </a:rPr>
              <a:t>Stream implementation</a:t>
            </a:r>
          </a:p>
        </p:txBody>
      </p:sp>
      <p:sp>
        <p:nvSpPr>
          <p:cNvPr id="16" name="text-14">
            <a:extLst xmlns:a="http://schemas.openxmlformats.org/drawingml/2006/main">
              <a:ext uri="{FF2B5EF4-FFF2-40B4-BE49-F238E27FC236}">
                <a16:creationId xmlns:a16="http://schemas.microsoft.com/office/drawing/2014/main" id="{BCDD1917-097A-47AA-9B83-7C45CDE5D64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a617a88b88c441c"/>
              </a:rPr>
              <a:t>Integration suite</a:t>
            </a:r>
          </a:p>
        </p:txBody>
      </p:sp>
      <p:sp>
        <p:nvSpPr>
          <p:cNvPr id="17" name="text-15">
            <a:extLst xmlns:a="http://schemas.openxmlformats.org/drawingml/2006/main">
              <a:ext uri="{FF2B5EF4-FFF2-40B4-BE49-F238E27FC236}">
                <a16:creationId xmlns:a16="http://schemas.microsoft.com/office/drawing/2014/main" id="{58EA02D0-13BC-48C6-98CD-5CA6DF1C1A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7789430b214e3c"/>
              </a:rPr>
              <a:t>Report builder</a:t>
            </a:r>
          </a:p>
        </p:txBody>
      </p:sp>
      <p:sp>
        <p:nvSpPr>
          <p:cNvPr id="18" name="text-16">
            <a:extLst xmlns:a="http://schemas.openxmlformats.org/drawingml/2006/main">
              <a:ext uri="{FF2B5EF4-FFF2-40B4-BE49-F238E27FC236}">
                <a16:creationId xmlns:a16="http://schemas.microsoft.com/office/drawing/2014/main" id="{28BD6D47-EB32-41CF-96A3-C4A8348D95F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0405662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B0C6A3B-91DD-4600-B2DA-783898B4D6A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5DB2FBD7-EFB4-4D5F-80A5-22CD4133E03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23F7AFE1-A675-4B92-B1A1-B3F15E20E5C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8A861503-8D35-4F0A-8F7C-E8A9925A5F0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8C8B5BA6-23CE-42BB-ADE1-3546B2E2F89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A346047-0C24-408D-9AEE-543FA0278A3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C86F4437-57D5-4B61-9BF0-9B50C33C0D5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F2D44DE9-11C0-43E7-94D3-D16E407D052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BCF7602-F5A6-4E62-8780-C44C72E523F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683B99F7-DD5F-4B1B-AAF7-8859AF4579D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66CCD18F-D4D2-47C9-85F6-4E106CD8C7B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EC2BA32-B018-4AB7-B259-20B8E03C14C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00473208-201B-4063-948F-E148A65C0FC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F89048CA-43D8-4B69-A1F9-892FDB0F50F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C5F86EB-D8A2-4080-9118-0CA9E3C6617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cb171506ff48fa"/>
              </a:rPr>
              <a:t>Local catalog</a:t>
            </a:r>
          </a:p>
        </p:txBody>
      </p:sp>
      <p:sp>
        <p:nvSpPr>
          <p:cNvPr id="16" name="text-12">
            <a:extLst xmlns:a="http://schemas.openxmlformats.org/drawingml/2006/main">
              <a:ext uri="{FF2B5EF4-FFF2-40B4-BE49-F238E27FC236}">
                <a16:creationId xmlns:a16="http://schemas.microsoft.com/office/drawing/2014/main" id="{AEB7CD03-3941-4AF9-8E8B-B46A9AF47A4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5d2162ca9c4d98"/>
              </a:rPr>
              <a:t>Catalog tests</a:t>
            </a:r>
          </a:p>
        </p:txBody>
      </p:sp>
      <p:sp>
        <p:nvSpPr>
          <p:cNvPr id="17" name="text-13">
            <a:extLst xmlns:a="http://schemas.openxmlformats.org/drawingml/2006/main">
              <a:ext uri="{FF2B5EF4-FFF2-40B4-BE49-F238E27FC236}">
                <a16:creationId xmlns:a16="http://schemas.microsoft.com/office/drawing/2014/main" id="{4CCE2EDE-3AA8-42CC-B0DF-92FF308ED1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54f6ce07c3f419d"/>
              </a:rPr>
              <a:t>Diagnostic inputs</a:t>
            </a:r>
          </a:p>
        </p:txBody>
      </p:sp>
      <p:sp>
        <p:nvSpPr>
          <p:cNvPr id="18" name="text-14">
            <a:extLst xmlns:a="http://schemas.openxmlformats.org/drawingml/2006/main">
              <a:ext uri="{FF2B5EF4-FFF2-40B4-BE49-F238E27FC236}">
                <a16:creationId xmlns:a16="http://schemas.microsoft.com/office/drawing/2014/main" id="{DC0D1B8A-667C-4D81-95FC-3D4DB5E300E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7331927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C34BB1CD-B11F-45DC-ABD9-6029A7F064A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E49B13B5-5E7F-451F-8BB3-5B30CEB715B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AB906ACB-790D-4EDA-BFD1-618BFBEBA3E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638BF7B-402B-40CC-A435-9255950BFCD6}"/>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B08739A9-A2C8-41CA-B357-E04AE5EA2AAD}"/>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5C680AC6-366E-4BEE-A76C-67F98C1A7F3B}"/>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508BA3C6-25EE-4705-9D6A-DB1B11CD56D4}"/>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5CCABCFC-8F92-42D6-80E3-2CCE85B3266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88CDE773-67A4-4B9C-8536-23C5FA2AB02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0F3F2B4A-22CB-4F0C-9E04-8BBC84C35FEB}"/>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C7E77B3C-B8F8-4930-B5F4-FFF1A995E005}"/>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8556428-471C-4F50-B51B-715BEDD94710}"/>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5A785E50-8787-461C-9D61-FA4C3DF13BA8}"/>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6FCF4D59-0BE9-467F-B68D-42F9F52F4D9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9E8D0A45-C3C9-4096-B1C4-6498D098053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bdf41a2e4b94fdd"/>
              </a:rPr>
              <a:t>Vision adapter</a:t>
            </a:r>
          </a:p>
        </p:txBody>
      </p:sp>
      <p:sp>
        <p:nvSpPr>
          <p:cNvPr id="16" name="text-14">
            <a:extLst xmlns:a="http://schemas.openxmlformats.org/drawingml/2006/main">
              <a:ext uri="{FF2B5EF4-FFF2-40B4-BE49-F238E27FC236}">
                <a16:creationId xmlns:a16="http://schemas.microsoft.com/office/drawing/2014/main" id="{55C4D2B0-2255-40A6-8050-D18A190C19F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d914ccd2fae4b80"/>
              </a:rPr>
              <a:t>Vision tests</a:t>
            </a:r>
          </a:p>
        </p:txBody>
      </p:sp>
      <p:sp>
        <p:nvSpPr>
          <p:cNvPr id="17" name="text-15">
            <a:extLst xmlns:a="http://schemas.openxmlformats.org/drawingml/2006/main">
              <a:ext uri="{FF2B5EF4-FFF2-40B4-BE49-F238E27FC236}">
                <a16:creationId xmlns:a16="http://schemas.microsoft.com/office/drawing/2014/main" id="{81B7EEE3-3EEF-42FF-8ABC-C6D664526F2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919559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FE979A1-25AA-4108-84F6-EFA01EA2B1B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9B64039D-8018-4F9F-B1EC-FC9C1490BEC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0A3E3BA3-080E-4CBC-8D5B-649EFF2A034C}"/>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BBD55550-CB16-4026-9139-5BA3497F626B}"/>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30B030E5-4F17-4B1D-B5A3-543FFC64541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C15070D-38A2-4FE1-98B8-E193E35CC960}"/>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DFF5E296-E608-43D2-903A-33579F79D6E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78E9F3AE-1245-488D-9565-E9DC73609DC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4079AC81-8C49-48C1-8323-8E647794E99F}"/>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376A3304-F31B-4FCF-81E4-2AB8F10E8294}"/>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9B31EA47-5C60-4D9C-B584-6FE67F493EE6}"/>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31B0DD5-57A9-4B44-A753-11A7B14D25A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3C4038B8-B35E-44E7-A25F-53453D1EF65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13E3792E-51E4-49F9-8994-24A2059162C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56DABC5-1EE4-4DA8-AAD3-456BCBB6C48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b676186a014ad5"/>
              </a:rPr>
              <a:t>Scorer and score type</a:t>
            </a:r>
          </a:p>
        </p:txBody>
      </p:sp>
      <p:sp>
        <p:nvSpPr>
          <p:cNvPr id="16" name="text-14">
            <a:extLst xmlns:a="http://schemas.openxmlformats.org/drawingml/2006/main">
              <a:ext uri="{FF2B5EF4-FFF2-40B4-BE49-F238E27FC236}">
                <a16:creationId xmlns:a16="http://schemas.microsoft.com/office/drawing/2014/main" id="{A0CC5681-552E-4F3D-9109-63445A44EA3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8a25dc31474a9f"/>
              </a:rPr>
              <a:t>Scorer tests</a:t>
            </a:r>
          </a:p>
        </p:txBody>
      </p:sp>
      <p:sp>
        <p:nvSpPr>
          <p:cNvPr id="17" name="text-15">
            <a:extLst xmlns:a="http://schemas.openxmlformats.org/drawingml/2006/main">
              <a:ext uri="{FF2B5EF4-FFF2-40B4-BE49-F238E27FC236}">
                <a16:creationId xmlns:a16="http://schemas.microsoft.com/office/drawing/2014/main" id="{D4C150B4-40B9-4CBB-B743-FD1B2851F02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c5a4cc706794578"/>
              </a:rPr>
              <a:t>Frozen profile</a:t>
            </a:r>
          </a:p>
        </p:txBody>
      </p:sp>
      <p:sp>
        <p:nvSpPr>
          <p:cNvPr id="18" name="text-16">
            <a:extLst xmlns:a="http://schemas.openxmlformats.org/drawingml/2006/main">
              <a:ext uri="{FF2B5EF4-FFF2-40B4-BE49-F238E27FC236}">
                <a16:creationId xmlns:a16="http://schemas.microsoft.com/office/drawing/2014/main" id="{EED10B50-AE52-4AFB-9B4A-168594C9C03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7185591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27D2BC1-AD7C-4006-99DC-134E49BD19B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42718394-CDB0-4661-8810-0480E400F7E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9827756F-CC55-4BF9-9155-FC18D26B715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78DCFCC5-548D-4166-B04D-506DC9E4219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7053064D-9A36-4B4F-A882-ECD86F475CD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A68D9E1-CDA0-4C2A-BE28-CA5770FCAC4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30890FF4-1E12-4BCC-BB04-E91FFFDA03A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DF6C3168-A940-4826-96B4-50A4B5B1932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23898C2-9953-4650-999C-99C16CF2735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B4F60837-FA13-4504-83AC-907FFDB4011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A16F8105-3DA2-4B35-A6F4-3D8DF319C96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380D8E3-80CA-41FC-8D15-51AB25282F1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F6FA892B-3C65-47C5-8B3C-096C4772A4D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031436C3-3D7B-4F89-BA70-AA1495D4A09B}"/>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319D3DA-4618-49F5-8DDF-92104D1CF25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8DEB86B2-E94E-4612-A396-3F0CBF2FEA5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d1ea70544d4ac5"/>
              </a:rPr>
              <a:t>Profile</a:t>
            </a:r>
          </a:p>
        </p:txBody>
      </p:sp>
      <p:sp>
        <p:nvSpPr>
          <p:cNvPr id="17" name="text-13">
            <a:extLst xmlns:a="http://schemas.openxmlformats.org/drawingml/2006/main">
              <a:ext uri="{FF2B5EF4-FFF2-40B4-BE49-F238E27FC236}">
                <a16:creationId xmlns:a16="http://schemas.microsoft.com/office/drawing/2014/main" id="{7258EACD-4E3F-4B51-B59C-47477821395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485bf9ede547aa"/>
              </a:rPr>
              <a:t>Calibration script</a:t>
            </a:r>
          </a:p>
        </p:txBody>
      </p:sp>
      <p:sp>
        <p:nvSpPr>
          <p:cNvPr id="18" name="text-14">
            <a:extLst xmlns:a="http://schemas.openxmlformats.org/drawingml/2006/main">
              <a:ext uri="{FF2B5EF4-FFF2-40B4-BE49-F238E27FC236}">
                <a16:creationId xmlns:a16="http://schemas.microsoft.com/office/drawing/2014/main" id="{617CEBA0-09E4-4BDD-9339-BCA027F822A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7d8b95049464c33"/>
              </a:rPr>
              <a:t>Aggregator</a:t>
            </a:r>
          </a:p>
        </p:txBody>
      </p:sp>
      <p:sp>
        <p:nvSpPr>
          <p:cNvPr id="19" name="text-15">
            <a:extLst xmlns:a="http://schemas.openxmlformats.org/drawingml/2006/main">
              <a:ext uri="{FF2B5EF4-FFF2-40B4-BE49-F238E27FC236}">
                <a16:creationId xmlns:a16="http://schemas.microsoft.com/office/drawing/2014/main" id="{EACAFC48-86F1-4656-AE40-92338D0AF73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234555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2026-09-21T02:13:42.2870000Z</dcterms:created>
  <dcterms:modified xsi:type="dcterms:W3CDTF">2026-09-21T02:13:42.2870000Z</dcterms:modified>
</coreProperties>
</file>