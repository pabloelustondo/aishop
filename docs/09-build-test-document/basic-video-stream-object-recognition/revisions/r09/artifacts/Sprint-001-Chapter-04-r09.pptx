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e2ada98c4546e3" /><Relationship Type="http://schemas.openxmlformats.org/officeDocument/2006/relationships/extended-properties" Target="/docProps/app.xml" Id="R1534dcf62f1e4bc0" /><Relationship Type="http://schemas.openxmlformats.org/officeDocument/2006/relationships/officeDocument" Target="/ppt/presentation.xml" Id="R05b89e08524843c7" /></Relationships>
</file>

<file path=ppt/presentation.xml><?xml version="1.0" encoding="utf-8"?>
<p:presentation xmlns:p="http://schemas.openxmlformats.org/presentationml/2006/main">
  <p:sldMasterIdLst>
    <p:sldMasterId xmlns:r="http://schemas.openxmlformats.org/officeDocument/2006/relationships" id="2147483648" r:id="Rec5d0897a1744392"/>
  </p:sldMasterIdLst>
  <p:notesMasterIdLst>
    <p:notesMasterId xmlns:r="http://schemas.openxmlformats.org/officeDocument/2006/relationships" r:id="Rc9fea6ac42c541d7"/>
  </p:notesMasterIdLst>
  <p:sldIdLst>
    <p:sldId xmlns:r="http://schemas.openxmlformats.org/officeDocument/2006/relationships" id="256" r:id="R338a70fce2874853"/>
    <p:sldId xmlns:r="http://schemas.openxmlformats.org/officeDocument/2006/relationships" id="257" r:id="R07feed99abbf4165"/>
    <p:sldId xmlns:r="http://schemas.openxmlformats.org/officeDocument/2006/relationships" id="258" r:id="R37f962a0fde144cd"/>
    <p:sldId xmlns:r="http://schemas.openxmlformats.org/officeDocument/2006/relationships" id="259" r:id="Raf65f595892f44a6"/>
    <p:sldId xmlns:r="http://schemas.openxmlformats.org/officeDocument/2006/relationships" id="260" r:id="Raaca25b2765f4ed5"/>
    <p:sldId xmlns:r="http://schemas.openxmlformats.org/officeDocument/2006/relationships" id="261" r:id="Rcb1a9a5cca6747b9"/>
    <p:sldId xmlns:r="http://schemas.openxmlformats.org/officeDocument/2006/relationships" id="262" r:id="Rcfcfb578cf3d4db6"/>
    <p:sldId xmlns:r="http://schemas.openxmlformats.org/officeDocument/2006/relationships" id="263" r:id="R48de4db733434a8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3c574d3e0f4e87" /><Relationship Type="http://schemas.openxmlformats.org/officeDocument/2006/relationships/slideMaster" Target="/ppt/slideMasters/slideMaster1.xml" Id="Rec5d0897a1744392" /><Relationship Type="http://schemas.openxmlformats.org/officeDocument/2006/relationships/notesMaster" Target="/ppt/notesMasters/notesMaster1.xml" Id="Rc9fea6ac42c541d7" /><Relationship Type="http://schemas.openxmlformats.org/officeDocument/2006/relationships/presProps" Target="/ppt/presProps.xml" Id="Ra014d63576ff406f" /><Relationship Type="http://schemas.openxmlformats.org/officeDocument/2006/relationships/tableStyles" Target="/ppt/tableStyles.xml" Id="Rf2d68a6580fc4aea" /><Relationship Type="http://schemas.openxmlformats.org/officeDocument/2006/relationships/slide" Target="/ppt/slides/slide1.xml" Id="R338a70fce2874853" /><Relationship Type="http://schemas.openxmlformats.org/officeDocument/2006/relationships/slide" Target="/ppt/slides/slide2.xml" Id="R07feed99abbf4165" /><Relationship Type="http://schemas.openxmlformats.org/officeDocument/2006/relationships/slide" Target="/ppt/slides/slide3.xml" Id="R37f962a0fde144cd" /><Relationship Type="http://schemas.openxmlformats.org/officeDocument/2006/relationships/slide" Target="/ppt/slides/slide4.xml" Id="Raf65f595892f44a6" /><Relationship Type="http://schemas.openxmlformats.org/officeDocument/2006/relationships/slide" Target="/ppt/slides/slide5.xml" Id="Raaca25b2765f4ed5" /><Relationship Type="http://schemas.openxmlformats.org/officeDocument/2006/relationships/slide" Target="/ppt/slides/slide6.xml" Id="Rcb1a9a5cca6747b9" /><Relationship Type="http://schemas.openxmlformats.org/officeDocument/2006/relationships/slide" Target="/ppt/slides/slide7.xml" Id="Rcfcfb578cf3d4db6" /><Relationship Type="http://schemas.openxmlformats.org/officeDocument/2006/relationships/slide" Target="/ppt/slides/slide8.xml" Id="R48de4db733434a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c3e6914fdf41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aca97e29d74bc1" /><Relationship Type="http://schemas.openxmlformats.org/officeDocument/2006/relationships/notesMaster" Target="/ppt/notesMasters/notesMaster1.xml" Id="R25941a40a7fc49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4c17838990499c" /><Relationship Type="http://schemas.openxmlformats.org/officeDocument/2006/relationships/notesMaster" Target="/ppt/notesMasters/notesMaster1.xml" Id="R89d70414940742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408cbc1bd14f26" /><Relationship Type="http://schemas.openxmlformats.org/officeDocument/2006/relationships/notesMaster" Target="/ppt/notesMasters/notesMaster1.xml" Id="R9cd4bab3ede541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caa53412fc4d17" /><Relationship Type="http://schemas.openxmlformats.org/officeDocument/2006/relationships/notesMaster" Target="/ppt/notesMasters/notesMaster1.xml" Id="R55844d97e4c942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ce837e8b014d43" /><Relationship Type="http://schemas.openxmlformats.org/officeDocument/2006/relationships/notesMaster" Target="/ppt/notesMasters/notesMaster1.xml" Id="Re17d5dc26854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0355aad6824544" /><Relationship Type="http://schemas.openxmlformats.org/officeDocument/2006/relationships/notesMaster" Target="/ppt/notesMasters/notesMaster1.xml" Id="R8fce6ec20ae749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cdbd4e8d6247d9" /><Relationship Type="http://schemas.openxmlformats.org/officeDocument/2006/relationships/notesMaster" Target="/ppt/notesMasters/notesMaster1.xml" Id="Rae6c91dd1dd54c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59166aa5ec47d4" /><Relationship Type="http://schemas.openxmlformats.org/officeDocument/2006/relationships/notesMaster" Target="/ppt/notesMasters/notesMaster1.xml" Id="R2bfc97bd1b6541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31b0c910c74b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bd4dc8c1044c37" /><Relationship Type="http://schemas.openxmlformats.org/officeDocument/2006/relationships/slideLayout" Target="/ppt/slideLayouts/slideLayout1.xml" Id="R6d8204267cfb4a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8204267cfb4a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44e4de2f8d4144"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6d89b4e05a974ece"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e1805745a8984807"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5efca20344044822" /><Relationship Type="http://schemas.openxmlformats.org/officeDocument/2006/relationships/notesSlide" Target="/ppt/notesSlides/notesSlide1.xml" Id="R93f303a0e5e749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78c7e1e26f469e"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86e5c5fd7ad5404f"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f76ce6fd42ec46f0"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0ff1d5c394164517" /><Relationship Type="http://schemas.openxmlformats.org/officeDocument/2006/relationships/notesSlide" Target="/ppt/notesSlides/notesSlide2.xml" Id="Rbe0d95d2ad9c4f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a7c7f06a9146cd"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f9d32bbdb6914713" /><Relationship Type="http://schemas.openxmlformats.org/officeDocument/2006/relationships/hyperlink" Target="file:///Users/paboelustodo/Library/CloudStorage/GoogleDrive-pablo.elustondo@gmail.com/My%20Drive%202/1-GIT-PROJECTS/aishop/ios/AIShop/AIShopVision/Sources/AIShopVisionEvaluate/main.swift" TargetMode="External" Id="Ra614d124358c454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aec9f4119524fec" /><Relationship Type="http://schemas.openxmlformats.org/officeDocument/2006/relationships/notesSlide" Target="/ppt/notesSlides/notesSlide3.xml" Id="Rfe6ef86cc38141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804967a671437d" /><Relationship Type="http://schemas.openxmlformats.org/officeDocument/2006/relationships/hyperlink" Target="file:///Users/paboelustodo/Library/CloudStorage/GoogleDrive-pablo.elustondo@gmail.com/My%20Drive%202/1-GIT-PROJECTS/aishop/ios/AIShop/AIShop/App/ApplicationBootstrap.swift" TargetMode="External" Id="R9152504f354f40ae" /><Relationship Type="http://schemas.openxmlformats.org/officeDocument/2006/relationships/hyperlink" Target="file:///Users/paboelustodo/Library/CloudStorage/GoogleDrive-pablo.elustondo@gmail.com/My%20Drive%202/1-GIT-PROJECTS/aishop/ios/AIShop/AIShop/Diagnostics/VisionHarnessModel.swift" TargetMode="External" Id="Rbcd195c85ff34d4a" /><Relationship Type="http://schemas.openxmlformats.org/officeDocument/2006/relationships/hyperlink" Target="file:///Users/paboelustodo/Library/CloudStorage/GoogleDrive-pablo.elustondo@gmail.com/My%20Drive%202/1-GIT-PROJECTS/aishop/e2e/ios/verify-app-bundle.rb" TargetMode="External" Id="R40c75bc72a574df1" /><Relationship Type="http://schemas.openxmlformats.org/officeDocument/2006/relationships/notesSlide" Target="/ppt/notesSlides/notesSlide4.xml" Id="R317b265876d243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209b50bb074113"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52e9641407114bb3" /><Relationship Type="http://schemas.openxmlformats.org/officeDocument/2006/relationships/hyperlink" Target="file:///Users/paboelustodo/Library/CloudStorage/GoogleDrive-pablo.elustondo@gmail.com/My%20Drive%202/1-GIT-PROJECTS/aishop/ios/AIShop/AIShop/Diagnostics/VisionDiagnosticHarness.swift" TargetMode="External" Id="Rc7a6fe111f1f47b3"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1c6f2be293a14b2d" /><Relationship Type="http://schemas.openxmlformats.org/officeDocument/2006/relationships/notesSlide" Target="/ppt/notesSlides/notesSlide5.xml" Id="R2afc1801591d49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14cbed3808444b" /><Relationship Type="http://schemas.openxmlformats.org/officeDocument/2006/relationships/hyperlink" Target="file:///Users/paboelustodo/Library/CloudStorage/GoogleDrive-pablo.elustondo@gmail.com/My%20Drive%202/1-GIT-PROJECTS/aishop/ios/AIShop/AIShop/Diagnostics/VisionHarnessModel.swift" TargetMode="External" Id="Rf6ee5eacb2224934"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328de1c9230a4928"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0c951a1359e4223" /><Relationship Type="http://schemas.openxmlformats.org/officeDocument/2006/relationships/notesSlide" Target="/ppt/notesSlides/notesSlide6.xml" Id="R8b86408f02d749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c23d4d8c2d424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fe499f2f9434ae1"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735727192b74520" /><Relationship Type="http://schemas.openxmlformats.org/officeDocument/2006/relationships/hyperlink" Target="file:///Users/paboelustodo/Library/CloudStorage/GoogleDrive-pablo.elustondo@gmail.com/My%20Drive%202/1-GIT-PROJECTS/aishop/ios/AIShop/AIShopVision/Package.swift" TargetMode="External" Id="R9bb6e27707ea47b4" /><Relationship Type="http://schemas.openxmlformats.org/officeDocument/2006/relationships/notesSlide" Target="/ppt/notesSlides/notesSlide7.xml" Id="R9a5a4eb6e0744b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c1b0ef09ff4bc2" /><Relationship Type="http://schemas.openxmlformats.org/officeDocument/2006/relationships/hyperlink" Target="file:///Users/paboelustodo/Library/CloudStorage/GoogleDrive-pablo.elustondo@gmail.com/My%20Drive%202/1-GIT-PROJECTS/aishop/ios/AIShop/AIShopVision/Sources/AIShopVision/" TargetMode="External" Id="R221846496c534db1" /><Relationship Type="http://schemas.openxmlformats.org/officeDocument/2006/relationships/hyperlink" Target="file:///Users/paboelustodo/Library/CloudStorage/GoogleDrive-pablo.elustondo@gmail.com/My%20Drive%202/1-GIT-PROJECTS/aishop/ios/AIShop/AIShopVision/Tests/AIShopVisionTests/" TargetMode="External" Id="R6d3f22a23a4b4ed2"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394fee00bf524ef7" /><Relationship Type="http://schemas.openxmlformats.org/officeDocument/2006/relationships/notesSlide" Target="/ppt/notesSlides/notesSlide8.xml" Id="R8303e8b841954b2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17A2D36-E1C5-4189-9D4E-78F642B454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624128F9-EA83-4212-8F8C-F56E08E5C08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91055924-BF8F-46EE-86BC-B68A6D0ECD6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6E29A942-4FC5-4923-AB04-440D763F22C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4E31AA60-34CA-4E91-A2B3-2ABE2EC128B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145A8F5-97D5-4320-A43D-8FB3908503A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F04C8AD5-300D-4CFB-8C85-8439E192549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41A1FC08-35FB-4BE7-9AD3-26DF828A805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72A18E1-3938-4A37-A213-228E20FC7D5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93B75B01-80D6-4813-923A-F52F90B77EC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351070F8-F9A4-4423-B15B-EC2CC120D8B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1493F1E-8324-416C-BD07-D470A25A113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DFAFD4E6-A175-4E58-B671-3577564B283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71B6521F-C8C6-4569-8C2B-5F134C8B2D5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4F5BED4-F5A9-4FE8-B92B-FAE9F156595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d89b4e05a974ece"/>
              </a:rPr>
              <a:t>Fixture evaluator</a:t>
            </a:r>
          </a:p>
        </p:txBody>
      </p:sp>
      <p:sp>
        <p:nvSpPr>
          <p:cNvPr id="16" name="text-12">
            <a:extLst xmlns:a="http://schemas.openxmlformats.org/drawingml/2006/main">
              <a:ext uri="{FF2B5EF4-FFF2-40B4-BE49-F238E27FC236}">
                <a16:creationId xmlns:a16="http://schemas.microsoft.com/office/drawing/2014/main" id="{F5169D1C-EEF2-4CB2-8665-BA80C29E567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1805745a8984807"/>
              </a:rPr>
              <a:t>Annotation data</a:t>
            </a:r>
          </a:p>
        </p:txBody>
      </p:sp>
      <p:sp>
        <p:nvSpPr>
          <p:cNvPr id="17" name="text-13">
            <a:extLst xmlns:a="http://schemas.openxmlformats.org/drawingml/2006/main">
              <a:ext uri="{FF2B5EF4-FFF2-40B4-BE49-F238E27FC236}">
                <a16:creationId xmlns:a16="http://schemas.microsoft.com/office/drawing/2014/main" id="{0A061A19-4BF3-4265-B45F-F5EDE3F4E78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fca20344044822"/>
              </a:rPr>
              <a:t>Evaluator tests</a:t>
            </a:r>
          </a:p>
        </p:txBody>
      </p:sp>
      <p:sp>
        <p:nvSpPr>
          <p:cNvPr id="18" name="text-14">
            <a:extLst xmlns:a="http://schemas.openxmlformats.org/drawingml/2006/main">
              <a:ext uri="{FF2B5EF4-FFF2-40B4-BE49-F238E27FC236}">
                <a16:creationId xmlns:a16="http://schemas.microsoft.com/office/drawing/2014/main" id="{5163F619-0723-4103-81FD-F391F37256A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8790911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1094A580-28C7-4977-909B-46FBED0E783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130591D7-F0A6-453C-8923-A507CE31D11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C413D4E8-410B-4D0A-B029-BC3941A8471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7F8405C4-2BA4-4046-B1A2-D4E915C76026}"/>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52E9DCC8-B037-406A-B71E-D132FCFF3ED3}"/>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4035C072-7898-4ABA-A5B4-250C50A16D4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C48949F0-A01E-42AB-B549-A29229CBC42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A4CC36DE-CEC3-4833-892F-6D1513FBA451}"/>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1BA0B180-A919-42DC-B918-5E25FC5FFE75}"/>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5CB1F6F8-245D-484C-9DE6-37BC4C647A0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218A0DAC-3B5F-457D-980F-11395874E56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8DF8C9AA-5095-4A12-B97B-7333B7521303}"/>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EAD92943-F16C-4C1C-AFFB-9520E9243799}"/>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D94E3CF9-152D-41AF-B727-92733354D3E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4F000472-FB8C-4E43-994B-8AAD59F4915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EB2CDC28-D629-46A7-AD12-8B3C334AFF2D}"/>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393B0FA0-3C6F-41E8-9B80-0D6C337D1417}"/>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592DA3AE-0E59-4C97-93D7-4F3BFEF2752D}"/>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55DB87A7-5984-4F7F-97AE-53367A1E92C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933D1961-019E-4ACB-A70A-FCDBF6C81A0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6e5c5fd7ad5404f"/>
              </a:rPr>
              <a:t>Positive evaluation</a:t>
            </a:r>
          </a:p>
        </p:txBody>
      </p:sp>
      <p:sp>
        <p:nvSpPr>
          <p:cNvPr id="21" name="text-17">
            <a:extLst xmlns:a="http://schemas.openxmlformats.org/drawingml/2006/main">
              <a:ext uri="{FF2B5EF4-FFF2-40B4-BE49-F238E27FC236}">
                <a16:creationId xmlns:a16="http://schemas.microsoft.com/office/drawing/2014/main" id="{025312C1-5E51-4F9C-96D5-83168F12EFC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76ce6fd42ec46f0"/>
              </a:rPr>
              <a:t>Negative evaluation</a:t>
            </a:r>
          </a:p>
        </p:txBody>
      </p:sp>
      <p:sp>
        <p:nvSpPr>
          <p:cNvPr id="22" name="text-18">
            <a:extLst xmlns:a="http://schemas.openxmlformats.org/drawingml/2006/main">
              <a:ext uri="{FF2B5EF4-FFF2-40B4-BE49-F238E27FC236}">
                <a16:creationId xmlns:a16="http://schemas.microsoft.com/office/drawing/2014/main" id="{BA83F3D3-C2FD-40FE-9C5B-C9CCEC15A1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ff1d5c394164517"/>
              </a:rPr>
              <a:t>Positive report</a:t>
            </a:r>
          </a:p>
        </p:txBody>
      </p:sp>
      <p:sp>
        <p:nvSpPr>
          <p:cNvPr id="23" name="text-19">
            <a:extLst xmlns:a="http://schemas.openxmlformats.org/drawingml/2006/main">
              <a:ext uri="{FF2B5EF4-FFF2-40B4-BE49-F238E27FC236}">
                <a16:creationId xmlns:a16="http://schemas.microsoft.com/office/drawing/2014/main" id="{BE7A33E0-BD52-4DC3-8C0F-D9A96AAA46E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229507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B7EF7D6-9DCF-43E2-BE84-39BBBE174BF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9893EEFC-6D23-45D2-A816-5AB35C4728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5EF5BC16-25FE-4118-A4C8-F87074EFCD8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7C3BBAA9-7C84-4C64-97BE-D65BC6D788C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57E27990-A17F-43D6-B662-91A40062A50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0317A4B-794A-49F1-BF7B-EFBC41A0357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567B7111-D1DF-4C85-8288-E71CA9AF1CC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10F8F8DF-36CE-4721-8C74-FA523CB505A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4AE2C0B-AE67-423E-A3F8-2083BF44DA9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5FBBC5BD-532A-4805-9819-24E2CC7673B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EBE844BD-B23D-4BC3-AF59-098575ED183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2D7751A-27E5-4073-81BD-233BAA247FE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B928B971-62EC-451A-89FB-DFBF975AA8C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9FDB07FF-6C0E-416C-BD48-A5CE89775D8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0589681-54A0-4723-92DE-6ECCE561C86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d32bbdb6914713"/>
              </a:rPr>
              <a:t>Comparator</a:t>
            </a:r>
          </a:p>
        </p:txBody>
      </p:sp>
      <p:sp>
        <p:nvSpPr>
          <p:cNvPr id="16" name="text-12">
            <a:extLst xmlns:a="http://schemas.openxmlformats.org/drawingml/2006/main">
              <a:ext uri="{FF2B5EF4-FFF2-40B4-BE49-F238E27FC236}">
                <a16:creationId xmlns:a16="http://schemas.microsoft.com/office/drawing/2014/main" id="{B351A549-3D0C-4669-A187-C4DD7506D13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14d124358c454e"/>
              </a:rPr>
              <a:t>Evaluation CLI</a:t>
            </a:r>
          </a:p>
        </p:txBody>
      </p:sp>
      <p:sp>
        <p:nvSpPr>
          <p:cNvPr id="17" name="text-13">
            <a:extLst xmlns:a="http://schemas.openxmlformats.org/drawingml/2006/main">
              <a:ext uri="{FF2B5EF4-FFF2-40B4-BE49-F238E27FC236}">
                <a16:creationId xmlns:a16="http://schemas.microsoft.com/office/drawing/2014/main" id="{9302CBD1-7206-48CF-98D7-02B0EF3C96C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aec9f4119524fec"/>
              </a:rPr>
              <a:t>Comparator tests</a:t>
            </a:r>
          </a:p>
        </p:txBody>
      </p:sp>
      <p:sp>
        <p:nvSpPr>
          <p:cNvPr id="18" name="text-14">
            <a:extLst xmlns:a="http://schemas.openxmlformats.org/drawingml/2006/main">
              <a:ext uri="{FF2B5EF4-FFF2-40B4-BE49-F238E27FC236}">
                <a16:creationId xmlns:a16="http://schemas.microsoft.com/office/drawing/2014/main" id="{60BA3C3F-97E5-4F45-AD94-B73C32AEB71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3200034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C8491A1B-5108-4F36-8822-65A6E1D5FF6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F61F24A9-08EF-465F-A035-29ADEA621F8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55F12E1F-475F-41F2-A52A-3713E3C8EF2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1CB1D3B1-2C47-4A6B-A106-F77E07167734}"/>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EA406CF1-017D-4E39-9857-A344551FF00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D8C48F98-6E63-44C4-8693-352251EDC6A6}"/>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938896-CD63-49A4-9228-155CAA237714}"/>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397BC43-F241-4434-9298-13DA81E5FF5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2EFA859F-6D0F-43FF-A6C5-817FD24772E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A7C6BBA2-4AD3-46EE-858E-D4B92E5D38DB}"/>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A40329-D60E-4BB5-9746-254E77920FC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8AFF401C-8A85-4501-BDA3-74F50523C51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27C7A1EF-BE04-4930-B835-48606414D3A4}"/>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CF9F99ED-2AE6-4471-A78E-393C260CB54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7380491-3D8C-4E03-8576-97B247CFA41A}"/>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091BDC3-2115-4158-ADFB-E333607D4053}"/>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3E9BED5C-810E-41F5-9923-3C0B2F45DFE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87A8D123-D982-4A7C-BD26-AB3941EA5A6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C9447477-B0BF-46C6-B624-AC3D7A74BC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9263CF63-AC5A-4955-85D5-A59C509E8E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152504f354f40ae"/>
              </a:rPr>
              <a:t>Bootstrap</a:t>
            </a:r>
          </a:p>
        </p:txBody>
      </p:sp>
      <p:sp>
        <p:nvSpPr>
          <p:cNvPr id="21" name="text-13">
            <a:extLst xmlns:a="http://schemas.openxmlformats.org/drawingml/2006/main">
              <a:ext uri="{FF2B5EF4-FFF2-40B4-BE49-F238E27FC236}">
                <a16:creationId xmlns:a16="http://schemas.microsoft.com/office/drawing/2014/main" id="{B2E58F35-D2CE-4E9E-9D06-0F9F5C9CD0F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cd195c85ff34d4a"/>
              </a:rPr>
              <a:t>Harness model</a:t>
            </a:r>
          </a:p>
        </p:txBody>
      </p:sp>
      <p:sp>
        <p:nvSpPr>
          <p:cNvPr id="22" name="text-14">
            <a:extLst xmlns:a="http://schemas.openxmlformats.org/drawingml/2006/main">
              <a:ext uri="{FF2B5EF4-FFF2-40B4-BE49-F238E27FC236}">
                <a16:creationId xmlns:a16="http://schemas.microsoft.com/office/drawing/2014/main" id="{3EDDC935-D83D-4E20-A5B5-1137C381761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0c75bc72a574df1"/>
              </a:rPr>
              <a:t>Bundle checks</a:t>
            </a:r>
          </a:p>
        </p:txBody>
      </p:sp>
      <p:sp>
        <p:nvSpPr>
          <p:cNvPr id="23" name="text-15">
            <a:extLst xmlns:a="http://schemas.openxmlformats.org/drawingml/2006/main">
              <a:ext uri="{FF2B5EF4-FFF2-40B4-BE49-F238E27FC236}">
                <a16:creationId xmlns:a16="http://schemas.microsoft.com/office/drawing/2014/main" id="{3BB172FE-EBCD-45E0-AEBA-50CF5FD8403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5562487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78DAB4B-A914-45E4-B998-4C3DFD424C6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926DBFA5-05A3-41D9-8C3B-09C571759E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F15C3BD0-9FCE-4095-9888-C70DE7004CA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1D24FF11-9A0D-449B-9DE3-CBD1682FCF0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D50A3C23-DEC3-48CD-B44B-E792DC78C93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730DDB4-FB28-4192-AFBF-9ECA0F25C82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F0E18569-467B-426A-91F1-09F239FC679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E97DB09C-8B52-402C-A389-57AA454A6E7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81A9240-17D0-4EB6-A61B-CAA56882976F}"/>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896B4E2E-1896-48C1-B4F9-C1E24B913EE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DC3C402-DCCE-4842-AFBB-2524DFC662C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D46B434-6ABE-4F46-8FB2-F2B5232B9B7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2F660F4C-8E74-4FA1-B824-46D6A7C418F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AC6A0FB7-109B-4EDE-8C50-F0C51AC72B5E}"/>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401AAFFF-4442-4021-9E63-694DCD3901D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DDF55E79-F87E-4C2B-BF71-65D6535B1B1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2e9641407114bb3"/>
              </a:rPr>
              <a:t>Diagnostic scheme</a:t>
            </a:r>
          </a:p>
        </p:txBody>
      </p:sp>
      <p:sp>
        <p:nvSpPr>
          <p:cNvPr id="17" name="text-13">
            <a:extLst xmlns:a="http://schemas.openxmlformats.org/drawingml/2006/main">
              <a:ext uri="{FF2B5EF4-FFF2-40B4-BE49-F238E27FC236}">
                <a16:creationId xmlns:a16="http://schemas.microsoft.com/office/drawing/2014/main" id="{4DD9512B-ABE5-435C-985C-320A85BE2A3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a6fe111f1f47b3"/>
              </a:rPr>
              <a:t>Harness export</a:t>
            </a:r>
          </a:p>
        </p:txBody>
      </p:sp>
      <p:sp>
        <p:nvSpPr>
          <p:cNvPr id="18" name="text-14">
            <a:extLst xmlns:a="http://schemas.openxmlformats.org/drawingml/2006/main">
              <a:ext uri="{FF2B5EF4-FFF2-40B4-BE49-F238E27FC236}">
                <a16:creationId xmlns:a16="http://schemas.microsoft.com/office/drawing/2014/main" id="{3FD2AADC-07DE-4556-988F-DE80E4B6348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6f2be293a14b2d"/>
              </a:rPr>
              <a:t>Phone verification</a:t>
            </a:r>
          </a:p>
        </p:txBody>
      </p:sp>
      <p:sp>
        <p:nvSpPr>
          <p:cNvPr id="19" name="text-15">
            <a:extLst xmlns:a="http://schemas.openxmlformats.org/drawingml/2006/main">
              <a:ext uri="{FF2B5EF4-FFF2-40B4-BE49-F238E27FC236}">
                <a16:creationId xmlns:a16="http://schemas.microsoft.com/office/drawing/2014/main" id="{F8AEE1BF-02F9-401D-8D89-BDFE692A3E7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4190975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079F7CB-EAAD-41F0-A5CB-403F9750B7A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2DF51B17-1CA0-4BEE-86E2-EF7BA0732B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56B87EBF-3A75-4280-99B0-7B9071D994F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F6CBCC5F-003E-4E91-8F75-D643FCC1C9C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06132CE4-3A6C-48C1-9678-4F1E7828AF0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F43D378-8174-45B0-99EF-AD378AC68A6A}"/>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01A38441-E83A-4D07-AD92-8EE71968083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A8D40E11-BCF0-4398-8959-B7C90351055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8CB3A4E-6E33-45E1-944F-F1A893E6B5F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FDE7B22F-8DB7-4BB5-B24A-97DBEE4D1E77}"/>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B2D5E208-39D3-4B4D-8858-89FB059219D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63F2509-E81C-4966-A457-00858E577B6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1FD68990-B118-4284-B54B-631D19D5056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957EAE8E-0ADF-4935-A795-08E64AA315B1}"/>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6AC44F59-77B7-43E4-BF41-109AFC8374E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C759472-F7A4-4102-8BF0-6613A5E760D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ee5eacb2224934"/>
              </a:rPr>
              <a:t>Harness replay</a:t>
            </a:r>
          </a:p>
        </p:txBody>
      </p:sp>
      <p:sp>
        <p:nvSpPr>
          <p:cNvPr id="17" name="text-13">
            <a:extLst xmlns:a="http://schemas.openxmlformats.org/drawingml/2006/main">
              <a:ext uri="{FF2B5EF4-FFF2-40B4-BE49-F238E27FC236}">
                <a16:creationId xmlns:a16="http://schemas.microsoft.com/office/drawing/2014/main" id="{8D4934A9-A399-45F2-80A1-0C5EFD268DE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8de1c9230a4928"/>
              </a:rPr>
              <a:t>Comparator preconditions</a:t>
            </a:r>
          </a:p>
        </p:txBody>
      </p:sp>
      <p:sp>
        <p:nvSpPr>
          <p:cNvPr id="18" name="text-14">
            <a:extLst xmlns:a="http://schemas.openxmlformats.org/drawingml/2006/main">
              <a:ext uri="{FF2B5EF4-FFF2-40B4-BE49-F238E27FC236}">
                <a16:creationId xmlns:a16="http://schemas.microsoft.com/office/drawing/2014/main" id="{C6045D3E-986A-4D1B-8D05-762A1049334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c951a1359e4223"/>
              </a:rPr>
              <a:t>Report resources</a:t>
            </a:r>
          </a:p>
        </p:txBody>
      </p:sp>
      <p:sp>
        <p:nvSpPr>
          <p:cNvPr id="19" name="text-15">
            <a:extLst xmlns:a="http://schemas.openxmlformats.org/drawingml/2006/main">
              <a:ext uri="{FF2B5EF4-FFF2-40B4-BE49-F238E27FC236}">
                <a16:creationId xmlns:a16="http://schemas.microsoft.com/office/drawing/2014/main" id="{5DD3C7E2-731F-4FBB-80A8-9E39FD70E1B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2336395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483F97C-47F6-4C70-9668-12C7752F224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20F19582-E092-4393-A06B-75DF7BF91C8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B4758D5A-0BD4-4678-AF7F-6A17347F7C3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A9034105-0BD7-4623-A5CA-B2A3EE67722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8EE3787C-702F-430E-BC9D-0D28ABAFDE8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3CAB758-61C4-424B-A34F-B55CB645E34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2D2CD5B3-CB37-44A8-B4C6-1AF91B292D6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A9788BEA-3C1B-4C9C-8E21-129A9C856AD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8ABBC35-687A-4E20-B965-3F0C5D8EF80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7FD04699-B13A-4C95-AB1D-B9D4736241C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251F50B2-F19A-430F-9FF5-E99BD3D96D1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B2AD146-4AA2-4C3A-B00F-24F95318CD3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1BC22A0D-7FC1-43ED-8983-5B2C88C0034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6893F55A-3438-46CA-A90A-9CE0F4454B3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F6E73C6-7942-4215-A5EC-E674925F7B1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fe499f2f9434ae1"/>
              </a:rPr>
              <a:t>Production pipeline</a:t>
            </a:r>
          </a:p>
        </p:txBody>
      </p:sp>
      <p:sp>
        <p:nvSpPr>
          <p:cNvPr id="16" name="text-12">
            <a:extLst xmlns:a="http://schemas.openxmlformats.org/drawingml/2006/main">
              <a:ext uri="{FF2B5EF4-FFF2-40B4-BE49-F238E27FC236}">
                <a16:creationId xmlns:a16="http://schemas.microsoft.com/office/drawing/2014/main" id="{D38257F4-D314-43A5-938D-D7E89B46D95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735727192b74520"/>
              </a:rPr>
              <a:t>Integration suite</a:t>
            </a:r>
          </a:p>
        </p:txBody>
      </p:sp>
      <p:sp>
        <p:nvSpPr>
          <p:cNvPr id="17" name="text-13">
            <a:extLst xmlns:a="http://schemas.openxmlformats.org/drawingml/2006/main">
              <a:ext uri="{FF2B5EF4-FFF2-40B4-BE49-F238E27FC236}">
                <a16:creationId xmlns:a16="http://schemas.microsoft.com/office/drawing/2014/main" id="{97BC351C-3724-4036-8A09-965E211547D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b6e27707ea47b4"/>
              </a:rPr>
              <a:t>Package boundaries</a:t>
            </a:r>
          </a:p>
        </p:txBody>
      </p:sp>
      <p:sp>
        <p:nvSpPr>
          <p:cNvPr id="18" name="text-14">
            <a:extLst xmlns:a="http://schemas.openxmlformats.org/drawingml/2006/main">
              <a:ext uri="{FF2B5EF4-FFF2-40B4-BE49-F238E27FC236}">
                <a16:creationId xmlns:a16="http://schemas.microsoft.com/office/drawing/2014/main" id="{DBE8F448-B417-447D-8E8F-99B05EEB49D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20555028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CC840B6-6653-451E-BD92-A2985E2947B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3A5DFD9F-1EB4-48DF-9904-5E62A9F7DC8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8FF83F12-D1EF-4C49-9728-43C0C0E4AC7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6DCA129B-1409-463A-8A6A-4720E57D79E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6BA221B1-B221-4BA9-A10A-140DC612A5C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3CB3CDE-B49B-446C-8CD0-E9BB8BF60EC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C48E3274-9856-4244-BE61-AFD795A3C8D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BBB443C8-E0F9-4066-9216-CE63B14AD45C}"/>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3B586A9-277C-457E-A63B-FAB75B972C6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041DF62C-5831-4269-8181-0AA528C0E450}"/>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2C7263B0-B4A6-4922-A140-1421DD77308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93E4063-9479-473E-B6BF-B5678782272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93F3904B-9639-49C4-A6F7-8F29CCBE747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1D2F4D33-21A4-4916-A2F4-EAE34C9CC3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4D9F8F9-BDCE-46D6-B7CE-148F90743FB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1846496c534db1"/>
              </a:rPr>
              <a:t>Source package</a:t>
            </a:r>
          </a:p>
        </p:txBody>
      </p:sp>
      <p:sp>
        <p:nvSpPr>
          <p:cNvPr id="16" name="text-12">
            <a:extLst xmlns:a="http://schemas.openxmlformats.org/drawingml/2006/main">
              <a:ext uri="{FF2B5EF4-FFF2-40B4-BE49-F238E27FC236}">
                <a16:creationId xmlns:a16="http://schemas.microsoft.com/office/drawing/2014/main" id="{0B33B956-248E-48EE-B41C-20EBDC4C444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d3f22a23a4b4ed2"/>
              </a:rPr>
              <a:t>Test package</a:t>
            </a:r>
          </a:p>
        </p:txBody>
      </p:sp>
      <p:sp>
        <p:nvSpPr>
          <p:cNvPr id="17" name="text-13">
            <a:extLst xmlns:a="http://schemas.openxmlformats.org/drawingml/2006/main">
              <a:ext uri="{FF2B5EF4-FFF2-40B4-BE49-F238E27FC236}">
                <a16:creationId xmlns:a16="http://schemas.microsoft.com/office/drawing/2014/main" id="{7F2E50E3-27BB-4807-A91E-EF1A1844744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94fee00bf524ef7"/>
              </a:rPr>
              <a:t>Acceptance record</a:t>
            </a:r>
          </a:p>
        </p:txBody>
      </p:sp>
      <p:sp>
        <p:nvSpPr>
          <p:cNvPr id="18" name="text-14">
            <a:extLst xmlns:a="http://schemas.openxmlformats.org/drawingml/2006/main">
              <a:ext uri="{FF2B5EF4-FFF2-40B4-BE49-F238E27FC236}">
                <a16:creationId xmlns:a16="http://schemas.microsoft.com/office/drawing/2014/main" id="{B010EA3A-BF72-4EB5-8C1D-08AA71902DC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734998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2026-09-21T02:04:24.4280000Z</dcterms:created>
  <dcterms:modified xsi:type="dcterms:W3CDTF">2026-09-21T02:04:24.4280000Z</dcterms:modified>
</coreProperties>
</file>