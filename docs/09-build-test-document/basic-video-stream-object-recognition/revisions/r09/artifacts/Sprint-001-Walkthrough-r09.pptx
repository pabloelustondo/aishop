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41f31cd94848d8" /><Relationship Type="http://schemas.openxmlformats.org/officeDocument/2006/relationships/extended-properties" Target="/docProps/app.xml" Id="R8faab1e11be64ef8" /><Relationship Type="http://schemas.openxmlformats.org/officeDocument/2006/relationships/officeDocument" Target="/ppt/presentation.xml" Id="R6ce3503d3f224bb9" /></Relationships>
</file>

<file path=ppt/presentation.xml><?xml version="1.0" encoding="utf-8"?>
<p:presentation xmlns:p="http://schemas.openxmlformats.org/presentationml/2006/main">
  <p:sldMasterIdLst>
    <p:sldMasterId xmlns:r="http://schemas.openxmlformats.org/officeDocument/2006/relationships" id="2147483648" r:id="R1f648f1bce8e46ab"/>
  </p:sldMasterIdLst>
  <p:notesMasterIdLst>
    <p:notesMasterId xmlns:r="http://schemas.openxmlformats.org/officeDocument/2006/relationships" r:id="R72ac1e2403f847f3"/>
  </p:notesMasterIdLst>
  <p:sldIdLst>
    <p:sldId xmlns:r="http://schemas.openxmlformats.org/officeDocument/2006/relationships" id="256" r:id="Re367bdb659df484a"/>
    <p:sldId xmlns:r="http://schemas.openxmlformats.org/officeDocument/2006/relationships" id="257" r:id="R83f9479223804535"/>
    <p:sldId xmlns:r="http://schemas.openxmlformats.org/officeDocument/2006/relationships" id="258" r:id="R3b4a8b7a1d0845c4"/>
    <p:sldId xmlns:r="http://schemas.openxmlformats.org/officeDocument/2006/relationships" id="259" r:id="Raa7beeea52f1489f"/>
    <p:sldId xmlns:r="http://schemas.openxmlformats.org/officeDocument/2006/relationships" id="260" r:id="R75189521125d4ee7"/>
    <p:sldId xmlns:r="http://schemas.openxmlformats.org/officeDocument/2006/relationships" id="261" r:id="Reb75431da35a4e37"/>
    <p:sldId xmlns:r="http://schemas.openxmlformats.org/officeDocument/2006/relationships" id="262" r:id="R49ee3ca57d464fb9"/>
    <p:sldId xmlns:r="http://schemas.openxmlformats.org/officeDocument/2006/relationships" id="263" r:id="R76990cafa4b14096"/>
    <p:sldId xmlns:r="http://schemas.openxmlformats.org/officeDocument/2006/relationships" id="264" r:id="Rf1a171e02c01423e"/>
    <p:sldId xmlns:r="http://schemas.openxmlformats.org/officeDocument/2006/relationships" id="265" r:id="R240cf5fa37794826"/>
    <p:sldId xmlns:r="http://schemas.openxmlformats.org/officeDocument/2006/relationships" id="266" r:id="R5fd09290a13d4236"/>
    <p:sldId xmlns:r="http://schemas.openxmlformats.org/officeDocument/2006/relationships" id="267" r:id="R1990c3a3a9384392"/>
    <p:sldId xmlns:r="http://schemas.openxmlformats.org/officeDocument/2006/relationships" id="268" r:id="R3967a5ae80b0449c"/>
    <p:sldId xmlns:r="http://schemas.openxmlformats.org/officeDocument/2006/relationships" id="269" r:id="Rf0235186a8b04c9c"/>
    <p:sldId xmlns:r="http://schemas.openxmlformats.org/officeDocument/2006/relationships" id="270" r:id="R55993350f4fe4254"/>
    <p:sldId xmlns:r="http://schemas.openxmlformats.org/officeDocument/2006/relationships" id="271" r:id="R5ed261d77c804af1"/>
    <p:sldId xmlns:r="http://schemas.openxmlformats.org/officeDocument/2006/relationships" id="272" r:id="Ra3eaf8b71d004ff1"/>
    <p:sldId xmlns:r="http://schemas.openxmlformats.org/officeDocument/2006/relationships" id="273" r:id="Re54b7d616c084b9a"/>
    <p:sldId xmlns:r="http://schemas.openxmlformats.org/officeDocument/2006/relationships" id="274" r:id="R3f5be824a259478c"/>
    <p:sldId xmlns:r="http://schemas.openxmlformats.org/officeDocument/2006/relationships" id="275" r:id="Rdb26ed0634a34aba"/>
    <p:sldId xmlns:r="http://schemas.openxmlformats.org/officeDocument/2006/relationships" id="276" r:id="R2fccea5d1c384901"/>
    <p:sldId xmlns:r="http://schemas.openxmlformats.org/officeDocument/2006/relationships" id="277" r:id="Raaa334e20019455c"/>
    <p:sldId xmlns:r="http://schemas.openxmlformats.org/officeDocument/2006/relationships" id="278" r:id="Rd691435737ac48d0"/>
    <p:sldId xmlns:r="http://schemas.openxmlformats.org/officeDocument/2006/relationships" id="279" r:id="R8ce81c7d052645ba"/>
    <p:sldId xmlns:r="http://schemas.openxmlformats.org/officeDocument/2006/relationships" id="280" r:id="R2ab05c456ce24af6"/>
    <p:sldId xmlns:r="http://schemas.openxmlformats.org/officeDocument/2006/relationships" id="281" r:id="R926010ba6d3c4af0"/>
    <p:sldId xmlns:r="http://schemas.openxmlformats.org/officeDocument/2006/relationships" id="282" r:id="Rd709edbb3d604633"/>
    <p:sldId xmlns:r="http://schemas.openxmlformats.org/officeDocument/2006/relationships" id="283" r:id="R503a910e21514723"/>
    <p:sldId xmlns:r="http://schemas.openxmlformats.org/officeDocument/2006/relationships" id="284" r:id="R7a87940541e2423c"/>
    <p:sldId xmlns:r="http://schemas.openxmlformats.org/officeDocument/2006/relationships" id="285" r:id="Rcb30bb15e42c43d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cbac1fa31f4221" /><Relationship Type="http://schemas.openxmlformats.org/officeDocument/2006/relationships/slideMaster" Target="/ppt/slideMasters/slideMaster1.xml" Id="R1f648f1bce8e46ab" /><Relationship Type="http://schemas.openxmlformats.org/officeDocument/2006/relationships/notesMaster" Target="/ppt/notesMasters/notesMaster1.xml" Id="R72ac1e2403f847f3" /><Relationship Type="http://schemas.openxmlformats.org/officeDocument/2006/relationships/presProps" Target="/ppt/presProps.xml" Id="R40d9fde3f0e24d7c" /><Relationship Type="http://schemas.openxmlformats.org/officeDocument/2006/relationships/tableStyles" Target="/ppt/tableStyles.xml" Id="Ra7e463cdb82b44a6" /><Relationship Type="http://schemas.openxmlformats.org/officeDocument/2006/relationships/slide" Target="/ppt/slides/slide1.xml" Id="Re367bdb659df484a" /><Relationship Type="http://schemas.openxmlformats.org/officeDocument/2006/relationships/slide" Target="/ppt/slides/slide2.xml" Id="R83f9479223804535" /><Relationship Type="http://schemas.openxmlformats.org/officeDocument/2006/relationships/slide" Target="/ppt/slides/slide3.xml" Id="R3b4a8b7a1d0845c4" /><Relationship Type="http://schemas.openxmlformats.org/officeDocument/2006/relationships/slide" Target="/ppt/slides/slide4.xml" Id="Raa7beeea52f1489f" /><Relationship Type="http://schemas.openxmlformats.org/officeDocument/2006/relationships/slide" Target="/ppt/slides/slide5.xml" Id="R75189521125d4ee7" /><Relationship Type="http://schemas.openxmlformats.org/officeDocument/2006/relationships/slide" Target="/ppt/slides/slide6.xml" Id="Reb75431da35a4e37" /><Relationship Type="http://schemas.openxmlformats.org/officeDocument/2006/relationships/slide" Target="/ppt/slides/slide7.xml" Id="R49ee3ca57d464fb9" /><Relationship Type="http://schemas.openxmlformats.org/officeDocument/2006/relationships/slide" Target="/ppt/slides/slide8.xml" Id="R76990cafa4b14096" /><Relationship Type="http://schemas.openxmlformats.org/officeDocument/2006/relationships/slide" Target="/ppt/slides/slide9.xml" Id="Rf1a171e02c01423e" /><Relationship Type="http://schemas.openxmlformats.org/officeDocument/2006/relationships/slide" Target="/ppt/slides/slide10.xml" Id="R240cf5fa37794826" /><Relationship Type="http://schemas.openxmlformats.org/officeDocument/2006/relationships/slide" Target="/ppt/slides/slide11.xml" Id="R5fd09290a13d4236" /><Relationship Type="http://schemas.openxmlformats.org/officeDocument/2006/relationships/slide" Target="/ppt/slides/slide12.xml" Id="R1990c3a3a9384392" /><Relationship Type="http://schemas.openxmlformats.org/officeDocument/2006/relationships/slide" Target="/ppt/slides/slide13.xml" Id="R3967a5ae80b0449c" /><Relationship Type="http://schemas.openxmlformats.org/officeDocument/2006/relationships/slide" Target="/ppt/slides/slide14.xml" Id="Rf0235186a8b04c9c" /><Relationship Type="http://schemas.openxmlformats.org/officeDocument/2006/relationships/slide" Target="/ppt/slides/slide15.xml" Id="R55993350f4fe4254" /><Relationship Type="http://schemas.openxmlformats.org/officeDocument/2006/relationships/slide" Target="/ppt/slides/slide16.xml" Id="R5ed261d77c804af1" /><Relationship Type="http://schemas.openxmlformats.org/officeDocument/2006/relationships/slide" Target="/ppt/slides/slide17.xml" Id="Ra3eaf8b71d004ff1" /><Relationship Type="http://schemas.openxmlformats.org/officeDocument/2006/relationships/slide" Target="/ppt/slides/slide18.xml" Id="Re54b7d616c084b9a" /><Relationship Type="http://schemas.openxmlformats.org/officeDocument/2006/relationships/slide" Target="/ppt/slides/slide19.xml" Id="R3f5be824a259478c" /><Relationship Type="http://schemas.openxmlformats.org/officeDocument/2006/relationships/slide" Target="/ppt/slides/slide20.xml" Id="Rdb26ed0634a34aba" /><Relationship Type="http://schemas.openxmlformats.org/officeDocument/2006/relationships/slide" Target="/ppt/slides/slide21.xml" Id="R2fccea5d1c384901" /><Relationship Type="http://schemas.openxmlformats.org/officeDocument/2006/relationships/slide" Target="/ppt/slides/slide22.xml" Id="Raaa334e20019455c" /><Relationship Type="http://schemas.openxmlformats.org/officeDocument/2006/relationships/slide" Target="/ppt/slides/slide23.xml" Id="Rd691435737ac48d0" /><Relationship Type="http://schemas.openxmlformats.org/officeDocument/2006/relationships/slide" Target="/ppt/slides/slide24.xml" Id="R8ce81c7d052645ba" /><Relationship Type="http://schemas.openxmlformats.org/officeDocument/2006/relationships/slide" Target="/ppt/slides/slide25.xml" Id="R2ab05c456ce24af6" /><Relationship Type="http://schemas.openxmlformats.org/officeDocument/2006/relationships/slide" Target="/ppt/slides/slide26.xml" Id="R926010ba6d3c4af0" /><Relationship Type="http://schemas.openxmlformats.org/officeDocument/2006/relationships/slide" Target="/ppt/slides/slide27.xml" Id="Rd709edbb3d604633" /><Relationship Type="http://schemas.openxmlformats.org/officeDocument/2006/relationships/slide" Target="/ppt/slides/slide28.xml" Id="R503a910e21514723" /><Relationship Type="http://schemas.openxmlformats.org/officeDocument/2006/relationships/slide" Target="/ppt/slides/slide29.xml" Id="R7a87940541e2423c" /><Relationship Type="http://schemas.openxmlformats.org/officeDocument/2006/relationships/slide" Target="/ppt/slides/slide30.xml" Id="Rcb30bb15e42c43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7caf65df1f46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5f6208f954477f" /><Relationship Type="http://schemas.openxmlformats.org/officeDocument/2006/relationships/notesMaster" Target="/ppt/notesMasters/notesMaster1.xml" Id="R17166531fc3545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f175811f4440f2" /><Relationship Type="http://schemas.openxmlformats.org/officeDocument/2006/relationships/notesMaster" Target="/ppt/notesMasters/notesMaster1.xml" Id="R7a8ee8139c7b4d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9c695a09c0463a" /><Relationship Type="http://schemas.openxmlformats.org/officeDocument/2006/relationships/notesMaster" Target="/ppt/notesMasters/notesMaster1.xml" Id="R9a5f1e7a5d6f43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6bdd508a2e4bd3" /><Relationship Type="http://schemas.openxmlformats.org/officeDocument/2006/relationships/notesMaster" Target="/ppt/notesMasters/notesMaster1.xml" Id="R03fe249a923d4a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d13809ba104725" /><Relationship Type="http://schemas.openxmlformats.org/officeDocument/2006/relationships/notesMaster" Target="/ppt/notesMasters/notesMaster1.xml" Id="R32b6b3aba63b41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3e65418b934269" /><Relationship Type="http://schemas.openxmlformats.org/officeDocument/2006/relationships/notesMaster" Target="/ppt/notesMasters/notesMaster1.xml" Id="R436348b4cc0f46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78abcd14de42f3" /><Relationship Type="http://schemas.openxmlformats.org/officeDocument/2006/relationships/notesMaster" Target="/ppt/notesMasters/notesMaster1.xml" Id="R6e82d2fdae5146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bc5719d0d247f7" /><Relationship Type="http://schemas.openxmlformats.org/officeDocument/2006/relationships/notesMaster" Target="/ppt/notesMasters/notesMaster1.xml" Id="R66a36f467b804c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fd51e5ce5545c9" /><Relationship Type="http://schemas.openxmlformats.org/officeDocument/2006/relationships/notesMaster" Target="/ppt/notesMasters/notesMaster1.xml" Id="Rc5a1f79a9de74c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8ceefc127045ee" /><Relationship Type="http://schemas.openxmlformats.org/officeDocument/2006/relationships/notesMaster" Target="/ppt/notesMasters/notesMaster1.xml" Id="R804adc4fa21e42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47eebc59794718" /><Relationship Type="http://schemas.openxmlformats.org/officeDocument/2006/relationships/notesMaster" Target="/ppt/notesMasters/notesMaster1.xml" Id="R0f26eac8c26942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fd70eea4124222" /><Relationship Type="http://schemas.openxmlformats.org/officeDocument/2006/relationships/notesMaster" Target="/ppt/notesMasters/notesMaster1.xml" Id="R596f3e606a274d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08ed087d494bb7" /><Relationship Type="http://schemas.openxmlformats.org/officeDocument/2006/relationships/notesMaster" Target="/ppt/notesMasters/notesMaster1.xml" Id="R5f6f018a6db846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c627111e2b4f99" /><Relationship Type="http://schemas.openxmlformats.org/officeDocument/2006/relationships/notesMaster" Target="/ppt/notesMasters/notesMaster1.xml" Id="R4ba34968900b46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50b63e828544b7" /><Relationship Type="http://schemas.openxmlformats.org/officeDocument/2006/relationships/notesMaster" Target="/ppt/notesMasters/notesMaster1.xml" Id="Rb5b9612be2a14e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665a28cd624e53" /><Relationship Type="http://schemas.openxmlformats.org/officeDocument/2006/relationships/notesMaster" Target="/ppt/notesMasters/notesMaster1.xml" Id="R5d87b927fb5b4d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3d80860b7c49d2" /><Relationship Type="http://schemas.openxmlformats.org/officeDocument/2006/relationships/notesMaster" Target="/ppt/notesMasters/notesMaster1.xml" Id="Rb49e956ed52c4a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4bba58caa045fc" /><Relationship Type="http://schemas.openxmlformats.org/officeDocument/2006/relationships/notesMaster" Target="/ppt/notesMasters/notesMaster1.xml" Id="R046c91b4ccf940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250607faee4af4" /><Relationship Type="http://schemas.openxmlformats.org/officeDocument/2006/relationships/notesMaster" Target="/ppt/notesMasters/notesMaster1.xml" Id="R37683f21fd7a4c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246462d3c04f87" /><Relationship Type="http://schemas.openxmlformats.org/officeDocument/2006/relationships/notesMaster" Target="/ppt/notesMasters/notesMaster1.xml" Id="Reeff614640f247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09b1ffce9a482c" /><Relationship Type="http://schemas.openxmlformats.org/officeDocument/2006/relationships/notesMaster" Target="/ppt/notesMasters/notesMaster1.xml" Id="R706f7092a16a4da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0fd1a17b2f4c6c" /><Relationship Type="http://schemas.openxmlformats.org/officeDocument/2006/relationships/notesMaster" Target="/ppt/notesMasters/notesMaster1.xml" Id="R343cf2763f51430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89ae7fe50c441e" /><Relationship Type="http://schemas.openxmlformats.org/officeDocument/2006/relationships/notesMaster" Target="/ppt/notesMasters/notesMaster1.xml" Id="R70c1dec2aa9d43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af2f58acbb48fc" /><Relationship Type="http://schemas.openxmlformats.org/officeDocument/2006/relationships/notesMaster" Target="/ppt/notesMasters/notesMaster1.xml" Id="R3b1d9240ed7345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6070d426d44a9c" /><Relationship Type="http://schemas.openxmlformats.org/officeDocument/2006/relationships/notesMaster" Target="/ppt/notesMasters/notesMaster1.xml" Id="R90e1f8173ce343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1dad1caa4f840ad" /><Relationship Type="http://schemas.openxmlformats.org/officeDocument/2006/relationships/notesMaster" Target="/ppt/notesMasters/notesMaster1.xml" Id="R18aac7d965e0483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6e86dc6901b42fd" /><Relationship Type="http://schemas.openxmlformats.org/officeDocument/2006/relationships/notesMaster" Target="/ppt/notesMasters/notesMaster1.xml" Id="Re4b271d168b94f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d9105d1cae4684" /><Relationship Type="http://schemas.openxmlformats.org/officeDocument/2006/relationships/notesMaster" Target="/ppt/notesMasters/notesMaster1.xml" Id="R265cdeb146204bf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355655283942a7" /><Relationship Type="http://schemas.openxmlformats.org/officeDocument/2006/relationships/notesMaster" Target="/ppt/notesMasters/notesMaster1.xml" Id="R7919722e27f94a6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5c7fa8d40e04f9f" /><Relationship Type="http://schemas.openxmlformats.org/officeDocument/2006/relationships/notesMaster" Target="/ppt/notesMasters/notesMaster1.xml" Id="Red063aab25a343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Finding a known product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AIShopVision's first foundation: using Apple Vision to raise a provisional signal while a prerecorded video is still playing.</a:t>
            </a:r>
          </a:p>
          <a:p xmlns:a="http://schemas.openxmlformats.org/drawingml/2006/main">
            <a:r>
              <a:t/>
            </a:r>
          </a:p>
          <a:p xmlns:a="http://schemas.openxmlformats.org/drawingml/2006/main">
            <a:r>
              <a:t>We begin with the intent, then show the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diagnostic use case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annotations](../../../../../../ios/AIShop/AIShopVision/Tests/AIShopVisionTests/Resources/annotations.json)</a:t>
            </a:r>
          </a:p>
          <a:p xmlns:a="http://schemas.openxmlformats.org/drawingml/2006/main">
            <a:r>
              <a:t>- [Fixture resources](../../../../../../ios/AIShop/AIShopVision/Tests/AIShopVisionTests/Resources)</a:t>
            </a:r>
          </a:p>
          <a:p xmlns:a="http://schemas.openxmlformats.org/drawingml/2006/main">
            <a:r>
              <a:t>- [Harness screen](../../../../../../ios/AIShop/AIShop/Diagnostics/VisionDiagnosticHarness.swift)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112b34ec84c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4fd357503d439a" /><Relationship Type="http://schemas.openxmlformats.org/officeDocument/2006/relationships/slideLayout" Target="/ppt/slideLayouts/slideLayout1.xml" Id="Re46ce5fcff2c4f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6ce5fcff2c4f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ae42fd586a4106" /><Relationship Type="http://schemas.openxmlformats.org/officeDocument/2006/relationships/notesSlide" Target="/ppt/notesSlides/notesSlide1.xml" Id="R6eb098171d2c40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fdb9f3a66d42e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0602850518e40b9" /><Relationship Type="http://schemas.openxmlformats.org/officeDocument/2006/relationships/notesSlide" Target="/ppt/notesSlides/notesSlide2.xml" Id="Rc8da9faa64544f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dec02ee05042f7" /><Relationship Type="http://schemas.openxmlformats.org/officeDocument/2006/relationships/image" Target="/ppt/media/image.jpeg" Id="R9b6c017c62024d66" /><Relationship Type="http://schemas.openxmlformats.org/officeDocument/2006/relationships/image" Target="/ppt/media/image2.jpeg" Id="Rf43fcc2488a7493f"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7999394347c44162" /><Relationship Type="http://schemas.openxmlformats.org/officeDocument/2006/relationships/hyperlink" Target="file:///Users/paboelustodo/Library/CloudStorage/GoogleDrive-pablo.elustondo@gmail.com/My%20Drive%202/1-GIT-PROJECTS/aishop/ios/AIShop/AIShopVision/Tests/AIShopVisionTests/Resources" TargetMode="External" Id="Rc31cfe69150c4921" /><Relationship Type="http://schemas.openxmlformats.org/officeDocument/2006/relationships/hyperlink" Target="file:///Users/paboelustodo/Library/CloudStorage/GoogleDrive-pablo.elustondo@gmail.com/My%20Drive%202/1-GIT-PROJECTS/aishop/ios/AIShop/AIShop/Diagnostics/VisionDiagnosticHarness.swift" TargetMode="External" Id="Rae0ff47141814fc2" /><Relationship Type="http://schemas.openxmlformats.org/officeDocument/2006/relationships/notesSlide" Target="/ppt/notesSlides/notesSlide3.xml" Id="Rd88df51c3b6440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77ebb55cff4635" /><Relationship Type="http://schemas.openxmlformats.org/officeDocument/2006/relationships/hyperlink" Target="file:///Users/paboelustodo/Library/CloudStorage/GoogleDrive-pablo.elustondo@gmail.com/My%20Drive%202/1-GIT-PROJECTS/aishop/e2e/ios/run.zsh" TargetMode="External" Id="R80b00814abcb449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86de11524874843" /><Relationship Type="http://schemas.openxmlformats.org/officeDocument/2006/relationships/hyperlink" Target="file:///Users/paboelustodo/Library/CloudStorage/GoogleDrive-pablo.elustondo@gmail.com/My%20Drive%202/1-GIT-PROJECTS/aishop/ios/AIShop/AIShopTests/" TargetMode="External" Id="Rdd0a12d089f94e52" /><Relationship Type="http://schemas.openxmlformats.org/officeDocument/2006/relationships/notesSlide" Target="/ppt/notesSlides/notesSlide4.xml" Id="R374b4bdbfcf642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c19b75cb0b46bc" /><Relationship Type="http://schemas.openxmlformats.org/officeDocument/2006/relationships/hyperlink" Target="file:///Users/paboelustodo/Library/CloudStorage/GoogleDrive-pablo.elustondo@gmail.com/My%20Drive%202/1-GIT-PROJECTS/aishop/ios/AIShop/AIShopVision/Sources/AIShopVision/" TargetMode="External" Id="Rdbb45778499640ee" /><Relationship Type="http://schemas.openxmlformats.org/officeDocument/2006/relationships/hyperlink" Target="file:///Users/paboelustodo/Library/CloudStorage/GoogleDrive-pablo.elustondo@gmail.com/My%20Drive%202/1-GIT-PROJECTS/aishop/ios/AIShop/AIShop/Diagnostics/" TargetMode="External" Id="Rd3a9617e16d84838" /><Relationship Type="http://schemas.openxmlformats.org/officeDocument/2006/relationships/hyperlink" Target="file:///Users/paboelustodo/Library/CloudStorage/GoogleDrive-pablo.elustondo@gmail.com/My%20Drive%202/1-GIT-PROJECTS/aishop/ios/AIShop/AIShopVision/Sources/AIShopVisionEvaluation/" TargetMode="External" Id="Rd197989ff5d14297" /><Relationship Type="http://schemas.openxmlformats.org/officeDocument/2006/relationships/notesSlide" Target="/ppt/notesSlides/notesSlide5.xml" Id="Rb2a40324825843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dc74c290b74669"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ee37f70ca73463c"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dc8244b5c96c4750"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d56878581b064b0d" /><Relationship Type="http://schemas.openxmlformats.org/officeDocument/2006/relationships/notesSlide" Target="/ppt/notesSlides/notesSlide6.xml" Id="Rdca1b70b610d4e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686316b2434ea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8bae546884e4a82"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62239fcfa4114e41" /><Relationship Type="http://schemas.openxmlformats.org/officeDocument/2006/relationships/hyperlink" Target="file:///Users/paboelustodo/Library/CloudStorage/GoogleDrive-pablo.elustondo@gmail.com/My%20Drive%202/1-GIT-PROJECTS/aishop/ios/AIShop/AIShop/Diagnostics/VisionHarnessModel.swift" TargetMode="External" Id="R8df36646f22d49d2" /><Relationship Type="http://schemas.openxmlformats.org/officeDocument/2006/relationships/notesSlide" Target="/ppt/notesSlides/notesSlide7.xml" Id="R6a9b7af921c344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cc66545ca14756"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3983e40c08f348a5"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a0aa2cb278f34c85"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819b8dcd1fc54353" /><Relationship Type="http://schemas.openxmlformats.org/officeDocument/2006/relationships/notesSlide" Target="/ppt/notesSlides/notesSlide8.xml" Id="R0b9760954ace4b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074e1b12a5449c"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cd755e827cc749fb"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d24213e2fa554b16" /><Relationship Type="http://schemas.openxmlformats.org/officeDocument/2006/relationships/notesSlide" Target="/ppt/notesSlides/notesSlide9.xml" Id="R7e1d6209e45041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1a4663f6064a4b"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9eb044dc1ca9423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7156f837c6d4964"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3bea13a680a34f15" /><Relationship Type="http://schemas.openxmlformats.org/officeDocument/2006/relationships/notesSlide" Target="/ppt/notesSlides/notesSlide10.xml" Id="R6ff062e395984d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7020622f3e45e6"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263bb1c245f84f57"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abd316aa081246e6" /><Relationship Type="http://schemas.openxmlformats.org/officeDocument/2006/relationships/hyperlink" Target="file:///Users/paboelustodo/Library/CloudStorage/GoogleDrive-pablo.elustondo@gmail.com/My%20Drive%202/1-GIT-PROJECTS/aishop/ios/AIShop/AIShop/Diagnostics/DiagnosticFixture.swift" TargetMode="External" Id="Raf554192ae434821" /><Relationship Type="http://schemas.openxmlformats.org/officeDocument/2006/relationships/notesSlide" Target="/ppt/notesSlides/notesSlide11.xml" Id="R7997504bb03a48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0c7bc4db524a80"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007593e0f6344c47"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28dc8e2ed59f448a" /><Relationship Type="http://schemas.openxmlformats.org/officeDocument/2006/relationships/notesSlide" Target="/ppt/notesSlides/notesSlide12.xml" Id="Rb40bee82af8243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e83792591340bf"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112908b007f8431a"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8ceab0c160094db0"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6f65c123ae2e4c93" /><Relationship Type="http://schemas.openxmlformats.org/officeDocument/2006/relationships/notesSlide" Target="/ppt/notesSlides/notesSlide13.xml" Id="R137dcaf3988e4d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764f8a2d75c4295"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f9f55cb1ff994c42" /><Relationship Type="http://schemas.openxmlformats.org/officeDocument/2006/relationships/hyperlink" Target="file:///Users/paboelustodo/Library/CloudStorage/GoogleDrive-pablo.elustondo@gmail.com/My%20Drive%202/1-GIT-PROJECTS/aishop/e2e/ios/calibrate-scorer.rb" TargetMode="External" Id="R1b8f3a59d39b49dd"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b75aa43f0dbf4f9f" /><Relationship Type="http://schemas.openxmlformats.org/officeDocument/2006/relationships/notesSlide" Target="/ppt/notesSlides/notesSlide14.xml" Id="Rbe5fbf65741a4f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12adc3f964482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2bb0607dc5ee4c55"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906e1845b3f040b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fd480bc5f12b4c4e" /><Relationship Type="http://schemas.openxmlformats.org/officeDocument/2006/relationships/notesSlide" Target="/ppt/notesSlides/notesSlide15.xml" Id="R2e0514175ffb4b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0aa2fac7185412b"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caa72510d2c54129"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c30658bf0477411c" /><Relationship Type="http://schemas.openxmlformats.org/officeDocument/2006/relationships/hyperlink" Target="file:///Users/paboelustodo/Library/CloudStorage/GoogleDrive-pablo.elustondo@gmail.com/My%20Drive%202/1-GIT-PROJECTS/aishop/ios/AIShop/AIShop/Diagnostics/VisionDiagnosticHarness.swift" TargetMode="External" Id="Rc3f5e5f1af674647" /><Relationship Type="http://schemas.openxmlformats.org/officeDocument/2006/relationships/notesSlide" Target="/ppt/notesSlides/notesSlide16.xml" Id="Rc792d6e105934c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dea037a0774430"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ed969c6b1ea4356"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0c2043b2e4e742f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9e8e5979a61f4edf" /><Relationship Type="http://schemas.openxmlformats.org/officeDocument/2006/relationships/notesSlide" Target="/ppt/notesSlides/notesSlide17.xml" Id="Rfaa6e5f4046b45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c07d89ac8ab4c61"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b127f154706e474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54ad6299cdf4f06"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b77df16dd9a14b53" /><Relationship Type="http://schemas.openxmlformats.org/officeDocument/2006/relationships/notesSlide" Target="/ppt/notesSlides/notesSlide18.xml" Id="R6b22a2eb80bc47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991c5c07714d04"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b6d305137a924529"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90c118f99beb43db"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9bdc386b96994387" /><Relationship Type="http://schemas.openxmlformats.org/officeDocument/2006/relationships/notesSlide" Target="/ppt/notesSlides/notesSlide19.xml" Id="Rdf929863898b48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e77d0a5e3d4333"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47260d626414010"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6d1fe993c86042d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24cf495bc1d54012" /><Relationship Type="http://schemas.openxmlformats.org/officeDocument/2006/relationships/notesSlide" Target="/ppt/notesSlides/notesSlide20.xml" Id="R01a1a57df33843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9ac2769e3ad492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67533a79fdb342a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90e5d5560c648de"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e80973cba9944dd1" /><Relationship Type="http://schemas.openxmlformats.org/officeDocument/2006/relationships/notesSlide" Target="/ppt/notesSlides/notesSlide21.xml" Id="R8426691ea774417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669703c78eb474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070f48eac7d04209"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ebcfab6a4663476a" /><Relationship Type="http://schemas.openxmlformats.org/officeDocument/2006/relationships/hyperlink" Target="file:///Users/paboelustodo/Library/CloudStorage/GoogleDrive-pablo.elustondo@gmail.com/My%20Drive%202/1-GIT-PROJECTS/aishop/ios/AIShop/AIShop/Diagnostics/VisionHarnessModel.swift" TargetMode="External" Id="Rbae263f70a754916" /><Relationship Type="http://schemas.openxmlformats.org/officeDocument/2006/relationships/notesSlide" Target="/ppt/notesSlides/notesSlide22.xml" Id="R560f6dc7c53b49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871bd00716d4686"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2e3464033493408d"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c5764526648f4e0c"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8d989c47ea5443f1" /><Relationship Type="http://schemas.openxmlformats.org/officeDocument/2006/relationships/notesSlide" Target="/ppt/notesSlides/notesSlide23.xml" Id="R8079c9a2751f45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ffa4418293a454c"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42413e183c034776"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6a16b864ec694460"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5c18f48a19f243e7" /><Relationship Type="http://schemas.openxmlformats.org/officeDocument/2006/relationships/notesSlide" Target="/ppt/notesSlides/notesSlide24.xml" Id="Rf38889f0f92249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7abd035b11947fb"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10c6c5a8af6a4c60" /><Relationship Type="http://schemas.openxmlformats.org/officeDocument/2006/relationships/hyperlink" Target="file:///Users/paboelustodo/Library/CloudStorage/GoogleDrive-pablo.elustondo@gmail.com/My%20Drive%202/1-GIT-PROJECTS/aishop/ios/AIShop/AIShopVision/Sources/AIShopVisionEvaluate/main.swift" TargetMode="External" Id="Rec46215bb5f04f22"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a401d6577da483e" /><Relationship Type="http://schemas.openxmlformats.org/officeDocument/2006/relationships/notesSlide" Target="/ppt/notesSlides/notesSlide25.xml" Id="R8c452f9a519342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22f903a6836443b" /><Relationship Type="http://schemas.openxmlformats.org/officeDocument/2006/relationships/hyperlink" Target="file:///Users/paboelustodo/Library/CloudStorage/GoogleDrive-pablo.elustondo@gmail.com/My%20Drive%202/1-GIT-PROJECTS/aishop/ios/AIShop/AIShop/App/ApplicationBootstrap.swift" TargetMode="External" Id="R1b0e9f0964024aee" /><Relationship Type="http://schemas.openxmlformats.org/officeDocument/2006/relationships/hyperlink" Target="file:///Users/paboelustodo/Library/CloudStorage/GoogleDrive-pablo.elustondo@gmail.com/My%20Drive%202/1-GIT-PROJECTS/aishop/ios/AIShop/AIShop/Diagnostics/VisionHarnessModel.swift" TargetMode="External" Id="Rddf911fb00824650" /><Relationship Type="http://schemas.openxmlformats.org/officeDocument/2006/relationships/hyperlink" Target="file:///Users/paboelustodo/Library/CloudStorage/GoogleDrive-pablo.elustondo@gmail.com/My%20Drive%202/1-GIT-PROJECTS/aishop/e2e/ios/verify-app-bundle.rb" TargetMode="External" Id="Re7d0d23c02924661" /><Relationship Type="http://schemas.openxmlformats.org/officeDocument/2006/relationships/notesSlide" Target="/ppt/notesSlides/notesSlide26.xml" Id="R2646310ded7c48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db76631d4804a63"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366ea617b42b4d77" /><Relationship Type="http://schemas.openxmlformats.org/officeDocument/2006/relationships/hyperlink" Target="file:///Users/paboelustodo/Library/CloudStorage/GoogleDrive-pablo.elustondo@gmail.com/My%20Drive%202/1-GIT-PROJECTS/aishop/ios/AIShop/AIShop/Diagnostics/VisionDiagnosticHarness.swift" TargetMode="External" Id="R8e6ec32ab8154149"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9eee679ae2044c9d" /><Relationship Type="http://schemas.openxmlformats.org/officeDocument/2006/relationships/notesSlide" Target="/ppt/notesSlides/notesSlide27.xml" Id="Rea649d13bdaf457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cea8a7e714a44bd" /><Relationship Type="http://schemas.openxmlformats.org/officeDocument/2006/relationships/hyperlink" Target="file:///Users/paboelustodo/Library/CloudStorage/GoogleDrive-pablo.elustondo@gmail.com/My%20Drive%202/1-GIT-PROJECTS/aishop/ios/AIShop/AIShop/Diagnostics/VisionHarnessModel.swift" TargetMode="External" Id="Rc9ec6ff9abba451a"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2e7772902514457c"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befd46437944b40" /><Relationship Type="http://schemas.openxmlformats.org/officeDocument/2006/relationships/notesSlide" Target="/ppt/notesSlides/notesSlide28.xml" Id="R642df702cd8f4f6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ee438ceee464db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6cbc04f6bbf4502"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1cd2823b159c4155" /><Relationship Type="http://schemas.openxmlformats.org/officeDocument/2006/relationships/hyperlink" Target="file:///Users/paboelustodo/Library/CloudStorage/GoogleDrive-pablo.elustondo@gmail.com/My%20Drive%202/1-GIT-PROJECTS/aishop/ios/AIShop/AIShopVision/Package.swift" TargetMode="External" Id="R0ccea36baa2f475c" /><Relationship Type="http://schemas.openxmlformats.org/officeDocument/2006/relationships/notesSlide" Target="/ppt/notesSlides/notesSlide29.xml" Id="Rc484958db795436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46addc6f2d547d4" /><Relationship Type="http://schemas.openxmlformats.org/officeDocument/2006/relationships/hyperlink" Target="file:///Users/paboelustodo/Library/CloudStorage/GoogleDrive-pablo.elustondo@gmail.com/My%20Drive%202/1-GIT-PROJECTS/aishop/ios/AIShop/AIShopVision/Sources/AIShopVision/" TargetMode="External" Id="Ra661ddde8fb745a5" /><Relationship Type="http://schemas.openxmlformats.org/officeDocument/2006/relationships/hyperlink" Target="file:///Users/paboelustodo/Library/CloudStorage/GoogleDrive-pablo.elustondo@gmail.com/My%20Drive%202/1-GIT-PROJECTS/aishop/ios/AIShop/AIShopVision/Tests/AIShopVisionTests/" TargetMode="External" Id="Rac5c6fce37264518"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33c845aec9e2454a" /><Relationship Type="http://schemas.openxmlformats.org/officeDocument/2006/relationships/notesSlide" Target="/ppt/notesSlides/notesSlide30.xml" Id="R26f4e8c199b5432e"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0C513EC-FFBD-49B5-89F9-18ADD28F305D}"/>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F1CFD99E-5D8C-4DC6-8D7A-1553EB286674}"/>
              </a:ext>
            </a:extLst>
          </p:cNvPr>
          <p:cNvSpPr>
            <a:spLocks xmlns:a="http://schemas.openxmlformats.org/drawingml/2006/main" noGrp="1"/>
          </p:cNvSpPr>
          <p:nvPr/>
        </p:nvSpPr>
        <p:spPr>
          <a:xfrm xmlns:a="http://schemas.openxmlformats.org/drawingml/2006/main">
            <a:off x="838200" y="2400300"/>
            <a:ext cx="13563600" cy="942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known product</a:t>
            </a:r>
          </a:p>
        </p:txBody>
      </p:sp>
      <p:sp>
        <p:nvSpPr>
          <p:cNvPr id="3" name="text-2">
            <a:extLst xmlns:a="http://schemas.openxmlformats.org/drawingml/2006/main">
              <a:ext uri="{FF2B5EF4-FFF2-40B4-BE49-F238E27FC236}">
                <a16:creationId xmlns:a16="http://schemas.microsoft.com/office/drawing/2014/main" id="{CAB979DE-2CF6-4F6D-9D45-88F7A73E6239}"/>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watches prerecorded video and signals a</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possible match before it ends</a:t>
            </a:r>
          </a:p>
        </p:txBody>
      </p:sp>
      <p:sp>
        <p:nvSpPr>
          <p:cNvPr id="4" name="text-3">
            <a:extLst xmlns:a="http://schemas.openxmlformats.org/drawingml/2006/main">
              <a:ext uri="{FF2B5EF4-FFF2-40B4-BE49-F238E27FC236}">
                <a16:creationId xmlns:a16="http://schemas.microsoft.com/office/drawing/2014/main" id="{BDEEFFB3-5740-4A4F-9569-B57485063DA0}"/>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09 / working tree / 20 September 2026</a:t>
            </a:r>
          </a:p>
        </p:txBody>
      </p:sp>
    </p:spTree>
    <p:extLst>
      <p:ext uri="{BB962C8B-B14F-4D97-AF65-F5344CB8AC3E}">
        <p14:creationId xmlns:p14="http://schemas.microsoft.com/office/powerpoint/2010/main" val="20051230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9520B8B6-F153-48FE-9D4D-459E745D3BA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D74CCA75-6311-4C90-85DC-8030166E3B0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0DE6721D-86B1-4B43-92D3-13D49F4A069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990FD1A3-F73C-44A4-B42E-B1777E1385F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6EE35A5D-E1E0-45EB-92F0-707B17939A1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1FA6B36-FF80-44CE-9285-9DDE7DC2F02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CDF3AEDE-8044-445F-88EB-60221F1C4E9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517F499D-C45A-4242-B6DD-B68726136DD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686BDD6C-25F9-4ED9-970B-06CF30739CA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C8149590-58F7-421D-B522-D82D9395F970}"/>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6A27B8BE-070F-4F3A-97B7-D38583B6CC5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4B9510E-7551-4D47-A48D-B107F2DEC5C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D55BE866-E1FF-40D3-A3B5-38890E5E392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BAA3DC91-B72F-4C3C-9659-B0497E357A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F2F2BA6-C573-424A-8BD6-04DB887CFA4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602850518e40b9"/>
              </a:rPr>
              <a:t>Pipeline</a:t>
            </a:r>
          </a:p>
        </p:txBody>
      </p:sp>
      <p:sp>
        <p:nvSpPr>
          <p:cNvPr id="16" name="text-12">
            <a:extLst xmlns:a="http://schemas.openxmlformats.org/drawingml/2006/main">
              <a:ext uri="{FF2B5EF4-FFF2-40B4-BE49-F238E27FC236}">
                <a16:creationId xmlns:a16="http://schemas.microsoft.com/office/drawing/2014/main" id="{52AA8EF2-66C8-48C3-A73E-B41C0A78340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2164815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1CF58C0C-0A8F-45E3-A236-1C3C219644A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65C9B9F7-5086-4910-8DAB-E7C58053AAA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26950C9C-5523-4EAC-9D5B-25DF3E794A1D}"/>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DAC85EAC-3CDF-47C2-9C3E-873A919E599F}"/>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b6c017c62024d66"/>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F24DCABC-9104-44AD-ABA2-B4514090948E}"/>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936A0132-59FF-4F9F-9DC5-CF97B65BECA3}"/>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2C113E11-1D1B-4E2B-B169-CB132C68BA63}"/>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98ADD695-C9F5-48EF-ADAD-82B474F9F0DF}"/>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43fcc2488a7493f"/>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0EDF1EBB-1D4F-47F4-B2E4-FD015E097822}"/>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6B2E5188-8054-4E5C-AEBF-ED6ABA27AF83}"/>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8FB3A4BD-2B3B-4885-9F81-798829D1B8A9}"/>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F889C9DB-A81D-4CE5-8372-5FBF8A5F0C3A}"/>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E3A9E926-DA2E-414A-9C73-5BA7CFB0C5AD}"/>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C8841E52-6EAE-419B-B75F-70098B01FCAF}"/>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64217170-2B00-4774-A2B5-C6A5DF6DB087}"/>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092BDFE1-52F4-4069-B8CC-FBAA8718E568}"/>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C359EEE2-9BA2-4D4E-AA35-D4385DA82013}"/>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289C707B-EC05-4C16-BAF5-E52C13EDC9F4}"/>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37FC1C99-B5BC-4FD0-86DC-F1A58C1BB74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BBA54B79-2580-4799-BA84-F1CE8F5A5CF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999394347c44162"/>
              </a:rPr>
              <a:t>Fixture annotations</a:t>
            </a:r>
          </a:p>
        </p:txBody>
      </p:sp>
      <p:sp>
        <p:nvSpPr>
          <p:cNvPr id="23" name="text-18">
            <a:extLst xmlns:a="http://schemas.openxmlformats.org/drawingml/2006/main">
              <a:ext uri="{FF2B5EF4-FFF2-40B4-BE49-F238E27FC236}">
                <a16:creationId xmlns:a16="http://schemas.microsoft.com/office/drawing/2014/main" id="{C8266FA8-84BB-4068-B10C-B999962A11A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31cfe69150c4921"/>
              </a:rPr>
              <a:t>Fixture resources</a:t>
            </a:r>
          </a:p>
        </p:txBody>
      </p:sp>
      <p:sp>
        <p:nvSpPr>
          <p:cNvPr id="24" name="text-19">
            <a:extLst xmlns:a="http://schemas.openxmlformats.org/drawingml/2006/main">
              <a:ext uri="{FF2B5EF4-FFF2-40B4-BE49-F238E27FC236}">
                <a16:creationId xmlns:a16="http://schemas.microsoft.com/office/drawing/2014/main" id="{D4D54A02-D674-40A4-B264-D70CEBAF572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e0ff47141814fc2"/>
              </a:rPr>
              <a:t>Harness screen</a:t>
            </a:r>
          </a:p>
        </p:txBody>
      </p:sp>
      <p:sp>
        <p:nvSpPr>
          <p:cNvPr id="25" name="text-20">
            <a:extLst xmlns:a="http://schemas.openxmlformats.org/drawingml/2006/main">
              <a:ext uri="{FF2B5EF4-FFF2-40B4-BE49-F238E27FC236}">
                <a16:creationId xmlns:a16="http://schemas.microsoft.com/office/drawing/2014/main" id="{1AB98A57-B353-431C-98CA-9DC0CC965CF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12857159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6945B91-9E88-4797-BFB2-F2D26DC9A2E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DB54AB36-246D-42A1-96DF-A64581B73AD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AC76482A-996A-4A60-9019-DC990CC656D0}"/>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EDDB2EA4-47CB-4C55-B808-DAEFF8DD2A0C}"/>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2BCC1851-7D8F-4B71-AB78-06E304D49FB1}"/>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F40F0927-FC27-4821-9F15-04FA84F0627C}"/>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B4157E6E-0757-4AB1-AB4D-1EC77D10DC31}"/>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3D56B177-1F01-40D4-A9A6-A6D99CD679EE}"/>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EA7919FB-34E9-447E-BC6F-69C168EA6A3D}"/>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1F9027FF-434D-4B83-A462-BA14F53E57F7}"/>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E858CE8A-F9E3-469D-B2DA-1B157DFE855B}"/>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F54DECAB-D330-4103-BAD4-27A0C15D0C9A}"/>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756AC19A-E940-4472-8D8A-222885B02B8D}"/>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78E69AE2-CD4E-4AA8-9274-3E8848A733D4}"/>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FB48A798-559C-4C69-B75B-925EA957BFE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3FEF0E50-8C40-4FDB-82FD-0D5E1A88F1A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b00814abcb449d"/>
              </a:rPr>
              <a:t>Mac gate</a:t>
            </a:r>
          </a:p>
        </p:txBody>
      </p:sp>
      <p:sp>
        <p:nvSpPr>
          <p:cNvPr id="17" name="text-14">
            <a:extLst xmlns:a="http://schemas.openxmlformats.org/drawingml/2006/main">
              <a:ext uri="{FF2B5EF4-FFF2-40B4-BE49-F238E27FC236}">
                <a16:creationId xmlns:a16="http://schemas.microsoft.com/office/drawing/2014/main" id="{EF30A9DA-90D8-4E0D-8178-D902072636C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86de11524874843"/>
              </a:rPr>
              <a:t>Integration tests</a:t>
            </a:r>
          </a:p>
        </p:txBody>
      </p:sp>
      <p:sp>
        <p:nvSpPr>
          <p:cNvPr id="18" name="text-15">
            <a:extLst xmlns:a="http://schemas.openxmlformats.org/drawingml/2006/main">
              <a:ext uri="{FF2B5EF4-FFF2-40B4-BE49-F238E27FC236}">
                <a16:creationId xmlns:a16="http://schemas.microsoft.com/office/drawing/2014/main" id="{17ABC5BC-3FA8-446C-802B-B2B8F2194A0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d0a12d089f94e52"/>
              </a:rPr>
              <a:t>App tests</a:t>
            </a:r>
          </a:p>
        </p:txBody>
      </p:sp>
      <p:sp>
        <p:nvSpPr>
          <p:cNvPr id="19" name="text-16">
            <a:extLst xmlns:a="http://schemas.openxmlformats.org/drawingml/2006/main">
              <a:ext uri="{FF2B5EF4-FFF2-40B4-BE49-F238E27FC236}">
                <a16:creationId xmlns:a16="http://schemas.microsoft.com/office/drawing/2014/main" id="{A0A3B60C-E89F-4BE2-B7E2-482C9F20CC4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7316470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CFD227E0-DC86-469F-B481-7C3FEAB1A3A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6FAF3ED0-1DDA-486E-9F87-424EF385349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94DC204F-A0A4-4C9A-82CE-B3DB94DBE6A9}"/>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25F65218-4464-4CDE-8AA1-6C3714637EB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67ADE268-917F-4471-873C-CA093085091B}"/>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EEABC1EC-D4A3-42F3-82B4-4A137674D1F2}"/>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CFDAB1-89B0-49AC-84BE-C0D860D79A7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AA7E10C-32C4-491B-AB79-06880A34D8C6}"/>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427F4506-1C73-4168-9E0D-F12CE9B2F64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E13CE480-BEDE-432E-9599-927E90ABAA69}"/>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E7892D-8D3C-494B-9696-ECDDC7BA3C09}"/>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AB249FE-2DC9-4009-9285-F867680B99D5}"/>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BE1017F7-D1D7-4417-A4D9-0E0A5F4EB673}"/>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EC72C836-19EE-4A8A-A430-C0EE2516E741}"/>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977BC6-6B3D-4F1E-9FAD-8DF00F9A931B}"/>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62D0024-AED5-47FC-ACBB-A7BA17F378CB}"/>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689F7948-B376-4263-9618-CDDF498876BD}"/>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89A5BE6A-94F1-431E-859C-DA98B1B08458}"/>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17DFEE-B69B-48D8-B5C3-D8525442CAC6}"/>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B4322890-7B27-4D96-AF9C-49A93F1C4E6F}"/>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6C8B07BD-7AD3-4A8B-88F6-467A35620F7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B1B935E2-547D-4766-863A-052CF8DBAF4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739D3FE5-5E8C-48A4-8F6B-939C7BDF0A4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5E070DBB-841A-41A7-B447-EDAC70FC6F3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bb45778499640ee"/>
              </a:rPr>
              <a:t>Core package</a:t>
            </a:r>
          </a:p>
        </p:txBody>
      </p:sp>
      <p:sp>
        <p:nvSpPr>
          <p:cNvPr id="25" name="text-15">
            <a:extLst xmlns:a="http://schemas.openxmlformats.org/drawingml/2006/main">
              <a:ext uri="{FF2B5EF4-FFF2-40B4-BE49-F238E27FC236}">
                <a16:creationId xmlns:a16="http://schemas.microsoft.com/office/drawing/2014/main" id="{10C9AEB7-FE92-48CD-8E7F-0A3B2F66833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3a9617e16d84838"/>
              </a:rPr>
              <a:t>Harness</a:t>
            </a:r>
          </a:p>
        </p:txBody>
      </p:sp>
      <p:sp>
        <p:nvSpPr>
          <p:cNvPr id="26" name="text-16">
            <a:extLst xmlns:a="http://schemas.openxmlformats.org/drawingml/2006/main">
              <a:ext uri="{FF2B5EF4-FFF2-40B4-BE49-F238E27FC236}">
                <a16:creationId xmlns:a16="http://schemas.microsoft.com/office/drawing/2014/main" id="{035290EC-2E6E-4856-9CE5-7A972235FDF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97989ff5d14297"/>
              </a:rPr>
              <a:t>Evaluator</a:t>
            </a:r>
          </a:p>
        </p:txBody>
      </p:sp>
      <p:sp>
        <p:nvSpPr>
          <p:cNvPr id="27" name="text-17">
            <a:extLst xmlns:a="http://schemas.openxmlformats.org/drawingml/2006/main">
              <a:ext uri="{FF2B5EF4-FFF2-40B4-BE49-F238E27FC236}">
                <a16:creationId xmlns:a16="http://schemas.microsoft.com/office/drawing/2014/main" id="{A11CFB9B-50A6-4F18-907E-7443F04CA4F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7023416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090EDC02-45E8-4C5C-B048-AFCA9EF1836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8400DABF-03CE-4B9D-92B8-4F56DA94EFE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7472C38A-AA02-42D6-A71C-6151A758D49B}"/>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3B1363B-74C1-4503-9047-13003A4E2B3C}"/>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B71FA731-7E28-4AAE-8621-59BD5912EE63}"/>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27D384EB-2F89-47EA-AD8B-D6C48E212210}"/>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3402EA9-3CA2-4185-81F6-5913546348A0}"/>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17AE2E7-6A11-413A-B7B5-2FCA9C915439}"/>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256D9D15-43A0-44B2-BC8A-2CFEDA770B9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874726AA-025B-4A9F-AFE0-14B4922F8471}"/>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920E1C-D026-4287-872B-2B2EE105F64D}"/>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91C4DE8-ED86-42B2-9D11-561D8D630A27}"/>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8418B3D9-6EF4-4A55-9C32-890A857D4779}"/>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4376399E-EF67-4C2D-80A2-337A1F1457B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ED8902A-1EE5-47D4-8BCC-306435A03F7A}"/>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251885E-32DC-4AB0-94DE-68F61227D818}"/>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64712217-E19C-46A0-88FD-0FFDA9185E0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62577422-8DA8-4571-8B77-C3CD7B09F00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9EA026-F61D-4C95-A703-84105D01C39D}"/>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A8B328F3-2723-48A2-898E-770D66EA4995}"/>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54BFA726-D81C-4E0D-91A4-9D4F15A10082}"/>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811C1844-9C4B-4FB6-9CD2-0BCC7633BA5F}"/>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54E5F131-E951-4718-A084-002446FC793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35FF4D10-5CA9-422F-9079-402F76BD8E7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ee37f70ca73463c"/>
              </a:rPr>
              <a:t>Pipeline source</a:t>
            </a:r>
          </a:p>
        </p:txBody>
      </p:sp>
      <p:sp>
        <p:nvSpPr>
          <p:cNvPr id="25" name="text-15">
            <a:extLst xmlns:a="http://schemas.openxmlformats.org/drawingml/2006/main">
              <a:ext uri="{FF2B5EF4-FFF2-40B4-BE49-F238E27FC236}">
                <a16:creationId xmlns:a16="http://schemas.microsoft.com/office/drawing/2014/main" id="{12941168-BB9B-4EB5-ADFC-280A281DC2C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c8244b5c96c4750"/>
              </a:rPr>
              <a:t>Recorder</a:t>
            </a:r>
          </a:p>
        </p:txBody>
      </p:sp>
      <p:sp>
        <p:nvSpPr>
          <p:cNvPr id="26" name="text-16">
            <a:extLst xmlns:a="http://schemas.openxmlformats.org/drawingml/2006/main">
              <a:ext uri="{FF2B5EF4-FFF2-40B4-BE49-F238E27FC236}">
                <a16:creationId xmlns:a16="http://schemas.microsoft.com/office/drawing/2014/main" id="{B9D418D2-676B-4712-939E-1012DE2AA0D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56878581b064b0d"/>
              </a:rPr>
              <a:t>Pipeline tests</a:t>
            </a:r>
          </a:p>
        </p:txBody>
      </p:sp>
      <p:sp>
        <p:nvSpPr>
          <p:cNvPr id="27" name="text-17">
            <a:extLst xmlns:a="http://schemas.openxmlformats.org/drawingml/2006/main">
              <a:ext uri="{FF2B5EF4-FFF2-40B4-BE49-F238E27FC236}">
                <a16:creationId xmlns:a16="http://schemas.microsoft.com/office/drawing/2014/main" id="{857E1724-6C91-485E-A8B3-76647A4DF6D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0284006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7DE29650-6CAA-498E-BC25-A06ABFB0B05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EE4EDEA8-9321-4A20-8FCA-F0C58A64024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41A77467-87C4-4AFE-BF18-8482C4D3137A}"/>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C7A4622-501B-4BB0-B05B-BC0C2257A62B}"/>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A01FAC27-6BA2-4E88-AA77-2CF4D9A7141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F4167A5E-E5DF-4D79-8957-F2D2438AF2FC}"/>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8DAD67-B3BA-4F0E-BAB6-1816B4F96BA8}"/>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4D9B2F9-8D49-4BDD-8A72-AAB2E591C1C8}"/>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01081587-793A-4E71-B1A8-CDDE206B0ECE}"/>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5F03D88B-21D3-45B1-8533-0A65AA71C9B8}"/>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9E22BC-342E-4916-A798-B48C6335B9C8}"/>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136028F-6419-4B3D-BFE5-9A52D427A266}"/>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F06F6BD4-2D78-45F8-A742-992441F09B6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0AA6C35A-78D6-4816-81A3-170BA8B7BCDE}"/>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84CAB1-DA16-439B-ACE4-D1A52BD71CC1}"/>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4B73600C-9603-4364-883D-201FC6B01969}"/>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5200A3EA-E314-4D15-A013-523469733192}"/>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41835F53-81C2-4403-848F-FDB87C8F0F11}"/>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CC44D31-7016-4B74-BB53-2956C78F1DDA}"/>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C695E280-CAB6-474B-A80A-D7F5715D0F30}"/>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FC6B6C15-8595-4502-A13C-419571EF142F}"/>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61E08E15-BB48-43CD-B58A-FA7CFE99593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326FC2D0-15BA-4900-BE9B-09E99645A61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E7212702-5605-4F92-885A-A89BE18FD98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8bae546884e4a82"/>
              </a:rPr>
              <a:t>Pipeline</a:t>
            </a:r>
          </a:p>
        </p:txBody>
      </p:sp>
      <p:sp>
        <p:nvSpPr>
          <p:cNvPr id="25" name="text-15">
            <a:extLst xmlns:a="http://schemas.openxmlformats.org/drawingml/2006/main">
              <a:ext uri="{FF2B5EF4-FFF2-40B4-BE49-F238E27FC236}">
                <a16:creationId xmlns:a16="http://schemas.microsoft.com/office/drawing/2014/main" id="{70CA0203-4E3C-45EB-BB21-A3D17808712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2239fcfa4114e41"/>
              </a:rPr>
              <a:t>Recorder</a:t>
            </a:r>
          </a:p>
        </p:txBody>
      </p:sp>
      <p:sp>
        <p:nvSpPr>
          <p:cNvPr id="26" name="text-16">
            <a:extLst xmlns:a="http://schemas.openxmlformats.org/drawingml/2006/main">
              <a:ext uri="{FF2B5EF4-FFF2-40B4-BE49-F238E27FC236}">
                <a16:creationId xmlns:a16="http://schemas.microsoft.com/office/drawing/2014/main" id="{A5AAB3E9-D8C6-415E-B543-94C35CD95F3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f36646f22d49d2"/>
              </a:rPr>
              <a:t>Harness model</a:t>
            </a:r>
          </a:p>
        </p:txBody>
      </p:sp>
      <p:sp>
        <p:nvSpPr>
          <p:cNvPr id="27" name="text-17">
            <a:extLst xmlns:a="http://schemas.openxmlformats.org/drawingml/2006/main">
              <a:ext uri="{FF2B5EF4-FFF2-40B4-BE49-F238E27FC236}">
                <a16:creationId xmlns:a16="http://schemas.microsoft.com/office/drawing/2014/main" id="{775513D1-F958-4D01-8A7A-E2DCBBF2628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1522611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2AC1429-EF9B-45D9-9326-440C7FB66BD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CE21B15D-9D8E-4EDE-92B2-7004BA90359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F154E919-3F4D-4174-93AC-2B30B2623CE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7E92EA43-886D-4809-8D8E-D05C6B1FC8F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23B8A842-3BD3-4E30-9CEE-5FCE1AAB77E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476EE14-9255-48A8-A567-631B9A55FD7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280089BD-F527-4DB6-B096-51C14CCD181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7132F775-3C02-455A-A72B-911088371BC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2921B5C-0229-4F5D-A3A1-9846C7D57DE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FD394DDC-B03C-4115-8303-5AC42C4F43A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89CDCF4B-2E9C-4D11-952E-025A9053321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FE2C0D7-75F3-4F86-AD45-199D86CFFAB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ABCEA805-89F6-46DE-9870-89523238AC1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1DC77496-138B-46F8-A01D-75928977D63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B44CC86-89A9-40E9-BFD7-83BCEA47F2A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983e40c08f348a5"/>
              </a:rPr>
              <a:t>Frame contract</a:t>
            </a:r>
          </a:p>
        </p:txBody>
      </p:sp>
      <p:sp>
        <p:nvSpPr>
          <p:cNvPr id="16" name="text-12">
            <a:extLst xmlns:a="http://schemas.openxmlformats.org/drawingml/2006/main">
              <a:ext uri="{FF2B5EF4-FFF2-40B4-BE49-F238E27FC236}">
                <a16:creationId xmlns:a16="http://schemas.microsoft.com/office/drawing/2014/main" id="{C9B41204-B72B-454F-9BF7-480BDB8E332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0aa2cb278f34c85"/>
              </a:rPr>
              <a:t>Frame stream</a:t>
            </a:r>
          </a:p>
        </p:txBody>
      </p:sp>
      <p:sp>
        <p:nvSpPr>
          <p:cNvPr id="17" name="text-13">
            <a:extLst xmlns:a="http://schemas.openxmlformats.org/drawingml/2006/main">
              <a:ext uri="{FF2B5EF4-FFF2-40B4-BE49-F238E27FC236}">
                <a16:creationId xmlns:a16="http://schemas.microsoft.com/office/drawing/2014/main" id="{8C7FD9BF-86B7-4392-926F-C44CBB3D067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9b8dcd1fc54353"/>
              </a:rPr>
              <a:t>Stream tests</a:t>
            </a:r>
          </a:p>
        </p:txBody>
      </p:sp>
      <p:sp>
        <p:nvSpPr>
          <p:cNvPr id="18" name="text-14">
            <a:extLst xmlns:a="http://schemas.openxmlformats.org/drawingml/2006/main">
              <a:ext uri="{FF2B5EF4-FFF2-40B4-BE49-F238E27FC236}">
                <a16:creationId xmlns:a16="http://schemas.microsoft.com/office/drawing/2014/main" id="{9D77B0A3-E857-47C0-AEAD-2DD1148CDDD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14706411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1E65BE21-3DD0-4246-96B2-041FDFF9DF4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B0B51D31-7E39-488B-8E71-8E442E36C9D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A11F61FF-A1B9-4823-A9C6-DAACAAA3167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797B02F-0B8B-445F-B37A-5AE09A93232E}"/>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4B186545-40CA-4089-A4D5-9A52970353B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30311DEB-F1CC-4F40-81B9-5FCE6C4B7D0D}"/>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EDCA91-A00E-42BF-AD0B-B2E03ACAFEF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6A2E005-64D5-47C7-87DF-7D26F78878D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B9B41A4C-2A01-4C4B-A879-93600D457EB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97EEE9C1-E921-41B6-8A7B-85DBBAB24C24}"/>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CEDEFA-DAB2-484A-B3A1-86938EDA18A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D44A901-FB90-4E49-A60F-6847E9B41F8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13346AAF-50C8-41FF-AA2E-65B83864F62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23BAC98C-E9E9-42AE-9EC1-F6A676B529CD}"/>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8BC6884-75FC-41C8-ACD9-B34F196CBBE5}"/>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03973AF-EDAA-4DD7-89FA-7287AB0070C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219F6162-F115-4FF8-B764-9F3F824D6462}"/>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ACB174F3-6CE4-4009-969F-DCBFF7BE25E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2DF7C627-27C7-4240-B5B8-AB4286690F8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B1EEA202-347C-40AC-8A1C-AFAD9276944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d755e827cc749fb"/>
              </a:rPr>
              <a:t>Stream implementation</a:t>
            </a:r>
          </a:p>
        </p:txBody>
      </p:sp>
      <p:sp>
        <p:nvSpPr>
          <p:cNvPr id="21" name="text-13">
            <a:extLst xmlns:a="http://schemas.openxmlformats.org/drawingml/2006/main">
              <a:ext uri="{FF2B5EF4-FFF2-40B4-BE49-F238E27FC236}">
                <a16:creationId xmlns:a16="http://schemas.microsoft.com/office/drawing/2014/main" id="{53D68097-0BC0-4BD7-B116-46113B12A07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4213e2fa554b16"/>
              </a:rPr>
              <a:t>Stream tests</a:t>
            </a:r>
          </a:p>
        </p:txBody>
      </p:sp>
      <p:sp>
        <p:nvSpPr>
          <p:cNvPr id="22" name="text-14">
            <a:extLst xmlns:a="http://schemas.openxmlformats.org/drawingml/2006/main">
              <a:ext uri="{FF2B5EF4-FFF2-40B4-BE49-F238E27FC236}">
                <a16:creationId xmlns:a16="http://schemas.microsoft.com/office/drawing/2014/main" id="{0E192102-B566-4B26-A9FB-79F457DC275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3418539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318B6CF-5EDE-4198-B9D9-43671EBDEC5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8E4C4A91-F9DC-42D9-B683-F0CA1B35672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6A0CA9B4-8CC9-4440-B9A1-3A6B984F160E}"/>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D549AEE7-1C05-437D-80ED-98F317D8F45C}"/>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7FDFD39E-4672-46CF-B4E5-222BF79A7E94}"/>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1DB70D61-3158-4259-8359-7A4E7F0A0A5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BB3BB07F-EC10-4E18-B60F-620B2CD4D261}"/>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31FBE26-A8FB-49ED-81B4-DA1A67F0994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A9419991-58F8-4B6E-8A9E-7CAC6E91E0BD}"/>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77DB669F-0E3E-4D80-B32E-5F93F21615BB}"/>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34D5AB0D-D596-4094-B96D-D318600E76EC}"/>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E15BD642-F4BD-4E6F-9B1A-70B7464675F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173BCA27-0704-45AC-9C3A-FF95A93DEA00}"/>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C2C1D8C6-0A32-4BFE-B306-6A2DAF98C4F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1FF0CDA-986A-4942-B5F1-1F23652E51F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b044dc1ca9423d"/>
              </a:rPr>
              <a:t>Stream implementation</a:t>
            </a:r>
          </a:p>
        </p:txBody>
      </p:sp>
      <p:sp>
        <p:nvSpPr>
          <p:cNvPr id="16" name="text-14">
            <a:extLst xmlns:a="http://schemas.openxmlformats.org/drawingml/2006/main">
              <a:ext uri="{FF2B5EF4-FFF2-40B4-BE49-F238E27FC236}">
                <a16:creationId xmlns:a16="http://schemas.microsoft.com/office/drawing/2014/main" id="{9DB77002-9B90-4E55-AE69-15BB51B8343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7156f837c6d4964"/>
              </a:rPr>
              <a:t>Integration suite</a:t>
            </a:r>
          </a:p>
        </p:txBody>
      </p:sp>
      <p:sp>
        <p:nvSpPr>
          <p:cNvPr id="17" name="text-15">
            <a:extLst xmlns:a="http://schemas.openxmlformats.org/drawingml/2006/main">
              <a:ext uri="{FF2B5EF4-FFF2-40B4-BE49-F238E27FC236}">
                <a16:creationId xmlns:a16="http://schemas.microsoft.com/office/drawing/2014/main" id="{B1BABC08-8421-47C1-84A6-D8DA988C3C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bea13a680a34f15"/>
              </a:rPr>
              <a:t>Report builder</a:t>
            </a:r>
          </a:p>
        </p:txBody>
      </p:sp>
      <p:sp>
        <p:nvSpPr>
          <p:cNvPr id="18" name="text-16">
            <a:extLst xmlns:a="http://schemas.openxmlformats.org/drawingml/2006/main">
              <a:ext uri="{FF2B5EF4-FFF2-40B4-BE49-F238E27FC236}">
                <a16:creationId xmlns:a16="http://schemas.microsoft.com/office/drawing/2014/main" id="{623D20C1-8968-432C-92F4-92F3CC6182B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9376161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9EBB18A-2AE7-46D3-8791-9D0996AA923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24707192-9D05-49E2-95B5-FD5972178DF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3F38C4E3-0CE7-4728-8698-3437A8CD7A8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9AD51656-4509-485C-8304-37FF1FA2812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E3D19805-F041-4B38-B077-145D5FE414F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EEAAA5A-4FD1-4DC8-9308-9755B1386DB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D5C22071-E565-4674-9F97-4342A0ECA87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1D9EC8E3-63CA-4C46-A11B-DA4F2709D3E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E1AF5E3-67D2-4B0F-9A7E-1350C207CD0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B6A08A32-A318-4EB3-90C3-8A80AB20F53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BB7B8E52-5DD0-4C3A-8F75-74B3B8217C2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152E089-EB63-4FC0-83DF-DCFC1001458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1CA9B51D-1686-4D70-85E2-87945DE80C3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09932073-3BF4-4EE2-AC3D-51584F190FC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B233490-B124-4C8C-85FC-757D1BA1B04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63bb1c245f84f57"/>
              </a:rPr>
              <a:t>Local catalog</a:t>
            </a:r>
          </a:p>
        </p:txBody>
      </p:sp>
      <p:sp>
        <p:nvSpPr>
          <p:cNvPr id="16" name="text-12">
            <a:extLst xmlns:a="http://schemas.openxmlformats.org/drawingml/2006/main">
              <a:ext uri="{FF2B5EF4-FFF2-40B4-BE49-F238E27FC236}">
                <a16:creationId xmlns:a16="http://schemas.microsoft.com/office/drawing/2014/main" id="{69759122-B212-406C-B02D-92C3F4ABF17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d316aa081246e6"/>
              </a:rPr>
              <a:t>Catalog tests</a:t>
            </a:r>
          </a:p>
        </p:txBody>
      </p:sp>
      <p:sp>
        <p:nvSpPr>
          <p:cNvPr id="17" name="text-13">
            <a:extLst xmlns:a="http://schemas.openxmlformats.org/drawingml/2006/main">
              <a:ext uri="{FF2B5EF4-FFF2-40B4-BE49-F238E27FC236}">
                <a16:creationId xmlns:a16="http://schemas.microsoft.com/office/drawing/2014/main" id="{060A3A89-ECA2-47DD-8055-E6757E55744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f554192ae434821"/>
              </a:rPr>
              <a:t>Diagnostic inputs</a:t>
            </a:r>
          </a:p>
        </p:txBody>
      </p:sp>
      <p:sp>
        <p:nvSpPr>
          <p:cNvPr id="18" name="text-14">
            <a:extLst xmlns:a="http://schemas.openxmlformats.org/drawingml/2006/main">
              <a:ext uri="{FF2B5EF4-FFF2-40B4-BE49-F238E27FC236}">
                <a16:creationId xmlns:a16="http://schemas.microsoft.com/office/drawing/2014/main" id="{29F98D44-C872-4E99-B359-369955D2A43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9842203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E8CC3E88-CC4B-4864-ADE1-C85EF50D0AD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DC87A448-4DBD-4416-862A-AA310565C6F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E92E6F6D-A768-4DA9-B5A5-420564A5109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9E04AF69-A988-4A33-9FC5-417739E9669E}"/>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2A9BE459-3C96-4342-9603-5D837AFDD427}"/>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70DCE10-8AF0-4352-A6C5-397EE475B666}"/>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3A779109-C46A-4E2F-B8F4-521C96B29AD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AA450D88-B8BD-4BC4-964C-081E8545E04D}"/>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3ACFD258-FAA4-4D1C-9487-7B1F746782B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2171567D-16B2-42C9-933C-A913671F3CAB}"/>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BB1F2B22-0191-4666-93EB-854806E80C1C}"/>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2EF59954-C045-44C3-8CE7-34B8B4E686D9}"/>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356386AE-2923-4BC1-BCEB-ADE69CAA32DD}"/>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B74476E4-740A-4EED-906B-2304B1AD4D3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0ECE951-1368-41B7-9E0E-F0B22A6F76E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07593e0f6344c47"/>
              </a:rPr>
              <a:t>Vision adapter</a:t>
            </a:r>
          </a:p>
        </p:txBody>
      </p:sp>
      <p:sp>
        <p:nvSpPr>
          <p:cNvPr id="16" name="text-14">
            <a:extLst xmlns:a="http://schemas.openxmlformats.org/drawingml/2006/main">
              <a:ext uri="{FF2B5EF4-FFF2-40B4-BE49-F238E27FC236}">
                <a16:creationId xmlns:a16="http://schemas.microsoft.com/office/drawing/2014/main" id="{771EB721-E053-4A8F-BDE5-64F8B4A79C8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dc8e2ed59f448a"/>
              </a:rPr>
              <a:t>Vision tests</a:t>
            </a:r>
          </a:p>
        </p:txBody>
      </p:sp>
      <p:sp>
        <p:nvSpPr>
          <p:cNvPr id="17" name="text-15">
            <a:extLst xmlns:a="http://schemas.openxmlformats.org/drawingml/2006/main">
              <a:ext uri="{FF2B5EF4-FFF2-40B4-BE49-F238E27FC236}">
                <a16:creationId xmlns:a16="http://schemas.microsoft.com/office/drawing/2014/main" id="{A8897A3B-2FC6-4670-A681-E6035CAED51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5910225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00EE528-5488-4F3A-BA5F-8F962D8D641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EDED7959-E3C9-4476-868D-9AEC412CFF5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489ACB15-7CD5-4BF2-A9D0-F62E464E080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55F625DD-D051-49B0-8133-B9EE62EC9E01}"/>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2213B7C8-9FE2-415E-92C2-0A0334F89D2A}"/>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98B82C5-F0C8-420A-A2FD-EF4021BC6621}"/>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9A0AB126-66AA-4212-A5F0-00B611B5C246}"/>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4FF4C3C-ED4A-46F4-BA61-616120AC1215}"/>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3D9D5B17-6C9A-45A8-86C9-B9449633FBE2}"/>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26A062B0-AC6E-43BC-B1A7-5010F0DF7CA4}"/>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1E45666-368C-4460-9601-6975AD25D42F}"/>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3399FF6-AAB3-4BF8-B8FD-7376FEBF5755}"/>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CD5E8ABC-7D77-4F3A-A574-57D0C8AD717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24CECB5A-5000-4556-8975-1336660ECB3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BED9B7B6-2686-49B6-BA98-A47DF22E0B4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2908b007f8431a"/>
              </a:rPr>
              <a:t>Scorer and score type</a:t>
            </a:r>
          </a:p>
        </p:txBody>
      </p:sp>
      <p:sp>
        <p:nvSpPr>
          <p:cNvPr id="16" name="text-14">
            <a:extLst xmlns:a="http://schemas.openxmlformats.org/drawingml/2006/main">
              <a:ext uri="{FF2B5EF4-FFF2-40B4-BE49-F238E27FC236}">
                <a16:creationId xmlns:a16="http://schemas.microsoft.com/office/drawing/2014/main" id="{BBDEAC19-426F-4FF8-B28C-F218E1191FA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ceab0c160094db0"/>
              </a:rPr>
              <a:t>Scorer tests</a:t>
            </a:r>
          </a:p>
        </p:txBody>
      </p:sp>
      <p:sp>
        <p:nvSpPr>
          <p:cNvPr id="17" name="text-15">
            <a:extLst xmlns:a="http://schemas.openxmlformats.org/drawingml/2006/main">
              <a:ext uri="{FF2B5EF4-FFF2-40B4-BE49-F238E27FC236}">
                <a16:creationId xmlns:a16="http://schemas.microsoft.com/office/drawing/2014/main" id="{22A392F7-22D0-4203-884D-2C8058BFE7D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f65c123ae2e4c93"/>
              </a:rPr>
              <a:t>Frozen profile</a:t>
            </a:r>
          </a:p>
        </p:txBody>
      </p:sp>
      <p:sp>
        <p:nvSpPr>
          <p:cNvPr id="18" name="text-16">
            <a:extLst xmlns:a="http://schemas.openxmlformats.org/drawingml/2006/main">
              <a:ext uri="{FF2B5EF4-FFF2-40B4-BE49-F238E27FC236}">
                <a16:creationId xmlns:a16="http://schemas.microsoft.com/office/drawing/2014/main" id="{123CF2DA-DECA-454E-8742-6189E8F38BD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21347136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B4BB46A-CA3F-4B0E-BE5F-96FA07F495C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E6B61F8D-AE07-4E93-9FA7-770C26B4352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FCD79ABB-E74B-48D7-8195-6BC9EDEBF2D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F02628D5-8DC4-413C-BE05-7E54CBD184B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C0B01521-7E79-4A22-9C53-535B952B00F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C991BA9-C2CA-4FE8-816C-96C0073814F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569425B6-40F6-41CC-9EF3-D2D65D19092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57C4D625-DD81-434E-917D-6E81F2AF3A8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610798B-320B-49B6-9442-90F78134B98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F9D5765A-D4FF-46F2-AE8F-D7338DC264D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68963C22-6483-4475-8855-F48D4E1DAD9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4B25CAE-5F74-431D-8480-39A18A45B99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29BA47D5-BED1-4339-90A2-80E10C3284E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AEE8027D-4B1B-4D3E-88A5-6759D4A268ED}"/>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4379096-DBA8-4B56-9614-A9858583FF4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7745F1C8-70B2-4B92-9A88-A7CBF3F20CE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f55cb1ff994c42"/>
              </a:rPr>
              <a:t>Profile</a:t>
            </a:r>
          </a:p>
        </p:txBody>
      </p:sp>
      <p:sp>
        <p:nvSpPr>
          <p:cNvPr id="17" name="text-13">
            <a:extLst xmlns:a="http://schemas.openxmlformats.org/drawingml/2006/main">
              <a:ext uri="{FF2B5EF4-FFF2-40B4-BE49-F238E27FC236}">
                <a16:creationId xmlns:a16="http://schemas.microsoft.com/office/drawing/2014/main" id="{22E265A6-9504-4195-8FF0-58954A4719C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8f3a59d39b49dd"/>
              </a:rPr>
              <a:t>Calibration script</a:t>
            </a:r>
          </a:p>
        </p:txBody>
      </p:sp>
      <p:sp>
        <p:nvSpPr>
          <p:cNvPr id="18" name="text-14">
            <a:extLst xmlns:a="http://schemas.openxmlformats.org/drawingml/2006/main">
              <a:ext uri="{FF2B5EF4-FFF2-40B4-BE49-F238E27FC236}">
                <a16:creationId xmlns:a16="http://schemas.microsoft.com/office/drawing/2014/main" id="{C37DE77E-F8B4-4BC9-BA92-81CF4EFFDC6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75aa43f0dbf4f9f"/>
              </a:rPr>
              <a:t>Aggregator</a:t>
            </a:r>
          </a:p>
        </p:txBody>
      </p:sp>
      <p:sp>
        <p:nvSpPr>
          <p:cNvPr id="19" name="text-15">
            <a:extLst xmlns:a="http://schemas.openxmlformats.org/drawingml/2006/main">
              <a:ext uri="{FF2B5EF4-FFF2-40B4-BE49-F238E27FC236}">
                <a16:creationId xmlns:a16="http://schemas.microsoft.com/office/drawing/2014/main" id="{138BF121-B389-40A5-8877-F59EC2B8CFD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1941051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E111F6B-17B6-48BF-B838-719994FA663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D4725F7-021B-40D9-8966-08930E4A039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441427A0-4F6E-4BDA-9DB4-2805B123232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37F83D6-19AD-4E31-B985-89BA4B1A8A95}"/>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92E59D15-76D4-4D58-B0A1-184CED907587}"/>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214E2FF6-153C-4F21-B80A-295394457E8D}"/>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F4A4DA-1AC4-4917-AA1D-64F53A7AC025}"/>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4546BE7-5D05-4CF6-959F-6AAB3490A5C3}"/>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07D5792A-B314-405B-ADE8-9D6F4584F314}"/>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DA4B8ED4-1935-4149-AE5D-3B08D6C91E70}"/>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818654D-6E16-4BEE-B14B-CF71092A6ED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0627A2FB-0E91-43BA-B3E5-22CF7B9DBB1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D1E08380-60D2-4043-83D0-F861BD751EA9}"/>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12BCEBF9-EBC5-4F2D-91F7-79EDED9709A7}"/>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DBC847-8C6F-4BEB-BEC4-CAAEEB31A160}"/>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365F123-832A-4AB1-9A87-36C6BBB7FDC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28946C87-4DEA-4CB0-9B6F-FC5F16E900AA}"/>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B1ADDE41-4192-45D1-AB45-F27B9F80E2AE}"/>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C5DE04BF-71B7-4E53-85DF-3596E9026D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659DD385-C514-45D7-AAAA-9708FDE7466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bb0607dc5ee4c55"/>
              </a:rPr>
              <a:t>Episode aggregator</a:t>
            </a:r>
          </a:p>
        </p:txBody>
      </p:sp>
      <p:sp>
        <p:nvSpPr>
          <p:cNvPr id="21" name="text-13">
            <a:extLst xmlns:a="http://schemas.openxmlformats.org/drawingml/2006/main">
              <a:ext uri="{FF2B5EF4-FFF2-40B4-BE49-F238E27FC236}">
                <a16:creationId xmlns:a16="http://schemas.microsoft.com/office/drawing/2014/main" id="{5C87E8BF-E5B8-4292-B078-0896F1E6284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6e1845b3f040b3"/>
              </a:rPr>
              <a:t>Episode tests</a:t>
            </a:r>
          </a:p>
        </p:txBody>
      </p:sp>
      <p:sp>
        <p:nvSpPr>
          <p:cNvPr id="22" name="text-14">
            <a:extLst xmlns:a="http://schemas.openxmlformats.org/drawingml/2006/main">
              <a:ext uri="{FF2B5EF4-FFF2-40B4-BE49-F238E27FC236}">
                <a16:creationId xmlns:a16="http://schemas.microsoft.com/office/drawing/2014/main" id="{DF326E96-EE0B-476F-88DF-A3B036034C5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480bc5f12b4c4e"/>
              </a:rPr>
              <a:t>Lifecycle integration</a:t>
            </a:r>
          </a:p>
        </p:txBody>
      </p:sp>
      <p:sp>
        <p:nvSpPr>
          <p:cNvPr id="23" name="text-15">
            <a:extLst xmlns:a="http://schemas.openxmlformats.org/drawingml/2006/main">
              <a:ext uri="{FF2B5EF4-FFF2-40B4-BE49-F238E27FC236}">
                <a16:creationId xmlns:a16="http://schemas.microsoft.com/office/drawing/2014/main" id="{6C553185-57AD-46A0-990E-2134A2EDA2E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5493102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287ED2E-4796-4768-B3BB-D7D55BACF7A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272D76FC-0064-4CDD-8062-9B760D645D0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BE77C5AA-193F-494C-B8E6-57E2591FE0D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2C5FF1D0-A492-4B95-A260-1065E6E3DE6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1CC35726-48AF-4028-9913-94257372D5A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9199B4D-185D-4B1B-BC78-CE4D27D4130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AD491034-49E4-4C7C-B263-E2CA27F5E00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7255BEC3-2927-4B1B-A8A8-71E8907F0DF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1537BF1-49BB-4160-B6B9-5F6395CD40D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F35D4299-82E5-4A4A-BD03-9B7E6D19040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40D8CD27-62E9-4146-930B-91DDABF11DE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97BBD1A-3C86-47CC-8EF1-7F834821761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F7632C71-2977-46DB-8CF0-9D7117E5570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05C0EB0F-90BD-4362-9D9E-53944478D2F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BD7D804-F4FB-4416-82B0-924ED1E618D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aa72510d2c54129"/>
              </a:rPr>
              <a:t>Episode and signal types</a:t>
            </a:r>
          </a:p>
        </p:txBody>
      </p:sp>
      <p:sp>
        <p:nvSpPr>
          <p:cNvPr id="16" name="text-12">
            <a:extLst xmlns:a="http://schemas.openxmlformats.org/drawingml/2006/main">
              <a:ext uri="{FF2B5EF4-FFF2-40B4-BE49-F238E27FC236}">
                <a16:creationId xmlns:a16="http://schemas.microsoft.com/office/drawing/2014/main" id="{4636273D-151E-4FE2-858E-0DDE319760D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30658bf0477411c"/>
              </a:rPr>
              <a:t>Episode tests</a:t>
            </a:r>
          </a:p>
        </p:txBody>
      </p:sp>
      <p:sp>
        <p:nvSpPr>
          <p:cNvPr id="17" name="text-13">
            <a:extLst xmlns:a="http://schemas.openxmlformats.org/drawingml/2006/main">
              <a:ext uri="{FF2B5EF4-FFF2-40B4-BE49-F238E27FC236}">
                <a16:creationId xmlns:a16="http://schemas.microsoft.com/office/drawing/2014/main" id="{FC0F768F-B029-4026-8C59-552C4BD828B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3f5e5f1af674647"/>
              </a:rPr>
              <a:t>Harness display</a:t>
            </a:r>
          </a:p>
        </p:txBody>
      </p:sp>
      <p:sp>
        <p:nvSpPr>
          <p:cNvPr id="18" name="text-14">
            <a:extLst xmlns:a="http://schemas.openxmlformats.org/drawingml/2006/main">
              <a:ext uri="{FF2B5EF4-FFF2-40B4-BE49-F238E27FC236}">
                <a16:creationId xmlns:a16="http://schemas.microsoft.com/office/drawing/2014/main" id="{6094CA8A-E4DF-4F20-B3DD-F794D63454C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865045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81544C05-4EFC-4822-866C-F33A709ACAE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8306A982-1883-45B5-A401-690AAC590ED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910008FB-1786-40A8-A19A-18AE391DE2B9}"/>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4201FE1-CDBC-42E8-9EB9-E82DEEC69DD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42975380-283C-4580-B509-47412E5FDFD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E7811248-1256-4F6B-B3D5-897DA0587E1B}"/>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DB29D2B-47A4-4E8F-B3BB-A825B228970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7353A62-CEC9-4655-9EA7-B36FF1872E8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C809B215-C361-44F0-A97C-CF6D325C3A00}"/>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1C404ED9-C0DA-43EC-9402-B41ABC100DD7}"/>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7F8D1E-47B4-4412-A85C-26B9F684C6C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1F6541BA-AE0E-4B8B-BFC4-B36EF4BA51C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0ACB6B26-6C75-4FBA-8C59-73F8319661A2}"/>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B4B121F-FB13-4DF6-94DA-1934C13E99D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88075E-7C66-4D18-9969-ACF6BD249F9F}"/>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8E6E480-3614-41DB-B4D0-02FD035C5C3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C8374B25-2916-41E4-A4E7-D14FC7DC6615}"/>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CB27D3CD-F270-492C-A356-5A1C64C3971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B3E13B3C-8993-42AD-9485-62EFD80383E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A0EC75EE-6267-44F1-9246-0EA2ECED8C2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ed969c6b1ea4356"/>
              </a:rPr>
              <a:t>Recorder</a:t>
            </a:r>
          </a:p>
        </p:txBody>
      </p:sp>
      <p:sp>
        <p:nvSpPr>
          <p:cNvPr id="21" name="text-13">
            <a:extLst xmlns:a="http://schemas.openxmlformats.org/drawingml/2006/main">
              <a:ext uri="{FF2B5EF4-FFF2-40B4-BE49-F238E27FC236}">
                <a16:creationId xmlns:a16="http://schemas.microsoft.com/office/drawing/2014/main" id="{903B40F0-55CB-4215-A1B1-0404640591F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c2043b2e4e742fb"/>
              </a:rPr>
              <a:t>Log writer</a:t>
            </a:r>
          </a:p>
        </p:txBody>
      </p:sp>
      <p:sp>
        <p:nvSpPr>
          <p:cNvPr id="22" name="text-14">
            <a:extLst xmlns:a="http://schemas.openxmlformats.org/drawingml/2006/main">
              <a:ext uri="{FF2B5EF4-FFF2-40B4-BE49-F238E27FC236}">
                <a16:creationId xmlns:a16="http://schemas.microsoft.com/office/drawing/2014/main" id="{E151A009-4B0F-4249-A4BE-962391592F8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8e5979a61f4edf"/>
              </a:rPr>
              <a:t>Report builder</a:t>
            </a:r>
          </a:p>
        </p:txBody>
      </p:sp>
      <p:sp>
        <p:nvSpPr>
          <p:cNvPr id="23" name="text-15">
            <a:extLst xmlns:a="http://schemas.openxmlformats.org/drawingml/2006/main">
              <a:ext uri="{FF2B5EF4-FFF2-40B4-BE49-F238E27FC236}">
                <a16:creationId xmlns:a16="http://schemas.microsoft.com/office/drawing/2014/main" id="{DD2D5EC4-CAB0-4CF3-9874-F6166E49D39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10611618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65CA35D-491D-4BC2-9861-81B9B0DF73B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624AA6F6-3899-45DA-812B-264668BAFBA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563F44C3-0030-49E6-9379-C90BEFFA38D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22BB63D8-0729-4B0B-9CB2-2B887ABE981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BD4FA524-0B34-4E85-9905-62A682E03D1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4BE6C2E-AD37-4356-946D-9F41C691AAF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9687AED3-5E2E-4DF8-BE64-9F6B6FA730A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91F6D2DA-ACAD-4490-AD2A-8E9DC05CAB2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3AE3498-89C0-40CD-BBD9-564C85F94F6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5E9D532C-B08A-42B1-8195-C000A351BD6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7B995688-5E6F-4A48-AA0D-A818597FEEF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7029F60-5983-4AC4-9F53-CAE65F4B6A8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07E4C380-2D89-4BD0-A046-584D8CDE73A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2A6841AB-C41C-452D-83BB-E080CC034AA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0ABCE3C-668B-48FF-9AD7-60E1E76B8E1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127f154706e474a"/>
              </a:rPr>
              <a:t>Image store</a:t>
            </a:r>
          </a:p>
        </p:txBody>
      </p:sp>
      <p:sp>
        <p:nvSpPr>
          <p:cNvPr id="16" name="text-12">
            <a:extLst xmlns:a="http://schemas.openxmlformats.org/drawingml/2006/main">
              <a:ext uri="{FF2B5EF4-FFF2-40B4-BE49-F238E27FC236}">
                <a16:creationId xmlns:a16="http://schemas.microsoft.com/office/drawing/2014/main" id="{F439F6B3-AE75-4760-9AF0-A94977B9DEC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54ad6299cdf4f06"/>
              </a:rPr>
              <a:t>Pipeline selection</a:t>
            </a:r>
          </a:p>
        </p:txBody>
      </p:sp>
      <p:sp>
        <p:nvSpPr>
          <p:cNvPr id="17" name="text-13">
            <a:extLst xmlns:a="http://schemas.openxmlformats.org/drawingml/2006/main">
              <a:ext uri="{FF2B5EF4-FFF2-40B4-BE49-F238E27FC236}">
                <a16:creationId xmlns:a16="http://schemas.microsoft.com/office/drawing/2014/main" id="{F82CD869-01E4-49EF-8EBD-E65D0BD06E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77df16dd9a14b53"/>
              </a:rPr>
              <a:t>Report tests</a:t>
            </a:r>
          </a:p>
        </p:txBody>
      </p:sp>
      <p:sp>
        <p:nvSpPr>
          <p:cNvPr id="18" name="text-14">
            <a:extLst xmlns:a="http://schemas.openxmlformats.org/drawingml/2006/main">
              <a:ext uri="{FF2B5EF4-FFF2-40B4-BE49-F238E27FC236}">
                <a16:creationId xmlns:a16="http://schemas.microsoft.com/office/drawing/2014/main" id="{014083E2-C2D1-4D9A-AE66-0F7E4C4B47E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1999818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87EF8B9-6030-44DE-A6B3-439716E986F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6E4B8653-6686-42BB-A6DB-264CDD09EC9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5B7FB03-6889-445D-88AF-D6609CE419B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9B7698D1-F5D4-45B7-A847-63370946A8D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13B2B220-7B3A-4C0A-B53A-63C36E848BA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06AB4CF-46CA-4CB4-87C5-3AE7A34063B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F54157E0-F605-49DD-ABC1-DD5C19645FA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8DA2EE71-8219-4F42-BD8C-27752AAA584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0050843-3111-44D4-AC84-21C62DF1BE9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E8249117-37F0-48F1-AC11-9745A747EA8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C6FBAFD5-6FD8-457B-BF8B-07014AA1144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06A6B05-E01D-4EE9-A1F2-FAC4F95749B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5E94AD6F-0E16-4696-A6F7-8E0FB72CF7E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AB9DBB09-F032-4D23-86A5-24F61ECE72C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A16DDCC-5D9A-4617-96D0-27F4C773AA4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6d305137a924529"/>
              </a:rPr>
              <a:t>Log schema</a:t>
            </a:r>
          </a:p>
        </p:txBody>
      </p:sp>
      <p:sp>
        <p:nvSpPr>
          <p:cNvPr id="16" name="text-12">
            <a:extLst xmlns:a="http://schemas.openxmlformats.org/drawingml/2006/main">
              <a:ext uri="{FF2B5EF4-FFF2-40B4-BE49-F238E27FC236}">
                <a16:creationId xmlns:a16="http://schemas.microsoft.com/office/drawing/2014/main" id="{91E138D2-689D-4ACB-891D-ADFCF6DCB24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0c118f99beb43db"/>
              </a:rPr>
              <a:t>Log validation</a:t>
            </a:r>
          </a:p>
        </p:txBody>
      </p:sp>
      <p:sp>
        <p:nvSpPr>
          <p:cNvPr id="17" name="text-13">
            <a:extLst xmlns:a="http://schemas.openxmlformats.org/drawingml/2006/main">
              <a:ext uri="{FF2B5EF4-FFF2-40B4-BE49-F238E27FC236}">
                <a16:creationId xmlns:a16="http://schemas.microsoft.com/office/drawing/2014/main" id="{EA8D6F56-C25C-423C-93ED-33C57C2C791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dc386b96994387"/>
              </a:rPr>
              <a:t>Log tests</a:t>
            </a:r>
          </a:p>
        </p:txBody>
      </p:sp>
      <p:sp>
        <p:nvSpPr>
          <p:cNvPr id="18" name="text-14">
            <a:extLst xmlns:a="http://schemas.openxmlformats.org/drawingml/2006/main">
              <a:ext uri="{FF2B5EF4-FFF2-40B4-BE49-F238E27FC236}">
                <a16:creationId xmlns:a16="http://schemas.microsoft.com/office/drawing/2014/main" id="{9873EEDD-DF72-4138-91BC-E2F96F9A209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5375044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53EBBEB-5D24-4828-AA6D-5CCF8F5403B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4DBF6958-1266-4A00-B295-9B4809692DE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E13C36BD-74C1-4B78-881C-E382B99BBA84}"/>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4D901F1-B97A-46A7-BB1E-B1B03829AAD3}"/>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583FC0D9-AB3F-4064-93EA-63BD4F5F99ED}"/>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F9613A2-24F7-47E3-B623-59171CC85C9C}"/>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7B1EE5D5-EAE8-4473-A38A-15208A38AB9E}"/>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6563CA59-99B6-4CBA-9A30-0DB602328DB6}"/>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FF2D256F-AA9D-4939-934C-551BB1F175B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8F8D41BE-EB83-4B9F-B48B-A405BCFC227F}"/>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84778C5B-AB6B-4907-8B21-5F84CABBFE5E}"/>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554F8B66-E51B-4C52-8F40-73175B93C4D0}"/>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14C97E78-D6D3-488B-A746-7BB76A6F1234}"/>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41866947-A1B6-4702-87F1-4986484B1D1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E55A53E3-706A-4734-A018-ADAFAAB220C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7260d626414010"/>
              </a:rPr>
              <a:t>Report builder</a:t>
            </a:r>
          </a:p>
        </p:txBody>
      </p:sp>
      <p:sp>
        <p:nvSpPr>
          <p:cNvPr id="16" name="text-14">
            <a:extLst xmlns:a="http://schemas.openxmlformats.org/drawingml/2006/main">
              <a:ext uri="{FF2B5EF4-FFF2-40B4-BE49-F238E27FC236}">
                <a16:creationId xmlns:a16="http://schemas.microsoft.com/office/drawing/2014/main" id="{6A7C2481-393C-4391-955C-ABD9D99796A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d1fe993c86042da"/>
              </a:rPr>
              <a:t>Report tests</a:t>
            </a:r>
          </a:p>
        </p:txBody>
      </p:sp>
      <p:sp>
        <p:nvSpPr>
          <p:cNvPr id="17" name="text-15">
            <a:extLst xmlns:a="http://schemas.openxmlformats.org/drawingml/2006/main">
              <a:ext uri="{FF2B5EF4-FFF2-40B4-BE49-F238E27FC236}">
                <a16:creationId xmlns:a16="http://schemas.microsoft.com/office/drawing/2014/main" id="{9E7643B0-8991-443E-BBE2-D8E488F9325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4cf495bc1d54012"/>
              </a:rPr>
              <a:t>Integration replay</a:t>
            </a:r>
          </a:p>
        </p:txBody>
      </p:sp>
      <p:sp>
        <p:nvSpPr>
          <p:cNvPr id="18" name="text-16">
            <a:extLst xmlns:a="http://schemas.openxmlformats.org/drawingml/2006/main">
              <a:ext uri="{FF2B5EF4-FFF2-40B4-BE49-F238E27FC236}">
                <a16:creationId xmlns:a16="http://schemas.microsoft.com/office/drawing/2014/main" id="{0FA23800-86FC-479A-8BA6-B1684B6328B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5067498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6C4F671-B237-40AD-930C-0DEF31C0563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D1998AC3-D58D-4B7A-87D3-E5F0AAF59BC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98EF4D0B-C446-401C-8979-66D2476500B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2FC5EDD-AD50-4A86-B136-A6B533BBEBFF}"/>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8E6336C2-2EC0-4BD4-A341-09413862CF0A}"/>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2F637AEA-6B3F-4AC3-B545-0A2C9E079EB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8A201E-DC70-4316-ABBE-8AE35A3DB0C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E197176-7571-4347-8B3D-59E225B1591E}"/>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1209D33B-F00F-4EB5-A3BB-28E564CB5BCA}"/>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C40D47CA-7483-4064-B08C-AB6BF14523F5}"/>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178F11-58F3-45CF-8903-D39A2CECF7F9}"/>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8E8098B1-3FF5-44A7-A04F-980CE96835B6}"/>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FA2362EA-1081-47B8-A007-D2D4544721A6}"/>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167BFC7B-DE55-4E93-B1EE-6C0FAA3924CB}"/>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89D276-F128-4039-A293-012624CCA130}"/>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38A0DC2-B8A0-4B2C-8D82-6D578F26F8B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2AD61BD5-CBFD-4EB6-9C8D-CEDC26361BE4}"/>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1A961AA6-27A5-4085-8E4B-BFC3B4AB49E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BD936789-6A99-413A-A62D-C5142C49B34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830E8B55-C987-4E93-BEBF-268F9A21DA5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533a79fdb342a0"/>
              </a:rPr>
              <a:t>Pipeline lifecycle</a:t>
            </a:r>
          </a:p>
        </p:txBody>
      </p:sp>
      <p:sp>
        <p:nvSpPr>
          <p:cNvPr id="21" name="text-13">
            <a:extLst xmlns:a="http://schemas.openxmlformats.org/drawingml/2006/main">
              <a:ext uri="{FF2B5EF4-FFF2-40B4-BE49-F238E27FC236}">
                <a16:creationId xmlns:a16="http://schemas.microsoft.com/office/drawing/2014/main" id="{E2D3716D-47EA-4B72-A5BE-B7556152F9C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0e5d5560c648de"/>
              </a:rPr>
              <a:t>Lifecycle integration</a:t>
            </a:r>
          </a:p>
        </p:txBody>
      </p:sp>
      <p:sp>
        <p:nvSpPr>
          <p:cNvPr id="22" name="text-14">
            <a:extLst xmlns:a="http://schemas.openxmlformats.org/drawingml/2006/main">
              <a:ext uri="{FF2B5EF4-FFF2-40B4-BE49-F238E27FC236}">
                <a16:creationId xmlns:a16="http://schemas.microsoft.com/office/drawing/2014/main" id="{8C8379E2-00DD-431F-A9D7-5EA81E13F33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0973cba9944dd1"/>
              </a:rPr>
              <a:t>One-shot test</a:t>
            </a:r>
          </a:p>
        </p:txBody>
      </p:sp>
      <p:sp>
        <p:nvSpPr>
          <p:cNvPr id="23" name="text-15">
            <a:extLst xmlns:a="http://schemas.openxmlformats.org/drawingml/2006/main">
              <a:ext uri="{FF2B5EF4-FFF2-40B4-BE49-F238E27FC236}">
                <a16:creationId xmlns:a16="http://schemas.microsoft.com/office/drawing/2014/main" id="{B91014C6-D3A9-4C19-ACD1-A985F89C899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715655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6D82A06-69EC-4C62-BB66-CB29C387A64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5EB849C2-757E-4497-8E19-B0E4098FE97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436FE4D0-E6F3-4C96-8A3B-76514167BFE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B91C9BD8-CCB4-47EA-B0EE-FE017EA9EC6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312C0AF2-C29F-4670-AD57-E65CDEEF949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F1CC1C2-34E0-4F69-A277-98E17595D6C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6654196E-C046-4188-BC18-6B4CBB8A2A9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D8EB5987-8D45-40B0-AF6E-526D059D945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290350C-1EAD-4F4F-BBA9-3202C67164E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48739D3E-223D-41BA-BDCC-6FAE0C6ED97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79E1E757-EA18-4230-A774-8E237711A1E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2008634-B649-4A37-884B-C0D4945AA15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253CB94A-51FA-492C-9EBE-09DDF077378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C67D4312-16DB-424C-9014-4B59B7F23FE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75B6020-EE90-4563-911C-B982292D710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70f48eac7d04209"/>
              </a:rPr>
              <a:t>Pipeline error path</a:t>
            </a:r>
          </a:p>
        </p:txBody>
      </p:sp>
      <p:sp>
        <p:nvSpPr>
          <p:cNvPr id="16" name="text-12">
            <a:extLst xmlns:a="http://schemas.openxmlformats.org/drawingml/2006/main">
              <a:ext uri="{FF2B5EF4-FFF2-40B4-BE49-F238E27FC236}">
                <a16:creationId xmlns:a16="http://schemas.microsoft.com/office/drawing/2014/main" id="{3616A72F-A52A-4A4B-BF5F-427D5A29D40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bcfab6a4663476a"/>
              </a:rPr>
              <a:t>Failure tests</a:t>
            </a:r>
          </a:p>
        </p:txBody>
      </p:sp>
      <p:sp>
        <p:nvSpPr>
          <p:cNvPr id="17" name="text-13">
            <a:extLst xmlns:a="http://schemas.openxmlformats.org/drawingml/2006/main">
              <a:ext uri="{FF2B5EF4-FFF2-40B4-BE49-F238E27FC236}">
                <a16:creationId xmlns:a16="http://schemas.microsoft.com/office/drawing/2014/main" id="{8513A6DC-473F-4FB0-A111-DD840F87646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ae263f70a754916"/>
              </a:rPr>
              <a:t>Harness model</a:t>
            </a:r>
          </a:p>
        </p:txBody>
      </p:sp>
      <p:sp>
        <p:nvSpPr>
          <p:cNvPr id="18" name="text-14">
            <a:extLst xmlns:a="http://schemas.openxmlformats.org/drawingml/2006/main">
              <a:ext uri="{FF2B5EF4-FFF2-40B4-BE49-F238E27FC236}">
                <a16:creationId xmlns:a16="http://schemas.microsoft.com/office/drawing/2014/main" id="{7D9B0826-B9E8-4EAE-A8D7-D897816365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59668232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17A2D36-E1C5-4189-9D4E-78F642B454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624128F9-EA83-4212-8F8C-F56E08E5C08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91055924-BF8F-46EE-86BC-B68A6D0ECD6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6E29A942-4FC5-4923-AB04-440D763F22C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4E31AA60-34CA-4E91-A2B3-2ABE2EC128B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145A8F5-97D5-4320-A43D-8FB3908503A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F04C8AD5-300D-4CFB-8C85-8439E192549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41A1FC08-35FB-4BE7-9AD3-26DF828A805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72A18E1-3938-4A37-A213-228E20FC7D5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93B75B01-80D6-4813-923A-F52F90B77EC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351070F8-F9A4-4423-B15B-EC2CC120D8B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1493F1E-8324-416C-BD07-D470A25A113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DFAFD4E6-A175-4E58-B671-3577564B283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71B6521F-C8C6-4569-8C2B-5F134C8B2D5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4F5BED4-F5A9-4FE8-B92B-FAE9F156595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3464033493408d"/>
              </a:rPr>
              <a:t>Fixture evaluator</a:t>
            </a:r>
          </a:p>
        </p:txBody>
      </p:sp>
      <p:sp>
        <p:nvSpPr>
          <p:cNvPr id="16" name="text-12">
            <a:extLst xmlns:a="http://schemas.openxmlformats.org/drawingml/2006/main">
              <a:ext uri="{FF2B5EF4-FFF2-40B4-BE49-F238E27FC236}">
                <a16:creationId xmlns:a16="http://schemas.microsoft.com/office/drawing/2014/main" id="{F5169D1C-EEF2-4CB2-8665-BA80C29E567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5764526648f4e0c"/>
              </a:rPr>
              <a:t>Annotation data</a:t>
            </a:r>
          </a:p>
        </p:txBody>
      </p:sp>
      <p:sp>
        <p:nvSpPr>
          <p:cNvPr id="17" name="text-13">
            <a:extLst xmlns:a="http://schemas.openxmlformats.org/drawingml/2006/main">
              <a:ext uri="{FF2B5EF4-FFF2-40B4-BE49-F238E27FC236}">
                <a16:creationId xmlns:a16="http://schemas.microsoft.com/office/drawing/2014/main" id="{0A061A19-4BF3-4265-B45F-F5EDE3F4E78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989c47ea5443f1"/>
              </a:rPr>
              <a:t>Evaluator tests</a:t>
            </a:r>
          </a:p>
        </p:txBody>
      </p:sp>
      <p:sp>
        <p:nvSpPr>
          <p:cNvPr id="18" name="text-14">
            <a:extLst xmlns:a="http://schemas.openxmlformats.org/drawingml/2006/main">
              <a:ext uri="{FF2B5EF4-FFF2-40B4-BE49-F238E27FC236}">
                <a16:creationId xmlns:a16="http://schemas.microsoft.com/office/drawing/2014/main" id="{5163F619-0723-4103-81FD-F391F37256A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8790911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1094A580-28C7-4977-909B-46FBED0E783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130591D7-F0A6-453C-8923-A507CE31D11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C413D4E8-410B-4D0A-B029-BC3941A8471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7F8405C4-2BA4-4046-B1A2-D4E915C76026}"/>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52E9DCC8-B037-406A-B71E-D132FCFF3ED3}"/>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4035C072-7898-4ABA-A5B4-250C50A16D4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C48949F0-A01E-42AB-B549-A29229CBC42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A4CC36DE-CEC3-4833-892F-6D1513FBA451}"/>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1BA0B180-A919-42DC-B918-5E25FC5FFE75}"/>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5CB1F6F8-245D-484C-9DE6-37BC4C647A0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218A0DAC-3B5F-457D-980F-11395874E56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8DF8C9AA-5095-4A12-B97B-7333B7521303}"/>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EAD92943-F16C-4C1C-AFFB-9520E9243799}"/>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D94E3CF9-152D-41AF-B727-92733354D3E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4F000472-FB8C-4E43-994B-8AAD59F4915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EB2CDC28-D629-46A7-AD12-8B3C334AFF2D}"/>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393B0FA0-3C6F-41E8-9B80-0D6C337D1417}"/>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592DA3AE-0E59-4C97-93D7-4F3BFEF2752D}"/>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55DB87A7-5984-4F7F-97AE-53367A1E92C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933D1961-019E-4ACB-A70A-FCDBF6C81A0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2413e183c034776"/>
              </a:rPr>
              <a:t>Positive evaluation</a:t>
            </a:r>
          </a:p>
        </p:txBody>
      </p:sp>
      <p:sp>
        <p:nvSpPr>
          <p:cNvPr id="21" name="text-17">
            <a:extLst xmlns:a="http://schemas.openxmlformats.org/drawingml/2006/main">
              <a:ext uri="{FF2B5EF4-FFF2-40B4-BE49-F238E27FC236}">
                <a16:creationId xmlns:a16="http://schemas.microsoft.com/office/drawing/2014/main" id="{025312C1-5E51-4F9C-96D5-83168F12EFC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a16b864ec694460"/>
              </a:rPr>
              <a:t>Negative evaluation</a:t>
            </a:r>
          </a:p>
        </p:txBody>
      </p:sp>
      <p:sp>
        <p:nvSpPr>
          <p:cNvPr id="22" name="text-18">
            <a:extLst xmlns:a="http://schemas.openxmlformats.org/drawingml/2006/main">
              <a:ext uri="{FF2B5EF4-FFF2-40B4-BE49-F238E27FC236}">
                <a16:creationId xmlns:a16="http://schemas.microsoft.com/office/drawing/2014/main" id="{BA83F3D3-C2FD-40FE-9C5B-C9CCEC15A1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c18f48a19f243e7"/>
              </a:rPr>
              <a:t>Positive report</a:t>
            </a:r>
          </a:p>
        </p:txBody>
      </p:sp>
      <p:sp>
        <p:nvSpPr>
          <p:cNvPr id="23" name="text-19">
            <a:extLst xmlns:a="http://schemas.openxmlformats.org/drawingml/2006/main">
              <a:ext uri="{FF2B5EF4-FFF2-40B4-BE49-F238E27FC236}">
                <a16:creationId xmlns:a16="http://schemas.microsoft.com/office/drawing/2014/main" id="{BE7A33E0-BD52-4DC3-8C0F-D9A96AAA46E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2295074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B7EF7D6-9DCF-43E2-BE84-39BBBE174BF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9893EEFC-6D23-45D2-A816-5AB35C4728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5EF5BC16-25FE-4118-A4C8-F87074EFCD8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7C3BBAA9-7C84-4C64-97BE-D65BC6D788C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57E27990-A17F-43D6-B662-91A40062A50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0317A4B-794A-49F1-BF7B-EFBC41A0357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567B7111-D1DF-4C85-8288-E71CA9AF1CC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10F8F8DF-36CE-4721-8C74-FA523CB505A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4AE2C0B-AE67-423E-A3F8-2083BF44DA9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5FBBC5BD-532A-4805-9819-24E2CC7673B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EBE844BD-B23D-4BC3-AF59-098575ED183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2D7751A-27E5-4073-81BD-233BAA247FE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B928B971-62EC-451A-89FB-DFBF975AA8C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9FDB07FF-6C0E-416C-BD48-A5CE89775D8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0589681-54A0-4723-92DE-6ECCE561C86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0c6c5a8af6a4c60"/>
              </a:rPr>
              <a:t>Comparator</a:t>
            </a:r>
          </a:p>
        </p:txBody>
      </p:sp>
      <p:sp>
        <p:nvSpPr>
          <p:cNvPr id="16" name="text-12">
            <a:extLst xmlns:a="http://schemas.openxmlformats.org/drawingml/2006/main">
              <a:ext uri="{FF2B5EF4-FFF2-40B4-BE49-F238E27FC236}">
                <a16:creationId xmlns:a16="http://schemas.microsoft.com/office/drawing/2014/main" id="{B351A549-3D0C-4669-A187-C4DD7506D13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46215bb5f04f22"/>
              </a:rPr>
              <a:t>Evaluation CLI</a:t>
            </a:r>
          </a:p>
        </p:txBody>
      </p:sp>
      <p:sp>
        <p:nvSpPr>
          <p:cNvPr id="17" name="text-13">
            <a:extLst xmlns:a="http://schemas.openxmlformats.org/drawingml/2006/main">
              <a:ext uri="{FF2B5EF4-FFF2-40B4-BE49-F238E27FC236}">
                <a16:creationId xmlns:a16="http://schemas.microsoft.com/office/drawing/2014/main" id="{9302CBD1-7206-48CF-98D7-02B0EF3C96C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a401d6577da483e"/>
              </a:rPr>
              <a:t>Comparator tests</a:t>
            </a:r>
          </a:p>
        </p:txBody>
      </p:sp>
      <p:sp>
        <p:nvSpPr>
          <p:cNvPr id="18" name="text-14">
            <a:extLst xmlns:a="http://schemas.openxmlformats.org/drawingml/2006/main">
              <a:ext uri="{FF2B5EF4-FFF2-40B4-BE49-F238E27FC236}">
                <a16:creationId xmlns:a16="http://schemas.microsoft.com/office/drawing/2014/main" id="{60BA3C3F-97E5-4F45-AD94-B73C32AEB71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32000342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C8491A1B-5108-4F36-8822-65A6E1D5FF6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F61F24A9-08EF-465F-A035-29ADEA621F8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55F12E1F-475F-41F2-A52A-3713E3C8EF2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1CB1D3B1-2C47-4A6B-A106-F77E07167734}"/>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EA406CF1-017D-4E39-9857-A344551FF00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D8C48F98-6E63-44C4-8693-352251EDC6A6}"/>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938896-CD63-49A4-9228-155CAA237714}"/>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397BC43-F241-4434-9298-13DA81E5FF5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2EFA859F-6D0F-43FF-A6C5-817FD24772E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A7C6BBA2-4AD3-46EE-858E-D4B92E5D38DB}"/>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A40329-D60E-4BB5-9746-254E77920FC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8AFF401C-8A85-4501-BDA3-74F50523C51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27C7A1EF-BE04-4930-B835-48606414D3A4}"/>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CF9F99ED-2AE6-4471-A78E-393C260CB54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7380491-3D8C-4E03-8576-97B247CFA41A}"/>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091BDC3-2115-4158-ADFB-E333607D4053}"/>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3E9BED5C-810E-41F5-9923-3C0B2F45DFE9}"/>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87A8D123-D982-4A7C-BD26-AB3941EA5A6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C9447477-B0BF-46C6-B624-AC3D7A74BC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9263CF63-AC5A-4955-85D5-A59C509E8E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0e9f0964024aee"/>
              </a:rPr>
              <a:t>Bootstrap</a:t>
            </a:r>
          </a:p>
        </p:txBody>
      </p:sp>
      <p:sp>
        <p:nvSpPr>
          <p:cNvPr id="21" name="text-13">
            <a:extLst xmlns:a="http://schemas.openxmlformats.org/drawingml/2006/main">
              <a:ext uri="{FF2B5EF4-FFF2-40B4-BE49-F238E27FC236}">
                <a16:creationId xmlns:a16="http://schemas.microsoft.com/office/drawing/2014/main" id="{B2E58F35-D2CE-4E9E-9D06-0F9F5C9CD0F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df911fb00824650"/>
              </a:rPr>
              <a:t>Harness model</a:t>
            </a:r>
          </a:p>
        </p:txBody>
      </p:sp>
      <p:sp>
        <p:nvSpPr>
          <p:cNvPr id="22" name="text-14">
            <a:extLst xmlns:a="http://schemas.openxmlformats.org/drawingml/2006/main">
              <a:ext uri="{FF2B5EF4-FFF2-40B4-BE49-F238E27FC236}">
                <a16:creationId xmlns:a16="http://schemas.microsoft.com/office/drawing/2014/main" id="{3EDDC935-D83D-4E20-A5B5-1137C381761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d0d23c02924661"/>
              </a:rPr>
              <a:t>Bundle checks</a:t>
            </a:r>
          </a:p>
        </p:txBody>
      </p:sp>
      <p:sp>
        <p:nvSpPr>
          <p:cNvPr id="23" name="text-15">
            <a:extLst xmlns:a="http://schemas.openxmlformats.org/drawingml/2006/main">
              <a:ext uri="{FF2B5EF4-FFF2-40B4-BE49-F238E27FC236}">
                <a16:creationId xmlns:a16="http://schemas.microsoft.com/office/drawing/2014/main" id="{3BB172FE-EBCD-45E0-AEBA-50CF5FD8403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5562487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78DAB4B-A914-45E4-B998-4C3DFD424C6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926DBFA5-05A3-41D9-8C3B-09C571759E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F15C3BD0-9FCE-4095-9888-C70DE7004CA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1D24FF11-9A0D-449B-9DE3-CBD1682FCF0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D50A3C23-DEC3-48CD-B44B-E792DC78C93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730DDB4-FB28-4192-AFBF-9ECA0F25C82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F0E18569-467B-426A-91F1-09F239FC679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E97DB09C-8B52-402C-A389-57AA454A6E7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81A9240-17D0-4EB6-A61B-CAA56882976F}"/>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896B4E2E-1896-48C1-B4F9-C1E24B913EE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DC3C402-DCCE-4842-AFBB-2524DFC662C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D46B434-6ABE-4F46-8FB2-F2B5232B9B7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2F660F4C-8E74-4FA1-B824-46D6A7C418F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AC6A0FB7-109B-4EDE-8C50-F0C51AC72B5E}"/>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401AAFFF-4442-4021-9E63-694DCD3901D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DDF55E79-F87E-4C2B-BF71-65D6535B1B1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66ea617b42b4d77"/>
              </a:rPr>
              <a:t>Diagnostic scheme</a:t>
            </a:r>
          </a:p>
        </p:txBody>
      </p:sp>
      <p:sp>
        <p:nvSpPr>
          <p:cNvPr id="17" name="text-13">
            <a:extLst xmlns:a="http://schemas.openxmlformats.org/drawingml/2006/main">
              <a:ext uri="{FF2B5EF4-FFF2-40B4-BE49-F238E27FC236}">
                <a16:creationId xmlns:a16="http://schemas.microsoft.com/office/drawing/2014/main" id="{4DD9512B-ABE5-435C-985C-320A85BE2A3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6ec32ab8154149"/>
              </a:rPr>
              <a:t>Harness export</a:t>
            </a:r>
          </a:p>
        </p:txBody>
      </p:sp>
      <p:sp>
        <p:nvSpPr>
          <p:cNvPr id="18" name="text-14">
            <a:extLst xmlns:a="http://schemas.openxmlformats.org/drawingml/2006/main">
              <a:ext uri="{FF2B5EF4-FFF2-40B4-BE49-F238E27FC236}">
                <a16:creationId xmlns:a16="http://schemas.microsoft.com/office/drawing/2014/main" id="{3FD2AADC-07DE-4556-988F-DE80E4B6348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ee679ae2044c9d"/>
              </a:rPr>
              <a:t>Phone verification</a:t>
            </a:r>
          </a:p>
        </p:txBody>
      </p:sp>
      <p:sp>
        <p:nvSpPr>
          <p:cNvPr id="19" name="text-15">
            <a:extLst xmlns:a="http://schemas.openxmlformats.org/drawingml/2006/main">
              <a:ext uri="{FF2B5EF4-FFF2-40B4-BE49-F238E27FC236}">
                <a16:creationId xmlns:a16="http://schemas.microsoft.com/office/drawing/2014/main" id="{F8AEE1BF-02F9-401D-8D89-BDFE692A3E7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4190975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079F7CB-EAAD-41F0-A5CB-403F9750B7A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2DF51B17-1CA0-4BEE-86E2-EF7BA0732B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56B87EBF-3A75-4280-99B0-7B9071D994F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F6CBCC5F-003E-4E91-8F75-D643FCC1C9C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06132CE4-3A6C-48C1-9678-4F1E7828AF0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F43D378-8174-45B0-99EF-AD378AC68A6A}"/>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01A38441-E83A-4D07-AD92-8EE71968083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A8D40E11-BCF0-4398-8959-B7C90351055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8CB3A4E-6E33-45E1-944F-F1A893E6B5F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FDE7B22F-8DB7-4BB5-B24A-97DBEE4D1E77}"/>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B2D5E208-39D3-4B4D-8858-89FB059219D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63F2509-E81C-4966-A457-00858E577B6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1FD68990-B118-4284-B54B-631D19D5056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957EAE8E-0ADF-4935-A795-08E64AA315B1}"/>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6AC44F59-77B7-43E4-BF41-109AFC8374E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C759472-F7A4-4102-8BF0-6613A5E760D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9ec6ff9abba451a"/>
              </a:rPr>
              <a:t>Harness replay</a:t>
            </a:r>
          </a:p>
        </p:txBody>
      </p:sp>
      <p:sp>
        <p:nvSpPr>
          <p:cNvPr id="17" name="text-13">
            <a:extLst xmlns:a="http://schemas.openxmlformats.org/drawingml/2006/main">
              <a:ext uri="{FF2B5EF4-FFF2-40B4-BE49-F238E27FC236}">
                <a16:creationId xmlns:a16="http://schemas.microsoft.com/office/drawing/2014/main" id="{8D4934A9-A399-45F2-80A1-0C5EFD268DE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7772902514457c"/>
              </a:rPr>
              <a:t>Comparator preconditions</a:t>
            </a:r>
          </a:p>
        </p:txBody>
      </p:sp>
      <p:sp>
        <p:nvSpPr>
          <p:cNvPr id="18" name="text-14">
            <a:extLst xmlns:a="http://schemas.openxmlformats.org/drawingml/2006/main">
              <a:ext uri="{FF2B5EF4-FFF2-40B4-BE49-F238E27FC236}">
                <a16:creationId xmlns:a16="http://schemas.microsoft.com/office/drawing/2014/main" id="{C6045D3E-986A-4D1B-8D05-762A1049334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efd46437944b40"/>
              </a:rPr>
              <a:t>Report resources</a:t>
            </a:r>
          </a:p>
        </p:txBody>
      </p:sp>
      <p:sp>
        <p:nvSpPr>
          <p:cNvPr id="19" name="text-15">
            <a:extLst xmlns:a="http://schemas.openxmlformats.org/drawingml/2006/main">
              <a:ext uri="{FF2B5EF4-FFF2-40B4-BE49-F238E27FC236}">
                <a16:creationId xmlns:a16="http://schemas.microsoft.com/office/drawing/2014/main" id="{5DD3C7E2-731F-4FBB-80A8-9E39FD70E1B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23363958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483F97C-47F6-4C70-9668-12C7752F224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20F19582-E092-4393-A06B-75DF7BF91C8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B4758D5A-0BD4-4678-AF7F-6A17347F7C3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A9034105-0BD7-4623-A5CA-B2A3EE67722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8EE3787C-702F-430E-BC9D-0D28ABAFDE8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3CAB758-61C4-424B-A34F-B55CB645E34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2D2CD5B3-CB37-44A8-B4C6-1AF91B292D6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A9788BEA-3C1B-4C9C-8E21-129A9C856AD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8ABBC35-687A-4E20-B965-3F0C5D8EF80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7FD04699-B13A-4C95-AB1D-B9D4736241C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251F50B2-F19A-430F-9FF5-E99BD3D96D1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B2AD146-4AA2-4C3A-B00F-24F95318CD3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1BC22A0D-7FC1-43ED-8983-5B2C88C0034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6893F55A-3438-46CA-A90A-9CE0F4454B3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F6E73C6-7942-4215-A5EC-E674925F7B1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6cbc04f6bbf4502"/>
              </a:rPr>
              <a:t>Production pipeline</a:t>
            </a:r>
          </a:p>
        </p:txBody>
      </p:sp>
      <p:sp>
        <p:nvSpPr>
          <p:cNvPr id="16" name="text-12">
            <a:extLst xmlns:a="http://schemas.openxmlformats.org/drawingml/2006/main">
              <a:ext uri="{FF2B5EF4-FFF2-40B4-BE49-F238E27FC236}">
                <a16:creationId xmlns:a16="http://schemas.microsoft.com/office/drawing/2014/main" id="{D38257F4-D314-43A5-938D-D7E89B46D95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d2823b159c4155"/>
              </a:rPr>
              <a:t>Integration suite</a:t>
            </a:r>
          </a:p>
        </p:txBody>
      </p:sp>
      <p:sp>
        <p:nvSpPr>
          <p:cNvPr id="17" name="text-13">
            <a:extLst xmlns:a="http://schemas.openxmlformats.org/drawingml/2006/main">
              <a:ext uri="{FF2B5EF4-FFF2-40B4-BE49-F238E27FC236}">
                <a16:creationId xmlns:a16="http://schemas.microsoft.com/office/drawing/2014/main" id="{97BC351C-3724-4036-8A09-965E211547D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ccea36baa2f475c"/>
              </a:rPr>
              <a:t>Package boundaries</a:t>
            </a:r>
          </a:p>
        </p:txBody>
      </p:sp>
      <p:sp>
        <p:nvSpPr>
          <p:cNvPr id="18" name="text-14">
            <a:extLst xmlns:a="http://schemas.openxmlformats.org/drawingml/2006/main">
              <a:ext uri="{FF2B5EF4-FFF2-40B4-BE49-F238E27FC236}">
                <a16:creationId xmlns:a16="http://schemas.microsoft.com/office/drawing/2014/main" id="{DBE8F448-B417-447D-8E8F-99B05EEB49D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20555028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CC840B6-6653-451E-BD92-A2985E2947B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3A5DFD9F-1EB4-48DF-9904-5E62A9F7DC8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8FF83F12-D1EF-4C49-9728-43C0C0E4AC7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6DCA129B-1409-463A-8A6A-4720E57D79E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6BA221B1-B221-4BA9-A10A-140DC612A5C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3CB3CDE-B49B-446C-8CD0-E9BB8BF60EC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C48E3274-9856-4244-BE61-AFD795A3C8D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BBB443C8-E0F9-4066-9216-CE63B14AD45C}"/>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3B586A9-277C-457E-A63B-FAB75B972C6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041DF62C-5831-4269-8181-0AA528C0E450}"/>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2C7263B0-B4A6-4922-A140-1421DD77308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93E4063-9479-473E-B6BF-B5678782272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93F3904B-9639-49C4-A6F7-8F29CCBE747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1D2F4D33-21A4-4916-A2F4-EAE34C9CC3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4D9F8F9-BDCE-46D6-B7CE-148F90743FB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61ddde8fb745a5"/>
              </a:rPr>
              <a:t>Source package</a:t>
            </a:r>
          </a:p>
        </p:txBody>
      </p:sp>
      <p:sp>
        <p:nvSpPr>
          <p:cNvPr id="16" name="text-12">
            <a:extLst xmlns:a="http://schemas.openxmlformats.org/drawingml/2006/main">
              <a:ext uri="{FF2B5EF4-FFF2-40B4-BE49-F238E27FC236}">
                <a16:creationId xmlns:a16="http://schemas.microsoft.com/office/drawing/2014/main" id="{0B33B956-248E-48EE-B41C-20EBDC4C444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c5c6fce37264518"/>
              </a:rPr>
              <a:t>Test package</a:t>
            </a:r>
          </a:p>
        </p:txBody>
      </p:sp>
      <p:sp>
        <p:nvSpPr>
          <p:cNvPr id="17" name="text-13">
            <a:extLst xmlns:a="http://schemas.openxmlformats.org/drawingml/2006/main">
              <a:ext uri="{FF2B5EF4-FFF2-40B4-BE49-F238E27FC236}">
                <a16:creationId xmlns:a16="http://schemas.microsoft.com/office/drawing/2014/main" id="{7F2E50E3-27BB-4807-A91E-EF1A1844744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c845aec9e2454a"/>
              </a:rPr>
              <a:t>Acceptance record</a:t>
            </a:r>
          </a:p>
        </p:txBody>
      </p:sp>
      <p:sp>
        <p:nvSpPr>
          <p:cNvPr id="18" name="text-14">
            <a:extLst xmlns:a="http://schemas.openxmlformats.org/drawingml/2006/main">
              <a:ext uri="{FF2B5EF4-FFF2-40B4-BE49-F238E27FC236}">
                <a16:creationId xmlns:a16="http://schemas.microsoft.com/office/drawing/2014/main" id="{B010EA3A-BF72-4EB5-8C1D-08AA71902DC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734998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2026-09-21T02:04:17.8400000Z</dcterms:created>
  <dcterms:modified xsi:type="dcterms:W3CDTF">2026-09-21T02:04:17.8400000Z</dcterms:modified>
</coreProperties>
</file>