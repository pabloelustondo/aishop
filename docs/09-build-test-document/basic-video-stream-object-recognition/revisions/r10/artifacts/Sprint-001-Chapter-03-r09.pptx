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40c16483a14c79" /><Relationship Type="http://schemas.openxmlformats.org/officeDocument/2006/relationships/extended-properties" Target="/docProps/app.xml" Id="R154081041976454f" /><Relationship Type="http://schemas.openxmlformats.org/officeDocument/2006/relationships/officeDocument" Target="/ppt/presentation.xml" Id="R6899ba9fcaf04f24" /></Relationships>
</file>

<file path=ppt/presentation.xml><?xml version="1.0" encoding="utf-8"?>
<p:presentation xmlns:p="http://schemas.openxmlformats.org/presentationml/2006/main">
  <p:sldMasterIdLst>
    <p:sldMasterId xmlns:r="http://schemas.openxmlformats.org/officeDocument/2006/relationships" id="2147483648" r:id="Rc74d61862c46471e"/>
  </p:sldMasterIdLst>
  <p:notesMasterIdLst>
    <p:notesMasterId xmlns:r="http://schemas.openxmlformats.org/officeDocument/2006/relationships" r:id="R4968976578504063"/>
  </p:notesMasterIdLst>
  <p:sldIdLst>
    <p:sldId xmlns:r="http://schemas.openxmlformats.org/officeDocument/2006/relationships" id="256" r:id="R67fb5c7fb4ac453e"/>
    <p:sldId xmlns:r="http://schemas.openxmlformats.org/officeDocument/2006/relationships" id="257" r:id="Ra3ed5e22c3604e85"/>
    <p:sldId xmlns:r="http://schemas.openxmlformats.org/officeDocument/2006/relationships" id="258" r:id="R3d59544ebd7d4cb0"/>
    <p:sldId xmlns:r="http://schemas.openxmlformats.org/officeDocument/2006/relationships" id="259" r:id="Rf1d9d885cef7416c"/>
    <p:sldId xmlns:r="http://schemas.openxmlformats.org/officeDocument/2006/relationships" id="260" r:id="R6cc9a040a3ee44c1"/>
    <p:sldId xmlns:r="http://schemas.openxmlformats.org/officeDocument/2006/relationships" id="261" r:id="R07f461b14b6542a8"/>
    <p:sldId xmlns:r="http://schemas.openxmlformats.org/officeDocument/2006/relationships" id="262" r:id="R2e2aad1c852643c5"/>
    <p:sldId xmlns:r="http://schemas.openxmlformats.org/officeDocument/2006/relationships" id="263" r:id="Rd068897de62d4b4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0c6797e757496d" /><Relationship Type="http://schemas.openxmlformats.org/officeDocument/2006/relationships/slideMaster" Target="/ppt/slideMasters/slideMaster1.xml" Id="Rc74d61862c46471e" /><Relationship Type="http://schemas.openxmlformats.org/officeDocument/2006/relationships/notesMaster" Target="/ppt/notesMasters/notesMaster1.xml" Id="R4968976578504063" /><Relationship Type="http://schemas.openxmlformats.org/officeDocument/2006/relationships/presProps" Target="/ppt/presProps.xml" Id="R4d2f3953bc034340" /><Relationship Type="http://schemas.openxmlformats.org/officeDocument/2006/relationships/tableStyles" Target="/ppt/tableStyles.xml" Id="R99ed8d93d6f046fd" /><Relationship Type="http://schemas.openxmlformats.org/officeDocument/2006/relationships/slide" Target="/ppt/slides/slide1.xml" Id="R67fb5c7fb4ac453e" /><Relationship Type="http://schemas.openxmlformats.org/officeDocument/2006/relationships/slide" Target="/ppt/slides/slide2.xml" Id="Ra3ed5e22c3604e85" /><Relationship Type="http://schemas.openxmlformats.org/officeDocument/2006/relationships/slide" Target="/ppt/slides/slide3.xml" Id="R3d59544ebd7d4cb0" /><Relationship Type="http://schemas.openxmlformats.org/officeDocument/2006/relationships/slide" Target="/ppt/slides/slide4.xml" Id="Rf1d9d885cef7416c" /><Relationship Type="http://schemas.openxmlformats.org/officeDocument/2006/relationships/slide" Target="/ppt/slides/slide5.xml" Id="R6cc9a040a3ee44c1" /><Relationship Type="http://schemas.openxmlformats.org/officeDocument/2006/relationships/slide" Target="/ppt/slides/slide6.xml" Id="R07f461b14b6542a8" /><Relationship Type="http://schemas.openxmlformats.org/officeDocument/2006/relationships/slide" Target="/ppt/slides/slide7.xml" Id="R2e2aad1c852643c5" /><Relationship Type="http://schemas.openxmlformats.org/officeDocument/2006/relationships/slide" Target="/ppt/slides/slide8.xml" Id="Rd068897de62d4b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9e7fdc8bd149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7b651cc0534aa1" /><Relationship Type="http://schemas.openxmlformats.org/officeDocument/2006/relationships/notesMaster" Target="/ppt/notesMasters/notesMaster1.xml" Id="Recc0103270fd4f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cb2d32f56540de" /><Relationship Type="http://schemas.openxmlformats.org/officeDocument/2006/relationships/notesMaster" Target="/ppt/notesMasters/notesMaster1.xml" Id="R0bdd08776d984b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e2aba0de294a5e" /><Relationship Type="http://schemas.openxmlformats.org/officeDocument/2006/relationships/notesMaster" Target="/ppt/notesMasters/notesMaster1.xml" Id="Rff171405ac104d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ae73ff456f4882" /><Relationship Type="http://schemas.openxmlformats.org/officeDocument/2006/relationships/notesMaster" Target="/ppt/notesMasters/notesMaster1.xml" Id="R8f7c6f95dd4140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bd364ffa8c42c9" /><Relationship Type="http://schemas.openxmlformats.org/officeDocument/2006/relationships/notesMaster" Target="/ppt/notesMasters/notesMaster1.xml" Id="R0976a1201c234f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003550e5a443bf" /><Relationship Type="http://schemas.openxmlformats.org/officeDocument/2006/relationships/notesMaster" Target="/ppt/notesMasters/notesMaster1.xml" Id="R036ddad8e3cb47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c0e78edadd477e" /><Relationship Type="http://schemas.openxmlformats.org/officeDocument/2006/relationships/notesMaster" Target="/ppt/notesMasters/notesMaster1.xml" Id="Rd59656880a4e46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b0d28b5ad24054" /><Relationship Type="http://schemas.openxmlformats.org/officeDocument/2006/relationships/notesMaster" Target="/ppt/notesMasters/notesMaster1.xml" Id="R6f72f95ddb9e40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a3828ba48040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be67fa8d744761" /><Relationship Type="http://schemas.openxmlformats.org/officeDocument/2006/relationships/slideLayout" Target="/ppt/slideLayouts/slideLayout1.xml" Id="Rece0a494169b43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e0a494169b43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fa6798755f4008"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d0fe0203ca4e4711"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41cc9c0189624f18"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488fecd488b4859" /><Relationship Type="http://schemas.openxmlformats.org/officeDocument/2006/relationships/notesSlide" Target="/ppt/notesSlides/notesSlide1.xml" Id="R45fbbd1fc30343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21ae8a5a7849a8"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d6ce4bd5d2e5452e"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31dd396c43b44c1d" /><Relationship Type="http://schemas.openxmlformats.org/officeDocument/2006/relationships/hyperlink" Target="file:///Users/paboelustodo/Library/CloudStorage/GoogleDrive-pablo.elustondo@gmail.com/My%20Drive%202/1-GIT-PROJECTS/aishop/ios/AIShop/AIShop/Diagnostics/VisionDiagnosticHarness.swift" TargetMode="External" Id="R6895d9b88c4f478a" /><Relationship Type="http://schemas.openxmlformats.org/officeDocument/2006/relationships/notesSlide" Target="/ppt/notesSlides/notesSlide2.xml" Id="R26e71221862340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1e2c9989c946a7"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5cba6c26c03d4f25"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668a81839f7a4dc0"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5ecb938d71a4eda" /><Relationship Type="http://schemas.openxmlformats.org/officeDocument/2006/relationships/notesSlide" Target="/ppt/notesSlides/notesSlide3.xml" Id="Rcb340175914744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73f642a3bb4530"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62c1df3ec29a463b"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00a775910e314835"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b2a16bfc0fea4333" /><Relationship Type="http://schemas.openxmlformats.org/officeDocument/2006/relationships/notesSlide" Target="/ppt/notesSlides/notesSlide4.xml" Id="R239e6092616743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90deeea36e4ddb"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2a8254bf600c4db9"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95637801cbdf44ec"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8c566aadaf2b4d9b" /><Relationship Type="http://schemas.openxmlformats.org/officeDocument/2006/relationships/notesSlide" Target="/ppt/notesSlides/notesSlide5.xml" Id="R3140778eff414a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ddc9f5a200484b"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383dff966875429d"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e537395885dd48ba"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1ad38e9964a2403c" /><Relationship Type="http://schemas.openxmlformats.org/officeDocument/2006/relationships/notesSlide" Target="/ppt/notesSlides/notesSlide6.xml" Id="R6f8f4429a3c447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38d822cb2e42c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fca55819aad4c08"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f3808e72e004b70"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e0509aa2a54454f" /><Relationship Type="http://schemas.openxmlformats.org/officeDocument/2006/relationships/notesSlide" Target="/ppt/notesSlides/notesSlide7.xml" Id="Re42f89d766964f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d1102e4a3a49e7"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7410597bdf147a0"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43bbf779cb54290" /><Relationship Type="http://schemas.openxmlformats.org/officeDocument/2006/relationships/hyperlink" Target="file:///Users/paboelustodo/Library/CloudStorage/GoogleDrive-pablo.elustondo@gmail.com/My%20Drive%202/1-GIT-PROJECTS/aishop/ios/AIShop/AIShop/Diagnostics/VisionHarnessModel.swift" TargetMode="External" Id="R40510a98ae7f40a6" /><Relationship Type="http://schemas.openxmlformats.org/officeDocument/2006/relationships/notesSlide" Target="/ppt/notesSlides/notesSlide8.xml" Id="R6a24741590ac403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E111F6B-17B6-48BF-B838-719994FA663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D4725F7-021B-40D9-8966-08930E4A039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441427A0-4F6E-4BDA-9DB4-2805B123232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37F83D6-19AD-4E31-B985-89BA4B1A8A95}"/>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92E59D15-76D4-4D58-B0A1-184CED907587}"/>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214E2FF6-153C-4F21-B80A-295394457E8D}"/>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F4A4DA-1AC4-4917-AA1D-64F53A7AC025}"/>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4546BE7-5D05-4CF6-959F-6AAB3490A5C3}"/>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07D5792A-B314-405B-ADE8-9D6F4584F314}"/>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DA4B8ED4-1935-4149-AE5D-3B08D6C91E70}"/>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818654D-6E16-4BEE-B14B-CF71092A6ED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0627A2FB-0E91-43BA-B3E5-22CF7B9DBB1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D1E08380-60D2-4043-83D0-F861BD751EA9}"/>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12BCEBF9-EBC5-4F2D-91F7-79EDED9709A7}"/>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DBC847-8C6F-4BEB-BEC4-CAAEEB31A160}"/>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C365F123-832A-4AB1-9A87-36C6BBB7FDC2}"/>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28946C87-4DEA-4CB0-9B6F-FC5F16E900AA}"/>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B1ADDE41-4192-45D1-AB45-F27B9F80E2AE}"/>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C5DE04BF-71B7-4E53-85DF-3596E9026D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659DD385-C514-45D7-AAAA-9708FDE7466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0fe0203ca4e4711"/>
              </a:rPr>
              <a:t>Episode aggregator</a:t>
            </a:r>
          </a:p>
        </p:txBody>
      </p:sp>
      <p:sp>
        <p:nvSpPr>
          <p:cNvPr id="21" name="text-13">
            <a:extLst xmlns:a="http://schemas.openxmlformats.org/drawingml/2006/main">
              <a:ext uri="{FF2B5EF4-FFF2-40B4-BE49-F238E27FC236}">
                <a16:creationId xmlns:a16="http://schemas.microsoft.com/office/drawing/2014/main" id="{5C87E8BF-E5B8-4292-B078-0896F1E6284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1cc9c0189624f18"/>
              </a:rPr>
              <a:t>Episode tests</a:t>
            </a:r>
          </a:p>
        </p:txBody>
      </p:sp>
      <p:sp>
        <p:nvSpPr>
          <p:cNvPr id="22" name="text-14">
            <a:extLst xmlns:a="http://schemas.openxmlformats.org/drawingml/2006/main">
              <a:ext uri="{FF2B5EF4-FFF2-40B4-BE49-F238E27FC236}">
                <a16:creationId xmlns:a16="http://schemas.microsoft.com/office/drawing/2014/main" id="{DF326E96-EE0B-476F-88DF-A3B036034C5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488fecd488b4859"/>
              </a:rPr>
              <a:t>Lifecycle integration</a:t>
            </a:r>
          </a:p>
        </p:txBody>
      </p:sp>
      <p:sp>
        <p:nvSpPr>
          <p:cNvPr id="23" name="text-15">
            <a:extLst xmlns:a="http://schemas.openxmlformats.org/drawingml/2006/main">
              <a:ext uri="{FF2B5EF4-FFF2-40B4-BE49-F238E27FC236}">
                <a16:creationId xmlns:a16="http://schemas.microsoft.com/office/drawing/2014/main" id="{6C553185-57AD-46A0-990E-2134A2EDA2E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549310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287ED2E-4796-4768-B3BB-D7D55BACF7A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272D76FC-0064-4CDD-8062-9B760D645D0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BE77C5AA-193F-494C-B8E6-57E2591FE0D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2C5FF1D0-A492-4B95-A260-1065E6E3DE6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1CC35726-48AF-4028-9913-94257372D5A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9199B4D-185D-4B1B-BC78-CE4D27D4130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AD491034-49E4-4C7C-B263-E2CA27F5E00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7255BEC3-2927-4B1B-A8A8-71E8907F0DF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1537BF1-49BB-4160-B6B9-5F6395CD40D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F35D4299-82E5-4A4A-BD03-9B7E6D19040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40D8CD27-62E9-4146-930B-91DDABF11DE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97BBD1A-3C86-47CC-8EF1-7F834821761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F7632C71-2977-46DB-8CF0-9D7117E5570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05C0EB0F-90BD-4362-9D9E-53944478D2F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BD7D804-F4FB-4416-82B0-924ED1E618D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ce4bd5d2e5452e"/>
              </a:rPr>
              <a:t>Episode and signal types</a:t>
            </a:r>
          </a:p>
        </p:txBody>
      </p:sp>
      <p:sp>
        <p:nvSpPr>
          <p:cNvPr id="16" name="text-12">
            <a:extLst xmlns:a="http://schemas.openxmlformats.org/drawingml/2006/main">
              <a:ext uri="{FF2B5EF4-FFF2-40B4-BE49-F238E27FC236}">
                <a16:creationId xmlns:a16="http://schemas.microsoft.com/office/drawing/2014/main" id="{4636273D-151E-4FE2-858E-0DDE319760D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dd396c43b44c1d"/>
              </a:rPr>
              <a:t>Episode tests</a:t>
            </a:r>
          </a:p>
        </p:txBody>
      </p:sp>
      <p:sp>
        <p:nvSpPr>
          <p:cNvPr id="17" name="text-13">
            <a:extLst xmlns:a="http://schemas.openxmlformats.org/drawingml/2006/main">
              <a:ext uri="{FF2B5EF4-FFF2-40B4-BE49-F238E27FC236}">
                <a16:creationId xmlns:a16="http://schemas.microsoft.com/office/drawing/2014/main" id="{FC0F768F-B029-4026-8C59-552C4BD828B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895d9b88c4f478a"/>
              </a:rPr>
              <a:t>Harness display</a:t>
            </a:r>
          </a:p>
        </p:txBody>
      </p:sp>
      <p:sp>
        <p:nvSpPr>
          <p:cNvPr id="18" name="text-14">
            <a:extLst xmlns:a="http://schemas.openxmlformats.org/drawingml/2006/main">
              <a:ext uri="{FF2B5EF4-FFF2-40B4-BE49-F238E27FC236}">
                <a16:creationId xmlns:a16="http://schemas.microsoft.com/office/drawing/2014/main" id="{6094CA8A-E4DF-4F20-B3DD-F794D63454CD}"/>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865045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81544C05-4EFC-4822-866C-F33A709ACAE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8306A982-1883-45B5-A401-690AAC590ED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910008FB-1786-40A8-A19A-18AE391DE2B9}"/>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4201FE1-CDBC-42E8-9EB9-E82DEEC69DD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42975380-283C-4580-B509-47412E5FDFD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E7811248-1256-4F6B-B3D5-897DA0587E1B}"/>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DB29D2B-47A4-4E8F-B3BB-A825B228970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7353A62-CEC9-4655-9EA7-B36FF1872E89}"/>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C809B215-C361-44F0-A97C-CF6D325C3A00}"/>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1C404ED9-C0DA-43EC-9402-B41ABC100DD7}"/>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7F8D1E-47B4-4412-A85C-26B9F684C6C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1F6541BA-AE0E-4B8B-BFC4-B36EF4BA51C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0ACB6B26-6C75-4FBA-8C59-73F8319661A2}"/>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B4B121F-FB13-4DF6-94DA-1934C13E99D4}"/>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88075E-7C66-4D18-9969-ACF6BD249F9F}"/>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18E6E480-3614-41DB-B4D0-02FD035C5C3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C8374B25-2916-41E4-A4E7-D14FC7DC6615}"/>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CB27D3CD-F270-492C-A356-5A1C64C3971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B3E13B3C-8993-42AD-9485-62EFD80383E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A0EC75EE-6267-44F1-9246-0EA2ECED8C2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cba6c26c03d4f25"/>
              </a:rPr>
              <a:t>Recorder</a:t>
            </a:r>
          </a:p>
        </p:txBody>
      </p:sp>
      <p:sp>
        <p:nvSpPr>
          <p:cNvPr id="21" name="text-13">
            <a:extLst xmlns:a="http://schemas.openxmlformats.org/drawingml/2006/main">
              <a:ext uri="{FF2B5EF4-FFF2-40B4-BE49-F238E27FC236}">
                <a16:creationId xmlns:a16="http://schemas.microsoft.com/office/drawing/2014/main" id="{903B40F0-55CB-4215-A1B1-0404640591F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8a81839f7a4dc0"/>
              </a:rPr>
              <a:t>Log writer</a:t>
            </a:r>
          </a:p>
        </p:txBody>
      </p:sp>
      <p:sp>
        <p:nvSpPr>
          <p:cNvPr id="22" name="text-14">
            <a:extLst xmlns:a="http://schemas.openxmlformats.org/drawingml/2006/main">
              <a:ext uri="{FF2B5EF4-FFF2-40B4-BE49-F238E27FC236}">
                <a16:creationId xmlns:a16="http://schemas.microsoft.com/office/drawing/2014/main" id="{E151A009-4B0F-4249-A4BE-962391592F8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5ecb938d71a4eda"/>
              </a:rPr>
              <a:t>Report builder</a:t>
            </a:r>
          </a:p>
        </p:txBody>
      </p:sp>
      <p:sp>
        <p:nvSpPr>
          <p:cNvPr id="23" name="text-15">
            <a:extLst xmlns:a="http://schemas.openxmlformats.org/drawingml/2006/main">
              <a:ext uri="{FF2B5EF4-FFF2-40B4-BE49-F238E27FC236}">
                <a16:creationId xmlns:a16="http://schemas.microsoft.com/office/drawing/2014/main" id="{DD2D5EC4-CAB0-4CF3-9874-F6166E49D39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10611618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65CA35D-491D-4BC2-9861-81B9B0DF73B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624AA6F6-3899-45DA-812B-264668BAFBA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563F44C3-0030-49E6-9379-C90BEFFA38D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22BB63D8-0729-4B0B-9CB2-2B887ABE981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BD4FA524-0B34-4E85-9905-62A682E03D1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4BE6C2E-AD37-4356-946D-9F41C691AAF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9687AED3-5E2E-4DF8-BE64-9F6B6FA730A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91F6D2DA-ACAD-4490-AD2A-8E9DC05CAB29}"/>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3AE3498-89C0-40CD-BBD9-564C85F94F6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5E9D532C-B08A-42B1-8195-C000A351BD6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7B995688-5E6F-4A48-AA0D-A818597FEEF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7029F60-5983-4AC4-9F53-CAE65F4B6A8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07E4C380-2D89-4BD0-A046-584D8CDE73A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2A6841AB-C41C-452D-83BB-E080CC034AA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0ABCE3C-668B-48FF-9AD7-60E1E76B8E1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2c1df3ec29a463b"/>
              </a:rPr>
              <a:t>Image store</a:t>
            </a:r>
          </a:p>
        </p:txBody>
      </p:sp>
      <p:sp>
        <p:nvSpPr>
          <p:cNvPr id="16" name="text-12">
            <a:extLst xmlns:a="http://schemas.openxmlformats.org/drawingml/2006/main">
              <a:ext uri="{FF2B5EF4-FFF2-40B4-BE49-F238E27FC236}">
                <a16:creationId xmlns:a16="http://schemas.microsoft.com/office/drawing/2014/main" id="{F439F6B3-AE75-4760-9AF0-A94977B9DEC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0a775910e314835"/>
              </a:rPr>
              <a:t>Pipeline selection</a:t>
            </a:r>
          </a:p>
        </p:txBody>
      </p:sp>
      <p:sp>
        <p:nvSpPr>
          <p:cNvPr id="17" name="text-13">
            <a:extLst xmlns:a="http://schemas.openxmlformats.org/drawingml/2006/main">
              <a:ext uri="{FF2B5EF4-FFF2-40B4-BE49-F238E27FC236}">
                <a16:creationId xmlns:a16="http://schemas.microsoft.com/office/drawing/2014/main" id="{F82CD869-01E4-49EF-8EBD-E65D0BD06E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2a16bfc0fea4333"/>
              </a:rPr>
              <a:t>Report tests</a:t>
            </a:r>
          </a:p>
        </p:txBody>
      </p:sp>
      <p:sp>
        <p:nvSpPr>
          <p:cNvPr id="18" name="text-14">
            <a:extLst xmlns:a="http://schemas.openxmlformats.org/drawingml/2006/main">
              <a:ext uri="{FF2B5EF4-FFF2-40B4-BE49-F238E27FC236}">
                <a16:creationId xmlns:a16="http://schemas.microsoft.com/office/drawing/2014/main" id="{014083E2-C2D1-4D9A-AE66-0F7E4C4B47E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1999818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87EF8B9-6030-44DE-A6B3-439716E986F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6E4B8653-6686-42BB-A6DB-264CDD09EC9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5B7FB03-6889-445D-88AF-D6609CE419B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9B7698D1-F5D4-45B7-A847-63370946A8D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13B2B220-7B3A-4C0A-B53A-63C36E848BA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06AB4CF-46CA-4CB4-87C5-3AE7A34063B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F54157E0-F605-49DD-ABC1-DD5C19645FA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8DA2EE71-8219-4F42-BD8C-27752AAA584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0050843-3111-44D4-AC84-21C62DF1BE9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E8249117-37F0-48F1-AC11-9745A747EA8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C6FBAFD5-6FD8-457B-BF8B-07014AA1144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906A6B05-E01D-4EE9-A1F2-FAC4F95749B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5E94AD6F-0E16-4696-A6F7-8E0FB72CF7E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AB9DBB09-F032-4D23-86A5-24F61ECE72C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A16DDCC-5D9A-4617-96D0-27F4C773AA4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8254bf600c4db9"/>
              </a:rPr>
              <a:t>Log schema</a:t>
            </a:r>
          </a:p>
        </p:txBody>
      </p:sp>
      <p:sp>
        <p:nvSpPr>
          <p:cNvPr id="16" name="text-12">
            <a:extLst xmlns:a="http://schemas.openxmlformats.org/drawingml/2006/main">
              <a:ext uri="{FF2B5EF4-FFF2-40B4-BE49-F238E27FC236}">
                <a16:creationId xmlns:a16="http://schemas.microsoft.com/office/drawing/2014/main" id="{91E138D2-689D-4ACB-891D-ADFCF6DCB24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5637801cbdf44ec"/>
              </a:rPr>
              <a:t>Log validation</a:t>
            </a:r>
          </a:p>
        </p:txBody>
      </p:sp>
      <p:sp>
        <p:nvSpPr>
          <p:cNvPr id="17" name="text-13">
            <a:extLst xmlns:a="http://schemas.openxmlformats.org/drawingml/2006/main">
              <a:ext uri="{FF2B5EF4-FFF2-40B4-BE49-F238E27FC236}">
                <a16:creationId xmlns:a16="http://schemas.microsoft.com/office/drawing/2014/main" id="{EA8D6F56-C25C-423C-93ED-33C57C2C791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c566aadaf2b4d9b"/>
              </a:rPr>
              <a:t>Log tests</a:t>
            </a:r>
          </a:p>
        </p:txBody>
      </p:sp>
      <p:sp>
        <p:nvSpPr>
          <p:cNvPr id="18" name="text-14">
            <a:extLst xmlns:a="http://schemas.openxmlformats.org/drawingml/2006/main">
              <a:ext uri="{FF2B5EF4-FFF2-40B4-BE49-F238E27FC236}">
                <a16:creationId xmlns:a16="http://schemas.microsoft.com/office/drawing/2014/main" id="{9873EEDD-DF72-4138-91BC-E2F96F9A209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5375044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53EBBEB-5D24-4828-AA6D-5CCF8F5403B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4DBF6958-1266-4A00-B295-9B4809692DE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E13C36BD-74C1-4B78-881C-E382B99BBA84}"/>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4D901F1-B97A-46A7-BB1E-B1B03829AAD3}"/>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583FC0D9-AB3F-4064-93EA-63BD4F5F99ED}"/>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F9613A2-24F7-47E3-B623-59171CC85C9C}"/>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7B1EE5D5-EAE8-4473-A38A-15208A38AB9E}"/>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6563CA59-99B6-4CBA-9A30-0DB602328DB6}"/>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FF2D256F-AA9D-4939-934C-551BB1F175B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8F8D41BE-EB83-4B9F-B48B-A405BCFC227F}"/>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84778C5B-AB6B-4907-8B21-5F84CABBFE5E}"/>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554F8B66-E51B-4C52-8F40-73175B93C4D0}"/>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14C97E78-D6D3-488B-A746-7BB76A6F1234}"/>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41866947-A1B6-4702-87F1-4986484B1D1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E55A53E3-706A-4734-A018-ADAFAAB220C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83dff966875429d"/>
              </a:rPr>
              <a:t>Report builder</a:t>
            </a:r>
          </a:p>
        </p:txBody>
      </p:sp>
      <p:sp>
        <p:nvSpPr>
          <p:cNvPr id="16" name="text-14">
            <a:extLst xmlns:a="http://schemas.openxmlformats.org/drawingml/2006/main">
              <a:ext uri="{FF2B5EF4-FFF2-40B4-BE49-F238E27FC236}">
                <a16:creationId xmlns:a16="http://schemas.microsoft.com/office/drawing/2014/main" id="{6A7C2481-393C-4391-955C-ABD9D99796A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537395885dd48ba"/>
              </a:rPr>
              <a:t>Report tests</a:t>
            </a:r>
          </a:p>
        </p:txBody>
      </p:sp>
      <p:sp>
        <p:nvSpPr>
          <p:cNvPr id="17" name="text-15">
            <a:extLst xmlns:a="http://schemas.openxmlformats.org/drawingml/2006/main">
              <a:ext uri="{FF2B5EF4-FFF2-40B4-BE49-F238E27FC236}">
                <a16:creationId xmlns:a16="http://schemas.microsoft.com/office/drawing/2014/main" id="{9E7643B0-8991-443E-BBE2-D8E488F9325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ad38e9964a2403c"/>
              </a:rPr>
              <a:t>Integration replay</a:t>
            </a:r>
          </a:p>
        </p:txBody>
      </p:sp>
      <p:sp>
        <p:nvSpPr>
          <p:cNvPr id="18" name="text-16">
            <a:extLst xmlns:a="http://schemas.openxmlformats.org/drawingml/2006/main">
              <a:ext uri="{FF2B5EF4-FFF2-40B4-BE49-F238E27FC236}">
                <a16:creationId xmlns:a16="http://schemas.microsoft.com/office/drawing/2014/main" id="{0FA23800-86FC-479A-8BA6-B1684B6328B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5067498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6C4F671-B237-40AD-930C-0DEF31C0563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D1998AC3-D58D-4B7A-87D3-E5F0AAF59BC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98EF4D0B-C446-401C-8979-66D2476500B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2FC5EDD-AD50-4A86-B136-A6B533BBEBFF}"/>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8E6336C2-2EC0-4BD4-A341-09413862CF0A}"/>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2F637AEA-6B3F-4AC3-B545-0A2C9E079EB2}"/>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8A201E-DC70-4316-ABBE-8AE35A3DB0C3}"/>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FE197176-7571-4347-8B3D-59E225B1591E}"/>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1209D33B-F00F-4EB5-A3BB-28E564CB5BCA}"/>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C40D47CA-7483-4064-B08C-AB6BF14523F5}"/>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178F11-58F3-45CF-8903-D39A2CECF7F9}"/>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8E8098B1-3FF5-44A7-A04F-980CE96835B6}"/>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FA2362EA-1081-47B8-A007-D2D4544721A6}"/>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167BFC7B-DE55-4E93-B1EE-6C0FAA3924CB}"/>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89D276-F128-4039-A293-012624CCA130}"/>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038A0DC2-B8A0-4B2C-8D82-6D578F26F8B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2AD61BD5-CBFD-4EB6-9C8D-CEDC26361BE4}"/>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1A961AA6-27A5-4085-8E4B-BFC3B4AB49E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BD936789-6A99-413A-A62D-C5142C49B34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830E8B55-C987-4E93-BEBF-268F9A21DA5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fca55819aad4c08"/>
              </a:rPr>
              <a:t>Pipeline lifecycle</a:t>
            </a:r>
          </a:p>
        </p:txBody>
      </p:sp>
      <p:sp>
        <p:nvSpPr>
          <p:cNvPr id="21" name="text-13">
            <a:extLst xmlns:a="http://schemas.openxmlformats.org/drawingml/2006/main">
              <a:ext uri="{FF2B5EF4-FFF2-40B4-BE49-F238E27FC236}">
                <a16:creationId xmlns:a16="http://schemas.microsoft.com/office/drawing/2014/main" id="{E2D3716D-47EA-4B72-A5BE-B7556152F9C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f3808e72e004b70"/>
              </a:rPr>
              <a:t>Lifecycle integration</a:t>
            </a:r>
          </a:p>
        </p:txBody>
      </p:sp>
      <p:sp>
        <p:nvSpPr>
          <p:cNvPr id="22" name="text-14">
            <a:extLst xmlns:a="http://schemas.openxmlformats.org/drawingml/2006/main">
              <a:ext uri="{FF2B5EF4-FFF2-40B4-BE49-F238E27FC236}">
                <a16:creationId xmlns:a16="http://schemas.microsoft.com/office/drawing/2014/main" id="{8C8379E2-00DD-431F-A9D7-5EA81E13F33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0509aa2a54454f"/>
              </a:rPr>
              <a:t>One-shot test</a:t>
            </a:r>
          </a:p>
        </p:txBody>
      </p:sp>
      <p:sp>
        <p:nvSpPr>
          <p:cNvPr id="23" name="text-15">
            <a:extLst xmlns:a="http://schemas.openxmlformats.org/drawingml/2006/main">
              <a:ext uri="{FF2B5EF4-FFF2-40B4-BE49-F238E27FC236}">
                <a16:creationId xmlns:a16="http://schemas.microsoft.com/office/drawing/2014/main" id="{B91014C6-D3A9-4C19-ACD1-A985F89C899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715655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6D82A06-69EC-4C62-BB66-CB29C387A64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5EB849C2-757E-4497-8E19-B0E4098FE97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436FE4D0-E6F3-4C96-8A3B-76514167BFE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B91C9BD8-CCB4-47EA-B0EE-FE017EA9EC6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312C0AF2-C29F-4670-AD57-E65CDEEF949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F1CC1C2-34E0-4F69-A277-98E17595D6C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6654196E-C046-4188-BC18-6B4CBB8A2A9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D8EB5987-8D45-40B0-AF6E-526D059D945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290350C-1EAD-4F4F-BBA9-3202C67164E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48739D3E-223D-41BA-BDCC-6FAE0C6ED97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79E1E757-EA18-4230-A774-8E237711A1E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2008634-B649-4A37-884B-C0D4945AA15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253CB94A-51FA-492C-9EBE-09DDF077378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C67D4312-16DB-424C-9014-4B59B7F23FE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75B6020-EE90-4563-911C-B982292D710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410597bdf147a0"/>
              </a:rPr>
              <a:t>Pipeline error path</a:t>
            </a:r>
          </a:p>
        </p:txBody>
      </p:sp>
      <p:sp>
        <p:nvSpPr>
          <p:cNvPr id="16" name="text-12">
            <a:extLst xmlns:a="http://schemas.openxmlformats.org/drawingml/2006/main">
              <a:ext uri="{FF2B5EF4-FFF2-40B4-BE49-F238E27FC236}">
                <a16:creationId xmlns:a16="http://schemas.microsoft.com/office/drawing/2014/main" id="{3616A72F-A52A-4A4B-BF5F-427D5A29D40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43bbf779cb54290"/>
              </a:rPr>
              <a:t>Failure tests</a:t>
            </a:r>
          </a:p>
        </p:txBody>
      </p:sp>
      <p:sp>
        <p:nvSpPr>
          <p:cNvPr id="17" name="text-13">
            <a:extLst xmlns:a="http://schemas.openxmlformats.org/drawingml/2006/main">
              <a:ext uri="{FF2B5EF4-FFF2-40B4-BE49-F238E27FC236}">
                <a16:creationId xmlns:a16="http://schemas.microsoft.com/office/drawing/2014/main" id="{8513A6DC-473F-4FB0-A111-DD840F87646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0510a98ae7f40a6"/>
              </a:rPr>
              <a:t>Harness model</a:t>
            </a:r>
          </a:p>
        </p:txBody>
      </p:sp>
      <p:sp>
        <p:nvSpPr>
          <p:cNvPr id="18" name="text-14">
            <a:extLst xmlns:a="http://schemas.openxmlformats.org/drawingml/2006/main">
              <a:ext uri="{FF2B5EF4-FFF2-40B4-BE49-F238E27FC236}">
                <a16:creationId xmlns:a16="http://schemas.microsoft.com/office/drawing/2014/main" id="{7D9B0826-B9E8-4EAE-A8D7-D897816365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596682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2026-09-21T02:04:23.0010000Z</dcterms:created>
  <dcterms:modified xsi:type="dcterms:W3CDTF">2026-09-21T02:04:23.0010000Z</dcterms:modified>
</coreProperties>
</file>