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c6f37f85674421" /><Relationship Type="http://schemas.openxmlformats.org/officeDocument/2006/relationships/extended-properties" Target="/docProps/app.xml" Id="Raccf42d54ad3434a" /><Relationship Type="http://schemas.openxmlformats.org/officeDocument/2006/relationships/officeDocument" Target="/ppt/presentation.xml" Id="Rcb9a3f7022914e6e" /></Relationships>
</file>

<file path=ppt/presentation.xml><?xml version="1.0" encoding="utf-8"?>
<p:presentation xmlns:p="http://schemas.openxmlformats.org/presentationml/2006/main">
  <p:sldMasterIdLst>
    <p:sldMasterId xmlns:r="http://schemas.openxmlformats.org/officeDocument/2006/relationships" id="2147483648" r:id="R2744c38927724c10"/>
  </p:sldMasterIdLst>
  <p:notesMasterIdLst>
    <p:notesMasterId xmlns:r="http://schemas.openxmlformats.org/officeDocument/2006/relationships" r:id="Rde20ee0ca6f54b47"/>
  </p:notesMasterIdLst>
  <p:sldIdLst>
    <p:sldId xmlns:r="http://schemas.openxmlformats.org/officeDocument/2006/relationships" id="256" r:id="R71dece0e26f94421"/>
    <p:sldId xmlns:r="http://schemas.openxmlformats.org/officeDocument/2006/relationships" id="257" r:id="Rcfc4a5f2ea794e05"/>
    <p:sldId xmlns:r="http://schemas.openxmlformats.org/officeDocument/2006/relationships" id="258" r:id="R881ece4fdcf84b0d"/>
    <p:sldId xmlns:r="http://schemas.openxmlformats.org/officeDocument/2006/relationships" id="259" r:id="R8fec22f0c7214634"/>
    <p:sldId xmlns:r="http://schemas.openxmlformats.org/officeDocument/2006/relationships" id="260" r:id="Rf20029015d7a4893"/>
    <p:sldId xmlns:r="http://schemas.openxmlformats.org/officeDocument/2006/relationships" id="261" r:id="R3b359504931d4186"/>
    <p:sldId xmlns:r="http://schemas.openxmlformats.org/officeDocument/2006/relationships" id="262" r:id="R5ced0654e7a644d2"/>
    <p:sldId xmlns:r="http://schemas.openxmlformats.org/officeDocument/2006/relationships" id="263" r:id="Rfb28f897023b408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917fcf05064ad8" /><Relationship Type="http://schemas.openxmlformats.org/officeDocument/2006/relationships/slideMaster" Target="/ppt/slideMasters/slideMaster1.xml" Id="R2744c38927724c10" /><Relationship Type="http://schemas.openxmlformats.org/officeDocument/2006/relationships/notesMaster" Target="/ppt/notesMasters/notesMaster1.xml" Id="Rde20ee0ca6f54b47" /><Relationship Type="http://schemas.openxmlformats.org/officeDocument/2006/relationships/presProps" Target="/ppt/presProps.xml" Id="Rad460ca380a64b45" /><Relationship Type="http://schemas.openxmlformats.org/officeDocument/2006/relationships/tableStyles" Target="/ppt/tableStyles.xml" Id="Ra1b13683f34b45ca" /><Relationship Type="http://schemas.openxmlformats.org/officeDocument/2006/relationships/slide" Target="/ppt/slides/slide1.xml" Id="R71dece0e26f94421" /><Relationship Type="http://schemas.openxmlformats.org/officeDocument/2006/relationships/slide" Target="/ppt/slides/slide2.xml" Id="Rcfc4a5f2ea794e05" /><Relationship Type="http://schemas.openxmlformats.org/officeDocument/2006/relationships/slide" Target="/ppt/slides/slide3.xml" Id="R881ece4fdcf84b0d" /><Relationship Type="http://schemas.openxmlformats.org/officeDocument/2006/relationships/slide" Target="/ppt/slides/slide4.xml" Id="R8fec22f0c7214634" /><Relationship Type="http://schemas.openxmlformats.org/officeDocument/2006/relationships/slide" Target="/ppt/slides/slide5.xml" Id="Rf20029015d7a4893" /><Relationship Type="http://schemas.openxmlformats.org/officeDocument/2006/relationships/slide" Target="/ppt/slides/slide6.xml" Id="R3b359504931d4186" /><Relationship Type="http://schemas.openxmlformats.org/officeDocument/2006/relationships/slide" Target="/ppt/slides/slide7.xml" Id="R5ced0654e7a644d2" /><Relationship Type="http://schemas.openxmlformats.org/officeDocument/2006/relationships/slide" Target="/ppt/slides/slide8.xml" Id="Rfb28f897023b40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8eb2f787de4e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c2ada50e6845ec" /><Relationship Type="http://schemas.openxmlformats.org/officeDocument/2006/relationships/notesMaster" Target="/ppt/notesMasters/notesMaster1.xml" Id="R21049505fcad48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0d474f0f374d03" /><Relationship Type="http://schemas.openxmlformats.org/officeDocument/2006/relationships/notesMaster" Target="/ppt/notesMasters/notesMaster1.xml" Id="R173f8c3fd13641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04b93b2f814a51" /><Relationship Type="http://schemas.openxmlformats.org/officeDocument/2006/relationships/notesMaster" Target="/ppt/notesMasters/notesMaster1.xml" Id="R934e79d1843f43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05bb05d9bd4aa4" /><Relationship Type="http://schemas.openxmlformats.org/officeDocument/2006/relationships/notesMaster" Target="/ppt/notesMasters/notesMaster1.xml" Id="R7d329f5418904b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9b15a58cb249cb" /><Relationship Type="http://schemas.openxmlformats.org/officeDocument/2006/relationships/notesMaster" Target="/ppt/notesMasters/notesMaster1.xml" Id="Rf0595403475141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446e8caf7b4060" /><Relationship Type="http://schemas.openxmlformats.org/officeDocument/2006/relationships/notesMaster" Target="/ppt/notesMasters/notesMaster1.xml" Id="R903bdb6cd8a744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ede89e2ad0428d" /><Relationship Type="http://schemas.openxmlformats.org/officeDocument/2006/relationships/notesMaster" Target="/ppt/notesMasters/notesMaster1.xml" Id="Re24dba9de3cc41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ec909db6634408" /><Relationship Type="http://schemas.openxmlformats.org/officeDocument/2006/relationships/notesMaster" Target="/ppt/notesMasters/notesMaster1.xml" Id="R588f82470f0b44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d71bbe1c8f4e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03b233d08e4b5f" /><Relationship Type="http://schemas.openxmlformats.org/officeDocument/2006/relationships/slideLayout" Target="/ppt/slideLayouts/slideLayout1.xml" Id="Rc41f4888d4104a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1f4888d4104a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5b91a5be804b83"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52e025ef51a44c6c"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e06251bce75d4112"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f65b90376e724db0" /><Relationship Type="http://schemas.openxmlformats.org/officeDocument/2006/relationships/notesSlide" Target="/ppt/notesSlides/notesSlide1.xml" Id="R7073e2ad119549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fa6634b16c4d0f"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a2c6cc157aba4536"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76aa6a2c2e7740b9" /><Relationship Type="http://schemas.openxmlformats.org/officeDocument/2006/relationships/hyperlink" Target="file:///Users/paboelustodo/Library/CloudStorage/GoogleDrive-pablo.elustondo@gmail.com/My%20Drive%202/1-GIT-PROJECTS/aishop/ios/AIShop/AIShop/Diagnostics/VisionDiagnosticHarness.swift" TargetMode="External" Id="R8314b93c16764982" /><Relationship Type="http://schemas.openxmlformats.org/officeDocument/2006/relationships/notesSlide" Target="/ppt/notesSlides/notesSlide2.xml" Id="R54e830c339604d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b98b7088c944ac"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eb7e73265a2e4dae"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7cd150dc87344ec4"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59d04e9538994441" /><Relationship Type="http://schemas.openxmlformats.org/officeDocument/2006/relationships/notesSlide" Target="/ppt/notesSlides/notesSlide3.xml" Id="Rb22fb8a3fb4540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e0bbee1f1c4223"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23167a371e6f461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de0d3e8dbb4d4653"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5dee0cce54be4657" /><Relationship Type="http://schemas.openxmlformats.org/officeDocument/2006/relationships/notesSlide" Target="/ppt/notesSlides/notesSlide4.xml" Id="Rbda733a1246749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b54003be3c4646"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2157d466877849b9"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b3f4c7ab86c040e0"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b43464dd12b141aa" /><Relationship Type="http://schemas.openxmlformats.org/officeDocument/2006/relationships/notesSlide" Target="/ppt/notesSlides/notesSlide5.xml" Id="Rceb9872eb10549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56d9464ed049c6"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80b55a755544ad0"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94564d23cd8347c1"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ee2515cd38b4a3f" /><Relationship Type="http://schemas.openxmlformats.org/officeDocument/2006/relationships/notesSlide" Target="/ppt/notesSlides/notesSlide6.xml" Id="Re76f5d73d21549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c0bfe8c49e46e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9b275e3a7574916"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2fb7c1e752564dbe"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4f403ac985284da4" /><Relationship Type="http://schemas.openxmlformats.org/officeDocument/2006/relationships/notesSlide" Target="/ppt/notesSlides/notesSlide7.xml" Id="R35e8059923024f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10f1ab7ad94e2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cf8b8a53f9f4166"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15bfe2bff8ca4922" /><Relationship Type="http://schemas.openxmlformats.org/officeDocument/2006/relationships/hyperlink" Target="file:///Users/paboelustodo/Library/CloudStorage/GoogleDrive-pablo.elustondo@gmail.com/My%20Drive%202/1-GIT-PROJECTS/aishop/ios/AIShop/AIShop/Diagnostics/VisionHarnessModel.swift" TargetMode="External" Id="R31026ba6598c4a38" /><Relationship Type="http://schemas.openxmlformats.org/officeDocument/2006/relationships/notesSlide" Target="/ppt/notesSlides/notesSlide8.xml" Id="R52604a55a4734f0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5AB594A-9459-40E5-B681-CFCE2D256B7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48B4A59D-E34A-49A8-80E0-ACFAC1B2CA1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51C710F5-FE3F-4062-A691-6F4BC5F5B2F9}"/>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4A8691D-72AA-41EC-BA71-72153641D6B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3BC649CB-9EB9-45EA-9008-714B99755F4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C437B3F8-551C-4910-B433-4B5BD7703CB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E55AF2-833D-43C3-8DCA-26419749AC9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CD0B9942-F189-4CDF-B572-6CABDE728D5D}"/>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540E7E20-62F3-4E37-9787-ECDE26B1A50D}"/>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2AFD1CFA-8231-4D7E-B920-7A59F211975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4B49A8-B11A-4FD9-9F94-D60CFEF97BE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3BA31B9-585E-412F-AD87-31D0A107912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628D0C43-C07E-413F-9071-811E1B71C2AC}"/>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F66FB4E4-0FCC-404D-8D55-834041A00A1E}"/>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5E4E898-8A64-4506-81A1-44664E677480}"/>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CCD804B-6812-44B1-B50C-A2D2431AF66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34D6010A-885B-496D-8B81-01A173E172A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7C458080-4A01-440C-B975-35E092E90D4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4A95A18A-C08F-4960-BEF8-E997B3F8250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CC4A960-82CB-424F-A666-910606BC3A6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2e025ef51a44c6c"/>
              </a:rPr>
              <a:t>Episode aggregator</a:t>
            </a:r>
          </a:p>
        </p:txBody>
      </p:sp>
      <p:sp>
        <p:nvSpPr>
          <p:cNvPr id="21" name="text-13">
            <a:extLst xmlns:a="http://schemas.openxmlformats.org/drawingml/2006/main">
              <a:ext uri="{FF2B5EF4-FFF2-40B4-BE49-F238E27FC236}">
                <a16:creationId xmlns:a16="http://schemas.microsoft.com/office/drawing/2014/main" id="{F1B9C312-A12A-4B8F-9C77-1F2B998B852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06251bce75d4112"/>
              </a:rPr>
              <a:t>Episode tests</a:t>
            </a:r>
          </a:p>
        </p:txBody>
      </p:sp>
      <p:sp>
        <p:nvSpPr>
          <p:cNvPr id="22" name="text-14">
            <a:extLst xmlns:a="http://schemas.openxmlformats.org/drawingml/2006/main">
              <a:ext uri="{FF2B5EF4-FFF2-40B4-BE49-F238E27FC236}">
                <a16:creationId xmlns:a16="http://schemas.microsoft.com/office/drawing/2014/main" id="{C36969DF-B76E-4AED-881E-A35BEAB372A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5b90376e724db0"/>
              </a:rPr>
              <a:t>Lifecycle integration</a:t>
            </a:r>
          </a:p>
        </p:txBody>
      </p:sp>
      <p:sp>
        <p:nvSpPr>
          <p:cNvPr id="23" name="text-15">
            <a:extLst xmlns:a="http://schemas.openxmlformats.org/drawingml/2006/main">
              <a:ext uri="{FF2B5EF4-FFF2-40B4-BE49-F238E27FC236}">
                <a16:creationId xmlns:a16="http://schemas.microsoft.com/office/drawing/2014/main" id="{6C2AD870-9CA3-4915-8896-0E59FB2E135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3627464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08CCF68-F29E-4EED-81B7-B4CB577D960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A3C334F8-0972-4D1A-B173-EE024308BBB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377D833C-5FF6-456B-8639-DF1835F9D8E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F39EA72D-BAD4-4AF8-9DA3-6A000422E4D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B2B78995-536A-4670-931D-D1EE034A6F4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971D1BE-9BA9-42EB-B789-779894AC9F4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72D63A62-DF88-4693-86CE-69835D5BA7F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1734CF28-78F0-43C4-8E79-032250FE836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703DFC9-F9D4-4ACF-8E15-5553789B01D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DE30D6EF-433D-4948-B4D9-F63CC58A430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5EEB1D3C-E114-46D6-9362-7CB1F52CD8D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FC5AFBF-5260-4EF2-BC5B-A8B22F8E26C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0E72D2E9-D6DB-4664-A640-23316F61FE8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610067AB-0139-4F4D-9996-A8262C350E6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3BE0FEC-E26D-4106-A057-4AFBB7ED620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2c6cc157aba4536"/>
              </a:rPr>
              <a:t>Episode and signal types</a:t>
            </a:r>
          </a:p>
        </p:txBody>
      </p:sp>
      <p:sp>
        <p:nvSpPr>
          <p:cNvPr id="16" name="text-12">
            <a:extLst xmlns:a="http://schemas.openxmlformats.org/drawingml/2006/main">
              <a:ext uri="{FF2B5EF4-FFF2-40B4-BE49-F238E27FC236}">
                <a16:creationId xmlns:a16="http://schemas.microsoft.com/office/drawing/2014/main" id="{63A472C2-B9F4-4B3A-8A4B-3D9F95F852E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6aa6a2c2e7740b9"/>
              </a:rPr>
              <a:t>Episode tests</a:t>
            </a:r>
          </a:p>
        </p:txBody>
      </p:sp>
      <p:sp>
        <p:nvSpPr>
          <p:cNvPr id="17" name="text-13">
            <a:extLst xmlns:a="http://schemas.openxmlformats.org/drawingml/2006/main">
              <a:ext uri="{FF2B5EF4-FFF2-40B4-BE49-F238E27FC236}">
                <a16:creationId xmlns:a16="http://schemas.microsoft.com/office/drawing/2014/main" id="{89F9E00D-4A1E-416D-B3D2-98EF2B9CAD8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314b93c16764982"/>
              </a:rPr>
              <a:t>Harness display</a:t>
            </a:r>
          </a:p>
        </p:txBody>
      </p:sp>
      <p:sp>
        <p:nvSpPr>
          <p:cNvPr id="18" name="text-14">
            <a:extLst xmlns:a="http://schemas.openxmlformats.org/drawingml/2006/main">
              <a:ext uri="{FF2B5EF4-FFF2-40B4-BE49-F238E27FC236}">
                <a16:creationId xmlns:a16="http://schemas.microsoft.com/office/drawing/2014/main" id="{25727C15-C771-414A-8CCF-87837B6D26A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3593245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FB62E01-9021-45E4-80B1-48A3E703F75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9C0B33E0-61C0-4995-A959-C62CD43E93C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2F328198-0BB7-4B6B-AFB4-64D63E3550C4}"/>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5E09CE87-CB0E-4325-8155-C1353A2D3D4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62BD1428-1745-4976-9454-6BB9F2A2ABF7}"/>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5A30EC95-3663-46EF-82D9-5893C843F8B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529379-64F4-4835-B7B9-6674B417C426}"/>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5A6D07B-0BC5-4495-A062-3895928A66EF}"/>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51812149-1938-4CDD-895D-E86CA0BC7555}"/>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7DA99D9F-408E-475A-A147-B88DA7CE5FA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E41D3E-CD32-4718-A395-5F1184501480}"/>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0AA31C1-4D0D-41B0-8098-6B94E74327D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D29390DC-6250-4F29-9529-2178BA1FE1F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DD4B392-FA07-4263-A763-4B5F0DBF575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1DE586-7901-44BA-8F20-F927FEB239A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28CED28C-0144-450A-B66C-48A731457F13}"/>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9DFB0201-C105-4AA4-B835-8FDD1F6C134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4BE77CC8-F11E-4DF6-9E7D-EAF84A4C70E9}"/>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BE09360F-A384-43BB-B144-6EE678A31BE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E61BFBD-B250-4A4E-8FD4-260D7FFF599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b7e73265a2e4dae"/>
              </a:rPr>
              <a:t>Recorder</a:t>
            </a:r>
          </a:p>
        </p:txBody>
      </p:sp>
      <p:sp>
        <p:nvSpPr>
          <p:cNvPr id="21" name="text-13">
            <a:extLst xmlns:a="http://schemas.openxmlformats.org/drawingml/2006/main">
              <a:ext uri="{FF2B5EF4-FFF2-40B4-BE49-F238E27FC236}">
                <a16:creationId xmlns:a16="http://schemas.microsoft.com/office/drawing/2014/main" id="{8997CBC1-BC0B-4F72-BB63-0489BDF62E3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cd150dc87344ec4"/>
              </a:rPr>
              <a:t>Log writer</a:t>
            </a:r>
          </a:p>
        </p:txBody>
      </p:sp>
      <p:sp>
        <p:nvSpPr>
          <p:cNvPr id="22" name="text-14">
            <a:extLst xmlns:a="http://schemas.openxmlformats.org/drawingml/2006/main">
              <a:ext uri="{FF2B5EF4-FFF2-40B4-BE49-F238E27FC236}">
                <a16:creationId xmlns:a16="http://schemas.microsoft.com/office/drawing/2014/main" id="{2A77A1DC-37D0-4937-9BE1-8AF731BAD6C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9d04e9538994441"/>
              </a:rPr>
              <a:t>Report builder</a:t>
            </a:r>
          </a:p>
        </p:txBody>
      </p:sp>
      <p:sp>
        <p:nvSpPr>
          <p:cNvPr id="23" name="text-15">
            <a:extLst xmlns:a="http://schemas.openxmlformats.org/drawingml/2006/main">
              <a:ext uri="{FF2B5EF4-FFF2-40B4-BE49-F238E27FC236}">
                <a16:creationId xmlns:a16="http://schemas.microsoft.com/office/drawing/2014/main" id="{4D6E4D1A-90D0-4B17-BF13-CB28E799116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670382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1429CBC-E590-4EC1-A6B1-8345BCA9C51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4E69A9CC-4612-46D4-A13C-C389E6B16FE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75C1683F-5698-4403-9234-319CE6335F3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710D9256-C5EB-4C5F-8A5F-9056750D052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B8EF88C3-ED4B-4042-965E-A4F1AB4199F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96EA935-A476-41C9-831E-965676B45E3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C5438C99-986E-4B07-9247-7F4024D107A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6EE5EA98-38CD-4EE6-8D58-D6A9838065A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7BF0FB7-775E-46E1-9152-7F0016BCD39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ABF4E504-A354-4764-BE6D-31FC0F72660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1BFE508A-02BA-436A-9E48-A9D74350CA5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836F8E8-7D55-4A1F-800F-066F0169A86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F40765C7-8225-441B-BF28-5163F1A1CAB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0EFD4604-E7F4-408C-A674-8011E601E1F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350F3F9-DFE3-470E-AC6F-FE23E923C98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3167a371e6f461a"/>
              </a:rPr>
              <a:t>Image store</a:t>
            </a:r>
          </a:p>
        </p:txBody>
      </p:sp>
      <p:sp>
        <p:nvSpPr>
          <p:cNvPr id="16" name="text-12">
            <a:extLst xmlns:a="http://schemas.openxmlformats.org/drawingml/2006/main">
              <a:ext uri="{FF2B5EF4-FFF2-40B4-BE49-F238E27FC236}">
                <a16:creationId xmlns:a16="http://schemas.microsoft.com/office/drawing/2014/main" id="{E547DF71-D2B7-476C-93DD-CB05CE1F787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e0d3e8dbb4d4653"/>
              </a:rPr>
              <a:t>Pipeline selection</a:t>
            </a:r>
          </a:p>
        </p:txBody>
      </p:sp>
      <p:sp>
        <p:nvSpPr>
          <p:cNvPr id="17" name="text-13">
            <a:extLst xmlns:a="http://schemas.openxmlformats.org/drawingml/2006/main">
              <a:ext uri="{FF2B5EF4-FFF2-40B4-BE49-F238E27FC236}">
                <a16:creationId xmlns:a16="http://schemas.microsoft.com/office/drawing/2014/main" id="{032C32CF-D13D-475C-9DD2-A6A4CA3B0E1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dee0cce54be4657"/>
              </a:rPr>
              <a:t>Report tests</a:t>
            </a:r>
          </a:p>
        </p:txBody>
      </p:sp>
      <p:sp>
        <p:nvSpPr>
          <p:cNvPr id="18" name="text-14">
            <a:extLst xmlns:a="http://schemas.openxmlformats.org/drawingml/2006/main">
              <a:ext uri="{FF2B5EF4-FFF2-40B4-BE49-F238E27FC236}">
                <a16:creationId xmlns:a16="http://schemas.microsoft.com/office/drawing/2014/main" id="{71CAAF53-B762-446A-BF3A-4700564BD32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7981083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CEA923A-9BDB-4E72-A9FD-8CF2DFD8DFE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302B9155-85D0-41F5-8179-4E876ED6157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13F0620D-13FD-44EE-AF0A-CA736C903FE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36EF50DA-0DCD-45CB-83CF-7CF418D6826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95AB0BF5-FFE9-48C6-A402-257163D6DDC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21FAF8F-888F-41AA-A6DA-4D4DE0793BC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4563939B-ADE1-4CBD-A111-F5CA1D5EEB2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FC1BB5D4-4D0E-46ED-AAC6-D21096BBF0F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9E81D4A-07FF-4487-938B-F0CF2C2F774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C3B1E4F0-3B03-4FB6-A5C1-D9A6142C129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3EC6314B-AAE7-4CED-959C-CC8740A732C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7EA7064-BCD7-4D03-9CED-919D15D5FAA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3B4AD1AB-9384-4D83-AD44-5F9FA446052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706F0694-AD4C-4555-8285-3A6875A4CD6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FFBB03B-693C-4AED-A350-B05A256AFC1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157d466877849b9"/>
              </a:rPr>
              <a:t>Log schema</a:t>
            </a:r>
          </a:p>
        </p:txBody>
      </p:sp>
      <p:sp>
        <p:nvSpPr>
          <p:cNvPr id="16" name="text-12">
            <a:extLst xmlns:a="http://schemas.openxmlformats.org/drawingml/2006/main">
              <a:ext uri="{FF2B5EF4-FFF2-40B4-BE49-F238E27FC236}">
                <a16:creationId xmlns:a16="http://schemas.microsoft.com/office/drawing/2014/main" id="{5DF6D968-FD77-40B8-8561-6A47DEB38E8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f4c7ab86c040e0"/>
              </a:rPr>
              <a:t>Log validation</a:t>
            </a:r>
          </a:p>
        </p:txBody>
      </p:sp>
      <p:sp>
        <p:nvSpPr>
          <p:cNvPr id="17" name="text-13">
            <a:extLst xmlns:a="http://schemas.openxmlformats.org/drawingml/2006/main">
              <a:ext uri="{FF2B5EF4-FFF2-40B4-BE49-F238E27FC236}">
                <a16:creationId xmlns:a16="http://schemas.microsoft.com/office/drawing/2014/main" id="{698A4685-3412-4467-9366-94301391640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43464dd12b141aa"/>
              </a:rPr>
              <a:t>Log tests</a:t>
            </a:r>
          </a:p>
        </p:txBody>
      </p:sp>
      <p:sp>
        <p:nvSpPr>
          <p:cNvPr id="18" name="text-14">
            <a:extLst xmlns:a="http://schemas.openxmlformats.org/drawingml/2006/main">
              <a:ext uri="{FF2B5EF4-FFF2-40B4-BE49-F238E27FC236}">
                <a16:creationId xmlns:a16="http://schemas.microsoft.com/office/drawing/2014/main" id="{EC40A59F-013F-40FD-8D44-CB132E1E281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6711215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014FACD-5EC5-4332-BA2A-4036D978845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5A3818DF-4037-4C0B-9ACA-8D14534B4F4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4A6C114A-E697-4CFE-855F-3E5B82F33064}"/>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864A7658-E5DB-4DDF-B863-602E9C4F12E8}"/>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4228BDD7-132C-4D51-A7F2-7664ECD3EC4F}"/>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7329D01-8EAB-4D0D-A10D-BA4F2D393EB9}"/>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75D23EBB-5D93-478F-BA7F-384FF276B79A}"/>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4E63B6C-5980-402B-98B1-D627339A072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4BB675D3-E3E3-412E-9B2C-ED4705524867}"/>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FD4FB957-FEB8-4050-9154-CEDDFDD3FAD2}"/>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13CBD5C-7857-48D7-81B0-162F22F77CDA}"/>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3949DBEB-5CEA-419F-8DBE-A624C6667B67}"/>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8BDA34AF-7A0A-4940-8CC2-F7CEF26AD57F}"/>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744697A9-6ABD-49C5-ADC8-6FE14B21790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7E31F49D-D553-4116-997C-D19ECE3353E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80b55a755544ad0"/>
              </a:rPr>
              <a:t>Report builder</a:t>
            </a:r>
          </a:p>
        </p:txBody>
      </p:sp>
      <p:sp>
        <p:nvSpPr>
          <p:cNvPr id="16" name="text-14">
            <a:extLst xmlns:a="http://schemas.openxmlformats.org/drawingml/2006/main">
              <a:ext uri="{FF2B5EF4-FFF2-40B4-BE49-F238E27FC236}">
                <a16:creationId xmlns:a16="http://schemas.microsoft.com/office/drawing/2014/main" id="{050E0357-8A03-4DCA-946F-AAF70068039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4564d23cd8347c1"/>
              </a:rPr>
              <a:t>Report tests</a:t>
            </a:r>
          </a:p>
        </p:txBody>
      </p:sp>
      <p:sp>
        <p:nvSpPr>
          <p:cNvPr id="17" name="text-15">
            <a:extLst xmlns:a="http://schemas.openxmlformats.org/drawingml/2006/main">
              <a:ext uri="{FF2B5EF4-FFF2-40B4-BE49-F238E27FC236}">
                <a16:creationId xmlns:a16="http://schemas.microsoft.com/office/drawing/2014/main" id="{2B271FB1-0CA5-43A5-B186-6585DD0FCFA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e2515cd38b4a3f"/>
              </a:rPr>
              <a:t>Integration replay</a:t>
            </a:r>
          </a:p>
        </p:txBody>
      </p:sp>
      <p:sp>
        <p:nvSpPr>
          <p:cNvPr id="18" name="text-16">
            <a:extLst xmlns:a="http://schemas.openxmlformats.org/drawingml/2006/main">
              <a:ext uri="{FF2B5EF4-FFF2-40B4-BE49-F238E27FC236}">
                <a16:creationId xmlns:a16="http://schemas.microsoft.com/office/drawing/2014/main" id="{484E2466-755C-4819-B588-D416DB348C2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3469526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668AF4D7-8762-4F53-95B3-FB16F99432A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1ABC4AF3-1BD5-4BC7-8FDC-28741975521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B399F470-27D6-4684-8E61-04ECF71F5CF9}"/>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B514EF44-275A-4872-85CB-B79B0F6BD11F}"/>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528AF123-0A46-463A-B5F2-06BCDF4664A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F340827A-5BB5-4B91-8E6E-5FE75E2ABA9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CCD7BC-0899-462A-9AC4-3CA2BED1EC45}"/>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E64DE12-2A9B-490D-BACB-AD1363BC4D0B}"/>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58D7D868-F9D0-41F6-849C-C3286612D985}"/>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DFD1F6AA-31FC-4FE5-A848-9C3C6ADAC3E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8E246F-6F04-404B-B7AA-0A7994C7B585}"/>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1DD34AD2-B153-4260-8022-C24C98D64CA1}"/>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42B29961-3EAC-4B81-A603-C6C56F9C89EA}"/>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0A70CA2E-CE04-4BEB-934A-E64DB61BA6AE}"/>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F60C59-E5D4-4EB3-B1F2-42EB65075861}"/>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73D1C63-DA9D-430C-9B0F-050CAE808ACA}"/>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393337F4-B5D9-4F90-A2C5-9702425CED9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5505ABFE-0EEC-4518-A081-A337461B945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63143FBC-632A-476B-A5ED-6D11572CE0A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9F48851-617E-482C-81E1-3C02134591E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b275e3a7574916"/>
              </a:rPr>
              <a:t>Pipeline lifecycle</a:t>
            </a:r>
          </a:p>
        </p:txBody>
      </p:sp>
      <p:sp>
        <p:nvSpPr>
          <p:cNvPr id="21" name="text-13">
            <a:extLst xmlns:a="http://schemas.openxmlformats.org/drawingml/2006/main">
              <a:ext uri="{FF2B5EF4-FFF2-40B4-BE49-F238E27FC236}">
                <a16:creationId xmlns:a16="http://schemas.microsoft.com/office/drawing/2014/main" id="{0B1B12AB-FA89-44C7-81BE-9F0B818DB1B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fb7c1e752564dbe"/>
              </a:rPr>
              <a:t>Lifecycle integration</a:t>
            </a:r>
          </a:p>
        </p:txBody>
      </p:sp>
      <p:sp>
        <p:nvSpPr>
          <p:cNvPr id="22" name="text-14">
            <a:extLst xmlns:a="http://schemas.openxmlformats.org/drawingml/2006/main">
              <a:ext uri="{FF2B5EF4-FFF2-40B4-BE49-F238E27FC236}">
                <a16:creationId xmlns:a16="http://schemas.microsoft.com/office/drawing/2014/main" id="{FE715B62-5367-4FA2-83B4-1E1806CF5C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f403ac985284da4"/>
              </a:rPr>
              <a:t>One-shot test</a:t>
            </a:r>
          </a:p>
        </p:txBody>
      </p:sp>
      <p:sp>
        <p:nvSpPr>
          <p:cNvPr id="23" name="text-15">
            <a:extLst xmlns:a="http://schemas.openxmlformats.org/drawingml/2006/main">
              <a:ext uri="{FF2B5EF4-FFF2-40B4-BE49-F238E27FC236}">
                <a16:creationId xmlns:a16="http://schemas.microsoft.com/office/drawing/2014/main" id="{ED48EA5D-AA41-4C49-BEA7-AB4DEA66A60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2582413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63524F6-F4E0-44D8-940B-F00ADF4DD4C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C8C23AD8-4F70-4ECF-BB8D-0B912137810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D981B861-B787-42DF-A3F4-DE567E75880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D631DC72-A948-4384-AD89-15FE1BD4B37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5D429F98-1684-4927-B8D2-BB79D7F8A74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318C12C-FC5C-4D4B-A917-498500AB5B7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2DBD36D1-7D37-4481-9F94-EA66BD17DFD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AC8745B5-680B-4765-BA8E-45A5F850489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1A6E8FA-2E4F-49C2-B86C-F5211F7CCB8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F0E01788-7277-4747-82A1-8DBF91FA255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5C5D9B6E-31D7-4610-9E8E-CA131F2A12E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9DE452B-E6BB-425C-81E7-C83A7920CAD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DE553F4C-1633-42A9-8450-067712A9B53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256F61C6-48AA-4116-BC3F-4C1C3CF3052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22F59A4-5EE8-4999-97C2-DE8EAFEB0E5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cf8b8a53f9f4166"/>
              </a:rPr>
              <a:t>Pipeline error path</a:t>
            </a:r>
          </a:p>
        </p:txBody>
      </p:sp>
      <p:sp>
        <p:nvSpPr>
          <p:cNvPr id="16" name="text-12">
            <a:extLst xmlns:a="http://schemas.openxmlformats.org/drawingml/2006/main">
              <a:ext uri="{FF2B5EF4-FFF2-40B4-BE49-F238E27FC236}">
                <a16:creationId xmlns:a16="http://schemas.microsoft.com/office/drawing/2014/main" id="{7B5CE631-B7AD-4BB3-B5CC-9A8AF4A0835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bfe2bff8ca4922"/>
              </a:rPr>
              <a:t>Failure tests</a:t>
            </a:r>
          </a:p>
        </p:txBody>
      </p:sp>
      <p:sp>
        <p:nvSpPr>
          <p:cNvPr id="17" name="text-13">
            <a:extLst xmlns:a="http://schemas.openxmlformats.org/drawingml/2006/main">
              <a:ext uri="{FF2B5EF4-FFF2-40B4-BE49-F238E27FC236}">
                <a16:creationId xmlns:a16="http://schemas.microsoft.com/office/drawing/2014/main" id="{F7A92254-1213-4BB1-A658-24F3535D428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026ba6598c4a38"/>
              </a:rPr>
              <a:t>Harness model</a:t>
            </a:r>
          </a:p>
        </p:txBody>
      </p:sp>
      <p:sp>
        <p:nvSpPr>
          <p:cNvPr id="18" name="text-14">
            <a:extLst xmlns:a="http://schemas.openxmlformats.org/drawingml/2006/main">
              <a:ext uri="{FF2B5EF4-FFF2-40B4-BE49-F238E27FC236}">
                <a16:creationId xmlns:a16="http://schemas.microsoft.com/office/drawing/2014/main" id="{B1DADB1E-68D5-4B23-83BE-776BEABDCF5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2144096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2026-09-21T02:08:22.4670000Z</dcterms:created>
  <dcterms:modified xsi:type="dcterms:W3CDTF">2026-09-21T02:08:22.4670000Z</dcterms:modified>
</coreProperties>
</file>