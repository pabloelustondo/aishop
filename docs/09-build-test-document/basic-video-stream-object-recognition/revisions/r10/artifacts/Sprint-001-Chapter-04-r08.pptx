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a0d54df8e649b3" /><Relationship Type="http://schemas.openxmlformats.org/officeDocument/2006/relationships/extended-properties" Target="/docProps/app.xml" Id="Rd44f4b55cd934c1c" /><Relationship Type="http://schemas.openxmlformats.org/officeDocument/2006/relationships/officeDocument" Target="/ppt/presentation.xml" Id="R809040d2bd21429f" /></Relationships>
</file>

<file path=ppt/presentation.xml><?xml version="1.0" encoding="utf-8"?>
<p:presentation xmlns:p="http://schemas.openxmlformats.org/presentationml/2006/main">
  <p:sldMasterIdLst>
    <p:sldMasterId xmlns:r="http://schemas.openxmlformats.org/officeDocument/2006/relationships" id="2147483648" r:id="Re94512c805a44b56"/>
  </p:sldMasterIdLst>
  <p:notesMasterIdLst>
    <p:notesMasterId xmlns:r="http://schemas.openxmlformats.org/officeDocument/2006/relationships" r:id="Ra95569c104d3456b"/>
  </p:notesMasterIdLst>
  <p:sldIdLst>
    <p:sldId xmlns:r="http://schemas.openxmlformats.org/officeDocument/2006/relationships" id="256" r:id="R15ce5019fe6f46f7"/>
    <p:sldId xmlns:r="http://schemas.openxmlformats.org/officeDocument/2006/relationships" id="257" r:id="R1b03eac8717b4f7b"/>
    <p:sldId xmlns:r="http://schemas.openxmlformats.org/officeDocument/2006/relationships" id="258" r:id="Raa6e7e8bc20c4d03"/>
    <p:sldId xmlns:r="http://schemas.openxmlformats.org/officeDocument/2006/relationships" id="259" r:id="R5b0a702cb8774233"/>
    <p:sldId xmlns:r="http://schemas.openxmlformats.org/officeDocument/2006/relationships" id="260" r:id="Rd8475439ee864ed1"/>
    <p:sldId xmlns:r="http://schemas.openxmlformats.org/officeDocument/2006/relationships" id="261" r:id="Ra8ec08ff2de6494d"/>
    <p:sldId xmlns:r="http://schemas.openxmlformats.org/officeDocument/2006/relationships" id="262" r:id="Ra7afb2b625b04f25"/>
    <p:sldId xmlns:r="http://schemas.openxmlformats.org/officeDocument/2006/relationships" id="263" r:id="R37a8830ba719484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954f12fc384cea" /><Relationship Type="http://schemas.openxmlformats.org/officeDocument/2006/relationships/slideMaster" Target="/ppt/slideMasters/slideMaster1.xml" Id="Re94512c805a44b56" /><Relationship Type="http://schemas.openxmlformats.org/officeDocument/2006/relationships/notesMaster" Target="/ppt/notesMasters/notesMaster1.xml" Id="Ra95569c104d3456b" /><Relationship Type="http://schemas.openxmlformats.org/officeDocument/2006/relationships/presProps" Target="/ppt/presProps.xml" Id="R4c525b7db12349e6" /><Relationship Type="http://schemas.openxmlformats.org/officeDocument/2006/relationships/tableStyles" Target="/ppt/tableStyles.xml" Id="R76b6f9a137ef4e6c" /><Relationship Type="http://schemas.openxmlformats.org/officeDocument/2006/relationships/slide" Target="/ppt/slides/slide1.xml" Id="R15ce5019fe6f46f7" /><Relationship Type="http://schemas.openxmlformats.org/officeDocument/2006/relationships/slide" Target="/ppt/slides/slide2.xml" Id="R1b03eac8717b4f7b" /><Relationship Type="http://schemas.openxmlformats.org/officeDocument/2006/relationships/slide" Target="/ppt/slides/slide3.xml" Id="Raa6e7e8bc20c4d03" /><Relationship Type="http://schemas.openxmlformats.org/officeDocument/2006/relationships/slide" Target="/ppt/slides/slide4.xml" Id="R5b0a702cb8774233" /><Relationship Type="http://schemas.openxmlformats.org/officeDocument/2006/relationships/slide" Target="/ppt/slides/slide5.xml" Id="Rd8475439ee864ed1" /><Relationship Type="http://schemas.openxmlformats.org/officeDocument/2006/relationships/slide" Target="/ppt/slides/slide6.xml" Id="Ra8ec08ff2de6494d" /><Relationship Type="http://schemas.openxmlformats.org/officeDocument/2006/relationships/slide" Target="/ppt/slides/slide7.xml" Id="Ra7afb2b625b04f25" /><Relationship Type="http://schemas.openxmlformats.org/officeDocument/2006/relationships/slide" Target="/ppt/slides/slide8.xml" Id="R37a8830ba71948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804cce34bd4b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2960cfed8440fc" /><Relationship Type="http://schemas.openxmlformats.org/officeDocument/2006/relationships/notesMaster" Target="/ppt/notesMasters/notesMaster1.xml" Id="R50228f42e0d940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b4310e1b254d0f" /><Relationship Type="http://schemas.openxmlformats.org/officeDocument/2006/relationships/notesMaster" Target="/ppt/notesMasters/notesMaster1.xml" Id="R72b3e5ef3c434b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f3373c5edc428d" /><Relationship Type="http://schemas.openxmlformats.org/officeDocument/2006/relationships/notesMaster" Target="/ppt/notesMasters/notesMaster1.xml" Id="Rb44110a467fa4a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95d78c7c7a442f" /><Relationship Type="http://schemas.openxmlformats.org/officeDocument/2006/relationships/notesMaster" Target="/ppt/notesMasters/notesMaster1.xml" Id="Ra37b72eaafa044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0f5e5d49864276" /><Relationship Type="http://schemas.openxmlformats.org/officeDocument/2006/relationships/notesMaster" Target="/ppt/notesMasters/notesMaster1.xml" Id="Ra7a95d89bb2247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8b525d33d14881" /><Relationship Type="http://schemas.openxmlformats.org/officeDocument/2006/relationships/notesMaster" Target="/ppt/notesMasters/notesMaster1.xml" Id="R44a6b7b5b7bd49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624af42c1c4692" /><Relationship Type="http://schemas.openxmlformats.org/officeDocument/2006/relationships/notesMaster" Target="/ppt/notesMasters/notesMaster1.xml" Id="Rc9069e70544c4d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55eee9a40a4103" /><Relationship Type="http://schemas.openxmlformats.org/officeDocument/2006/relationships/notesMaster" Target="/ppt/notesMasters/notesMaster1.xml" Id="Rc9921e24bef843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phone session remains manual and unperformed. Connect the iPhone, choose the diagnostic scheme in Xcode, and run on that device. The normal app icon does not provide these launch arguments.</a:t>
            </a:r>
          </a:p>
          <a:p xmlns:a="http://schemas.openxmlformats.org/drawingml/2006/main">
            <a:r>
              <a:t/>
            </a:r>
          </a:p>
          <a:p xmlns:a="http://schemas.openxmlformats.org/drawingml/2006/main">
            <a:r>
              <a:t>Run banana present to completion. The HITL, Human in the Loop, must see a possible match before playback ends and inspect the final report. Repeat with no banana. Export both logs. Preserve reports and retained images from the app container.</a:t>
            </a:r>
          </a:p>
          <a:p xmlns:a="http://schemas.openxmlformats.org/drawingml/2006/main">
            <a:r>
              <a:t/>
            </a:r>
          </a:p>
          <a:p xmlns:a="http://schemas.openxmlformats.org/drawingml/2006/main">
            <a:r>
              <a:t>Run the Mac gate for matching baseline evidence, then use the companion runbook comparison command. Check for zero dropped frames before comparison.</a:t>
            </a:r>
          </a:p>
          <a:p xmlns:a="http://schemas.openxmlformats.org/drawingml/2006/main">
            <a:r>
              <a:t/>
            </a:r>
          </a:p>
          <a:p xmlns:a="http://schemas.openxmlformats.org/drawingml/2006/main">
            <a:r>
              <a:t>Record device model, operating system, build, date, and findings. The demonstration and the HITL's committed acceptance record complete a gate that Mac tests cannot replace.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9a7948c68c48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19f667c80148e2" /><Relationship Type="http://schemas.openxmlformats.org/officeDocument/2006/relationships/slideLayout" Target="/ppt/slideLayouts/slideLayout1.xml" Id="R9d136b3e8f8042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136b3e8f8042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15f85cf5b2495b"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b8bfe20d80d9417f"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caba0fb860a84af7"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5deb34b92fb84c75" /><Relationship Type="http://schemas.openxmlformats.org/officeDocument/2006/relationships/notesSlide" Target="/ppt/notesSlides/notesSlide1.xml" Id="R126dcf2f9df345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65f5f5da6d45f5"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cd0e9d9b6e4c41c4"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3f2e13a9fb174cf5"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bea12cde3cfe4a32" /><Relationship Type="http://schemas.openxmlformats.org/officeDocument/2006/relationships/notesSlide" Target="/ppt/notesSlides/notesSlide2.xml" Id="Rea0c5451ad8041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f982b90f94c4ccb"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b5ce088924274201" /><Relationship Type="http://schemas.openxmlformats.org/officeDocument/2006/relationships/hyperlink" Target="file:///Users/paboelustodo/Library/CloudStorage/GoogleDrive-pablo.elustondo@gmail.com/My%20Drive%202/1-GIT-PROJECTS/aishop/ios/AIShop/AIShopVision/Sources/AIShopVisionEvaluate/main.swift" TargetMode="External" Id="R9efa9cf81c77416e"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40b6d634ac684f11" /><Relationship Type="http://schemas.openxmlformats.org/officeDocument/2006/relationships/notesSlide" Target="/ppt/notesSlides/notesSlide3.xml" Id="R03712cf49b6448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6c3fb0303c4d47" /><Relationship Type="http://schemas.openxmlformats.org/officeDocument/2006/relationships/hyperlink" Target="file:///Users/paboelustodo/Library/CloudStorage/GoogleDrive-pablo.elustondo@gmail.com/My%20Drive%202/1-GIT-PROJECTS/aishop/ios/AIShop/AIShop/App/ApplicationBootstrap.swift" TargetMode="External" Id="R3df42649e0ab450f" /><Relationship Type="http://schemas.openxmlformats.org/officeDocument/2006/relationships/hyperlink" Target="file:///Users/paboelustodo/Library/CloudStorage/GoogleDrive-pablo.elustondo@gmail.com/My%20Drive%202/1-GIT-PROJECTS/aishop/ios/AIShop/AIShop/Diagnostics/VisionHarnessModel.swift" TargetMode="External" Id="R599d7d3457874176" /><Relationship Type="http://schemas.openxmlformats.org/officeDocument/2006/relationships/hyperlink" Target="file:///Users/paboelustodo/Library/CloudStorage/GoogleDrive-pablo.elustondo@gmail.com/My%20Drive%202/1-GIT-PROJECTS/aishop/e2e/ios/verify-app-bundle.rb" TargetMode="External" Id="R4799885bf53046d3" /><Relationship Type="http://schemas.openxmlformats.org/officeDocument/2006/relationships/notesSlide" Target="/ppt/notesSlides/notesSlide4.xml" Id="R4b9ec8dde6e442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061262ab124a13"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28f4f2e635fc4dc1" /><Relationship Type="http://schemas.openxmlformats.org/officeDocument/2006/relationships/hyperlink" Target="file:///Users/paboelustodo/Library/CloudStorage/GoogleDrive-pablo.elustondo@gmail.com/My%20Drive%202/1-GIT-PROJECTS/aishop/ios/AIShop/AIShop/Diagnostics/VisionDiagnosticHarness.swift" TargetMode="External" Id="R85c3015804884936"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9e88bb0d287142d4" /><Relationship Type="http://schemas.openxmlformats.org/officeDocument/2006/relationships/notesSlide" Target="/ppt/notesSlides/notesSlide5.xml" Id="R3f1c0a3a3e5046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7ec617b03d45f0" /><Relationship Type="http://schemas.openxmlformats.org/officeDocument/2006/relationships/hyperlink" Target="file:///Users/paboelustodo/Library/CloudStorage/GoogleDrive-pablo.elustondo@gmail.com/My%20Drive%202/1-GIT-PROJECTS/aishop/ios/AIShop/AIShop/Diagnostics/VisionHarnessModel.swift" TargetMode="External" Id="R33f21ffb322e495d"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f685aed4980645be"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2857453608764b8c" /><Relationship Type="http://schemas.openxmlformats.org/officeDocument/2006/relationships/notesSlide" Target="/ppt/notesSlides/notesSlide6.xml" Id="R0618059fa30f42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07ddd09cb14a13"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e230aba1f2d645a5"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85415f27e1b149b5" /><Relationship Type="http://schemas.openxmlformats.org/officeDocument/2006/relationships/hyperlink" Target="file:///Users/paboelustodo/Library/CloudStorage/GoogleDrive-pablo.elustondo@gmail.com/My%20Drive%202/1-GIT-PROJECTS/aishop/ios/AIShop/AIShopVision/Package.swift" TargetMode="External" Id="R3da7988257ff4b47" /><Relationship Type="http://schemas.openxmlformats.org/officeDocument/2006/relationships/notesSlide" Target="/ppt/notesSlides/notesSlide7.xml" Id="R50df46bc5b4c47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0499bfc53d44e1a" /><Relationship Type="http://schemas.openxmlformats.org/officeDocument/2006/relationships/hyperlink" Target="file:///Users/paboelustodo/Library/CloudStorage/GoogleDrive-pablo.elustondo@gmail.com/My%20Drive%202/1-GIT-PROJECTS/aishop/ios/AIShop/AIShopVision/Sources/AIShopVision/" TargetMode="External" Id="Rf4ad839094d445de" /><Relationship Type="http://schemas.openxmlformats.org/officeDocument/2006/relationships/hyperlink" Target="file:///Users/paboelustodo/Library/CloudStorage/GoogleDrive-pablo.elustondo@gmail.com/My%20Drive%202/1-GIT-PROJECTS/aishop/ios/AIShop/AIShopVision/Tests/AIShopVisionTests/" TargetMode="External" Id="R37ca9e5fad6344eb"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173a15cd83e9491b" /><Relationship Type="http://schemas.openxmlformats.org/officeDocument/2006/relationships/notesSlide" Target="/ppt/notesSlides/notesSlide8.xml" Id="Rd1d067cc2ee7436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DECC88E1-54B7-474C-BC0F-475CE939B7C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3F809DDB-23CE-48F1-B0EE-9130210A490A}"/>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3D4BDF33-7346-4E51-BFC9-5C71CCA9D0DD}"/>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E899D683-AFD2-40D2-A888-30BF1374C19A}"/>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7AA142C4-FD74-4D56-8B52-11AA2BECD6F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2A8A5B5-1E53-4436-B90D-4C39ADD0AAB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27DB3AD9-F9FC-40B3-B29E-FC3795C5E50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FFBC4F1A-850B-40D4-BDEB-34E666201B1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66481EAE-C677-481D-808A-83DFD85BC50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079D7D10-C44C-419D-867F-B59D70DED1D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A5D0EE14-3F54-436B-91C6-D81C2BCB3CC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79F9BFD-5FA4-4E5B-B12B-6B7E318962E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1047C512-EC9E-478B-81C6-8C66541B8C68}"/>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81413F4C-4669-4049-8951-2EE620276D2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0C152F91-F78E-4588-B3E7-904D7FBA551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8bfe20d80d9417f"/>
              </a:rPr>
              <a:t>Fixture evaluator</a:t>
            </a:r>
          </a:p>
        </p:txBody>
      </p:sp>
      <p:sp>
        <p:nvSpPr>
          <p:cNvPr id="16" name="text-12">
            <a:extLst xmlns:a="http://schemas.openxmlformats.org/drawingml/2006/main">
              <a:ext uri="{FF2B5EF4-FFF2-40B4-BE49-F238E27FC236}">
                <a16:creationId xmlns:a16="http://schemas.microsoft.com/office/drawing/2014/main" id="{B4AEF335-0B8A-49C4-BA3A-2D46DB107C5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aba0fb860a84af7"/>
              </a:rPr>
              <a:t>Annotation data</a:t>
            </a:r>
          </a:p>
        </p:txBody>
      </p:sp>
      <p:sp>
        <p:nvSpPr>
          <p:cNvPr id="17" name="text-13">
            <a:extLst xmlns:a="http://schemas.openxmlformats.org/drawingml/2006/main">
              <a:ext uri="{FF2B5EF4-FFF2-40B4-BE49-F238E27FC236}">
                <a16:creationId xmlns:a16="http://schemas.microsoft.com/office/drawing/2014/main" id="{EC7B9CAE-68D5-479C-B424-F9455D38561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deb34b92fb84c75"/>
              </a:rPr>
              <a:t>Evaluator tests</a:t>
            </a:r>
          </a:p>
        </p:txBody>
      </p:sp>
      <p:sp>
        <p:nvSpPr>
          <p:cNvPr id="18" name="text-14">
            <a:extLst xmlns:a="http://schemas.openxmlformats.org/drawingml/2006/main">
              <a:ext uri="{FF2B5EF4-FFF2-40B4-BE49-F238E27FC236}">
                <a16:creationId xmlns:a16="http://schemas.microsoft.com/office/drawing/2014/main" id="{14AB0903-1132-4656-9A2E-7143A36C8B0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12556349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EE9054E9-D854-47AF-9408-F39D7110A54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BFED939E-3B50-444B-AAE3-F79F92D914D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CA1342C6-0B4B-438F-9471-7933DCB576AD}"/>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A4D314EB-1DAA-42E2-BF4E-A807417C3BCA}"/>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235C8B9C-6FCC-4599-A6E1-27FD6AFF4D2C}"/>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1CE16FEC-6F35-4443-B546-C5068447D12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10B8BAB5-417F-4EBA-ACB3-CDD1E67AEA9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3910E5D2-4748-4832-8689-E100F28FB559}"/>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5DC24B03-079D-4515-8228-012B73ACF1A4}"/>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A8B692E8-C2B6-4D42-B27D-6E3DCADEA2BC}"/>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CF7DFFA4-7E40-4741-A13F-D31487592ED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6F24A88A-4DF8-413D-930D-31EDD0C40D88}"/>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FE0B213C-B82D-4D5B-8742-36848FAC9182}"/>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49B3681F-AB60-486E-9397-846456BE674E}"/>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66C8F9BE-F526-492B-9EF7-104AEF2DCA2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EDD481FA-1B3F-4A18-9837-CE93E76D8F5F}"/>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3746E400-E6FE-4473-ABD2-27B5629B1764}"/>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00EDF7FA-F81E-446E-B8AF-61DB8EBBBD4C}"/>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E075A119-1A07-44AC-989E-822039942B8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70297BCC-995A-4EAF-8DBF-1681EF03821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d0e9d9b6e4c41c4"/>
              </a:rPr>
              <a:t>Positive evaluation</a:t>
            </a:r>
          </a:p>
        </p:txBody>
      </p:sp>
      <p:sp>
        <p:nvSpPr>
          <p:cNvPr id="21" name="text-17">
            <a:extLst xmlns:a="http://schemas.openxmlformats.org/drawingml/2006/main">
              <a:ext uri="{FF2B5EF4-FFF2-40B4-BE49-F238E27FC236}">
                <a16:creationId xmlns:a16="http://schemas.microsoft.com/office/drawing/2014/main" id="{9DA82C2A-18E0-480B-82AF-680A346F006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f2e13a9fb174cf5"/>
              </a:rPr>
              <a:t>Negative evaluation</a:t>
            </a:r>
          </a:p>
        </p:txBody>
      </p:sp>
      <p:sp>
        <p:nvSpPr>
          <p:cNvPr id="22" name="text-18">
            <a:extLst xmlns:a="http://schemas.openxmlformats.org/drawingml/2006/main">
              <a:ext uri="{FF2B5EF4-FFF2-40B4-BE49-F238E27FC236}">
                <a16:creationId xmlns:a16="http://schemas.microsoft.com/office/drawing/2014/main" id="{40B3EC24-8305-4F72-BC4B-20091D241AC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ea12cde3cfe4a32"/>
              </a:rPr>
              <a:t>Positive report</a:t>
            </a:r>
          </a:p>
        </p:txBody>
      </p:sp>
      <p:sp>
        <p:nvSpPr>
          <p:cNvPr id="23" name="text-19">
            <a:extLst xmlns:a="http://schemas.openxmlformats.org/drawingml/2006/main">
              <a:ext uri="{FF2B5EF4-FFF2-40B4-BE49-F238E27FC236}">
                <a16:creationId xmlns:a16="http://schemas.microsoft.com/office/drawing/2014/main" id="{4A9871B3-C0BB-49DB-A6E4-3826907EBAC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11078445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D58817C0-516C-4DEB-B02E-BF9409C8326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5B57D3F4-2C41-4D19-B801-2C1EE2C2942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A748D38D-D3C6-48D0-A248-804895F1117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111E33F6-B5AE-4964-9F47-ACCC003006E4}"/>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72E9BBC5-DB6D-4F09-934F-C514F5DC3F9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9173E21-F156-46F4-A722-C0E1B27D750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7DFD8926-A970-4B5A-9E88-FE2AAD399D79}"/>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C00C92F8-9DEE-439A-9B65-0B9F205CC675}"/>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781AC750-7E35-44A5-A5D8-7F970D39434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984C5352-D844-4650-9548-3C35248B75B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65ECAF33-9CD5-48C3-8D6B-0082AEE0F43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5AE7AFB5-D142-4D36-9316-0D0FD7892AF2}"/>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E0D4BA63-6DF9-4230-A0CC-4F4AAA2D455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842D3DE6-DA5C-4EBC-AEA0-A74E7790FD3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F2356C18-8955-45E7-92E8-F84819D7E86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5ce088924274201"/>
              </a:rPr>
              <a:t>Comparator</a:t>
            </a:r>
          </a:p>
        </p:txBody>
      </p:sp>
      <p:sp>
        <p:nvSpPr>
          <p:cNvPr id="16" name="text-12">
            <a:extLst xmlns:a="http://schemas.openxmlformats.org/drawingml/2006/main">
              <a:ext uri="{FF2B5EF4-FFF2-40B4-BE49-F238E27FC236}">
                <a16:creationId xmlns:a16="http://schemas.microsoft.com/office/drawing/2014/main" id="{FA276886-76FE-45D2-86CC-E9964E2C9EC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efa9cf81c77416e"/>
              </a:rPr>
              <a:t>Evaluation CLI</a:t>
            </a:r>
          </a:p>
        </p:txBody>
      </p:sp>
      <p:sp>
        <p:nvSpPr>
          <p:cNvPr id="17" name="text-13">
            <a:extLst xmlns:a="http://schemas.openxmlformats.org/drawingml/2006/main">
              <a:ext uri="{FF2B5EF4-FFF2-40B4-BE49-F238E27FC236}">
                <a16:creationId xmlns:a16="http://schemas.microsoft.com/office/drawing/2014/main" id="{4B196821-74C3-4E3C-AAE8-BE03643853E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0b6d634ac684f11"/>
              </a:rPr>
              <a:t>Comparator tests</a:t>
            </a:r>
          </a:p>
        </p:txBody>
      </p:sp>
      <p:sp>
        <p:nvSpPr>
          <p:cNvPr id="18" name="text-14">
            <a:extLst xmlns:a="http://schemas.openxmlformats.org/drawingml/2006/main">
              <a:ext uri="{FF2B5EF4-FFF2-40B4-BE49-F238E27FC236}">
                <a16:creationId xmlns:a16="http://schemas.microsoft.com/office/drawing/2014/main" id="{F3AA181E-4317-45EE-8F41-577B550A6D7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6379903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7C380054-41F4-4FFC-A0B9-94897CB451C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85D50A7D-DDC9-4E28-A4AA-3D75892CE6D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56221EA4-7185-4E00-BE7A-AEF1C2A5396F}"/>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9F36C9ED-4307-4C61-BAE3-22EBBC654C35}"/>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ADC36EB4-A73F-4BCA-A9F0-24AC3A1F4D79}"/>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29D95747-E1AA-43A8-8233-4743EC063F9E}"/>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4CA4A5F-7D8F-4F08-9FE3-C6BC7EEE69C6}"/>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965F942A-85CE-48E3-A975-E71549299208}"/>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CA2D1BCB-3B67-40DC-BE7E-F91069B005E9}"/>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0A72DB3D-B66A-4B06-AE0E-95E24DA972D3}"/>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8AEFF9F-7B34-4453-81DF-6EDD701A6B67}"/>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1288C5D6-3E16-4307-9760-A6091AB1AA17}"/>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12E388A5-C9BD-4DC9-A869-F3286DB3AC15}"/>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DC7CD211-74EC-4AE8-BFE9-55E60534725F}"/>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26CBE9F-314D-48E4-8CCB-8447BE5B511D}"/>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A8C93167-F16F-474D-9A80-7C1DB9EBE9E7}"/>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7094062A-C66F-4824-BD38-AC88DA6515AC}"/>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2CF37FE4-55F3-4FC4-B1D6-F79868D8C7FA}"/>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CD11916C-8441-403D-B7AD-F035AAECB15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D1F38975-AF72-4E67-A0A4-D4BE15920A9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df42649e0ab450f"/>
              </a:rPr>
              <a:t>Bootstrap</a:t>
            </a:r>
          </a:p>
        </p:txBody>
      </p:sp>
      <p:sp>
        <p:nvSpPr>
          <p:cNvPr id="21" name="text-13">
            <a:extLst xmlns:a="http://schemas.openxmlformats.org/drawingml/2006/main">
              <a:ext uri="{FF2B5EF4-FFF2-40B4-BE49-F238E27FC236}">
                <a16:creationId xmlns:a16="http://schemas.microsoft.com/office/drawing/2014/main" id="{4A7086F5-812B-4913-B209-0F25FAA20D5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99d7d3457874176"/>
              </a:rPr>
              <a:t>Harness model</a:t>
            </a:r>
          </a:p>
        </p:txBody>
      </p:sp>
      <p:sp>
        <p:nvSpPr>
          <p:cNvPr id="22" name="text-14">
            <a:extLst xmlns:a="http://schemas.openxmlformats.org/drawingml/2006/main">
              <a:ext uri="{FF2B5EF4-FFF2-40B4-BE49-F238E27FC236}">
                <a16:creationId xmlns:a16="http://schemas.microsoft.com/office/drawing/2014/main" id="{35537CD2-C11C-4438-B245-B406AFE45EA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799885bf53046d3"/>
              </a:rPr>
              <a:t>Bundle checks</a:t>
            </a:r>
          </a:p>
        </p:txBody>
      </p:sp>
      <p:sp>
        <p:nvSpPr>
          <p:cNvPr id="23" name="text-15">
            <a:extLst xmlns:a="http://schemas.openxmlformats.org/drawingml/2006/main">
              <a:ext uri="{FF2B5EF4-FFF2-40B4-BE49-F238E27FC236}">
                <a16:creationId xmlns:a16="http://schemas.microsoft.com/office/drawing/2014/main" id="{304A2040-E462-4A89-BFE1-C2082346A04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972410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4209810F-912E-4D85-B6E0-FF344B6DD61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65E61225-1199-4CA7-BE82-F77EC64063A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2D454825-1ED0-4CB0-B59C-A10194185B4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110C2AAE-0FF1-4DE7-94CD-A62347C6A3DE}"/>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592B8C87-FDCD-43DA-91DD-8F11702A61F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86F815C-2DFC-4D72-A204-4230FBBF2B90}"/>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44DD1118-6A75-4DFB-886A-751303630DB1}"/>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8EA37E38-C923-433A-ABB8-8412AF803F7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D2EF33A-13DC-4538-894B-8E49D1E05D2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95142648-B776-423B-9E05-8D642137F0B9}"/>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76C939E6-EC65-455C-921C-BDB647DAB69A}"/>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BD40876-94F2-4BAF-AC22-CDD6AECEACCD}"/>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0D1DBC8B-8FB3-48A2-BEBD-646660041BF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150DD9D8-9C7B-48A7-9F6E-498E5E1B0B83}"/>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HITL must observe the actual device run.</a:t>
            </a:r>
          </a:p>
        </p:txBody>
      </p:sp>
      <p:sp>
        <p:nvSpPr>
          <p:cNvPr id="15" name="text-11">
            <a:extLst xmlns:a="http://schemas.openxmlformats.org/drawingml/2006/main">
              <a:ext uri="{FF2B5EF4-FFF2-40B4-BE49-F238E27FC236}">
                <a16:creationId xmlns:a16="http://schemas.microsoft.com/office/drawing/2014/main" id="{26F6EEF9-DE4C-4A58-8E5C-65A2BDA8E19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07AB3631-7036-4B55-9BEF-4163E6F805E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8f4f2e635fc4dc1"/>
              </a:rPr>
              <a:t>Diagnostic scheme</a:t>
            </a:r>
          </a:p>
        </p:txBody>
      </p:sp>
      <p:sp>
        <p:nvSpPr>
          <p:cNvPr id="17" name="text-13">
            <a:extLst xmlns:a="http://schemas.openxmlformats.org/drawingml/2006/main">
              <a:ext uri="{FF2B5EF4-FFF2-40B4-BE49-F238E27FC236}">
                <a16:creationId xmlns:a16="http://schemas.microsoft.com/office/drawing/2014/main" id="{67E0A2B5-2C49-442B-A3F8-FE530086882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5c3015804884936"/>
              </a:rPr>
              <a:t>Harness export</a:t>
            </a:r>
          </a:p>
        </p:txBody>
      </p:sp>
      <p:sp>
        <p:nvSpPr>
          <p:cNvPr id="18" name="text-14">
            <a:extLst xmlns:a="http://schemas.openxmlformats.org/drawingml/2006/main">
              <a:ext uri="{FF2B5EF4-FFF2-40B4-BE49-F238E27FC236}">
                <a16:creationId xmlns:a16="http://schemas.microsoft.com/office/drawing/2014/main" id="{FB7A90BB-A9C6-4042-99C1-FC843636619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e88bb0d287142d4"/>
              </a:rPr>
              <a:t>Phone verification</a:t>
            </a:r>
          </a:p>
        </p:txBody>
      </p:sp>
      <p:sp>
        <p:nvSpPr>
          <p:cNvPr id="19" name="text-15">
            <a:extLst xmlns:a="http://schemas.openxmlformats.org/drawingml/2006/main">
              <a:ext uri="{FF2B5EF4-FFF2-40B4-BE49-F238E27FC236}">
                <a16:creationId xmlns:a16="http://schemas.microsoft.com/office/drawing/2014/main" id="{47088C52-60D3-4186-8F7E-95DDAB922C7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8311067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C3780E65-7BF4-47DA-BAF8-083D3DBA587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09DB2802-6E2A-46E7-95DF-7D633301443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EBDD934A-AD7F-41A5-A004-7AE7764AF7DE}"/>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DB6405BC-D77C-4472-8C01-7153B0FF0E47}"/>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4376AE0B-6365-4582-ABC1-89C14F767AA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923E9CC-37D1-4211-966F-C266103AFD7F}"/>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D05DAE58-444D-467A-B0F8-F17DDB4970A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C2B895BC-B64E-4043-B097-36E05FABC228}"/>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65FEE84-180B-4ADF-A47F-9BC017862D4E}"/>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72BFECA7-0F21-49A3-935B-D769853FD80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96A4A242-A06F-49F0-A02B-2D5B8C19D5B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FCFB4BE-0610-4434-81C1-F005495456A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58ECCD13-EDCC-4517-8ADD-E79409777C0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2429B3DD-B628-4707-8EB8-67022AA9A7C4}"/>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07754745-CFCF-4CDB-9AD2-05ED99D5C3F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39322C4B-8286-401C-87C3-3B2A5474A28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3f21ffb322e495d"/>
              </a:rPr>
              <a:t>Harness replay</a:t>
            </a:r>
          </a:p>
        </p:txBody>
      </p:sp>
      <p:sp>
        <p:nvSpPr>
          <p:cNvPr id="17" name="text-13">
            <a:extLst xmlns:a="http://schemas.openxmlformats.org/drawingml/2006/main">
              <a:ext uri="{FF2B5EF4-FFF2-40B4-BE49-F238E27FC236}">
                <a16:creationId xmlns:a16="http://schemas.microsoft.com/office/drawing/2014/main" id="{EE37B08C-360F-4E1B-9908-56003691718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685aed4980645be"/>
              </a:rPr>
              <a:t>Comparator preconditions</a:t>
            </a:r>
          </a:p>
        </p:txBody>
      </p:sp>
      <p:sp>
        <p:nvSpPr>
          <p:cNvPr id="18" name="text-14">
            <a:extLst xmlns:a="http://schemas.openxmlformats.org/drawingml/2006/main">
              <a:ext uri="{FF2B5EF4-FFF2-40B4-BE49-F238E27FC236}">
                <a16:creationId xmlns:a16="http://schemas.microsoft.com/office/drawing/2014/main" id="{622BC69C-9192-46C4-9325-8322BCA703A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857453608764b8c"/>
              </a:rPr>
              <a:t>Report resources</a:t>
            </a:r>
          </a:p>
        </p:txBody>
      </p:sp>
      <p:sp>
        <p:nvSpPr>
          <p:cNvPr id="19" name="text-15">
            <a:extLst xmlns:a="http://schemas.openxmlformats.org/drawingml/2006/main">
              <a:ext uri="{FF2B5EF4-FFF2-40B4-BE49-F238E27FC236}">
                <a16:creationId xmlns:a16="http://schemas.microsoft.com/office/drawing/2014/main" id="{3F2C3097-D1CE-4285-A21F-7026F44B4AF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16364366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675FA36-5C22-4D0A-8F67-2D4F084B66B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D69FBB60-C56C-4F17-AB60-9A0F5051ED1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7132E811-258A-4696-99D8-4D4709044FE2}"/>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4209695E-2DF7-49CD-A1D4-3BBCE81F128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0C326BD0-0D54-49AF-AAC5-43133B7A25C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AEA3F4E-DB73-4017-B944-EBC117B7628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BE7AC8FA-2CF5-4CEE-9D53-D2DE89776B74}"/>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13B84456-14D8-4BC0-A6F3-86E6DFBB27A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814EFE3-F8B2-4907-A271-5BA9DC69E2EE}"/>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AD2FD132-904D-45BE-8DD8-F3CBD9687DC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576D4E16-9DF3-4F64-AB4C-0E08F538445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F9519A95-9A33-44A4-B920-0BA3D34F69B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6A3BF82C-5D62-4069-9670-E27DFA727ADD}"/>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65905BB6-859D-4B82-BD27-2A8EB239C66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5ABA3036-D00A-4812-83B8-0BE63E14D61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230aba1f2d645a5"/>
              </a:rPr>
              <a:t>Production pipeline</a:t>
            </a:r>
          </a:p>
        </p:txBody>
      </p:sp>
      <p:sp>
        <p:nvSpPr>
          <p:cNvPr id="16" name="text-12">
            <a:extLst xmlns:a="http://schemas.openxmlformats.org/drawingml/2006/main">
              <a:ext uri="{FF2B5EF4-FFF2-40B4-BE49-F238E27FC236}">
                <a16:creationId xmlns:a16="http://schemas.microsoft.com/office/drawing/2014/main" id="{1C867D07-57EB-48B9-B132-18627E7529A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5415f27e1b149b5"/>
              </a:rPr>
              <a:t>Integration suite</a:t>
            </a:r>
          </a:p>
        </p:txBody>
      </p:sp>
      <p:sp>
        <p:nvSpPr>
          <p:cNvPr id="17" name="text-13">
            <a:extLst xmlns:a="http://schemas.openxmlformats.org/drawingml/2006/main">
              <a:ext uri="{FF2B5EF4-FFF2-40B4-BE49-F238E27FC236}">
                <a16:creationId xmlns:a16="http://schemas.microsoft.com/office/drawing/2014/main" id="{E98AE078-5FB0-41E4-B6FF-30211569EB3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da7988257ff4b47"/>
              </a:rPr>
              <a:t>Package boundaries</a:t>
            </a:r>
          </a:p>
        </p:txBody>
      </p:sp>
      <p:sp>
        <p:nvSpPr>
          <p:cNvPr id="18" name="text-14">
            <a:extLst xmlns:a="http://schemas.openxmlformats.org/drawingml/2006/main">
              <a:ext uri="{FF2B5EF4-FFF2-40B4-BE49-F238E27FC236}">
                <a16:creationId xmlns:a16="http://schemas.microsoft.com/office/drawing/2014/main" id="{88E027BB-1F27-4F8B-B077-FE083202A92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10227851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8F63974-A69F-4E40-9AB0-606E7658603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E90F29A4-B703-4AFF-8C64-032E1FDE98E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4E61E693-8FCA-4294-B88D-2A84CCD1803E}"/>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86F70B55-1991-48C4-88DF-6E5E08932719}"/>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8A9F99A5-6F81-466B-AEB8-09BFE773E95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47A8F2D-A23A-45A0-A2B8-B77DA897A61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E46E8F44-8E61-45FA-8FC0-DA2B1444377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49F4406C-3EFC-4C81-9A43-E0D32EF803C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457EAD2-317B-4A09-8688-04D2E52153FB}"/>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DC6A1E8E-B4AF-40BE-BAB9-4E016DF51FB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65B68148-3D8C-4A39-BA6E-1C721B70C81E}"/>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AF48A826-7983-485B-9CD4-947564D63CB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790888E9-5C05-493B-89DC-D4CA1C55288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EC3BD9BA-86DF-4C6F-8262-60F1AD70658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C5EA666E-6518-4910-B473-AFF283122B0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4ad839094d445de"/>
              </a:rPr>
              <a:t>Source package</a:t>
            </a:r>
          </a:p>
        </p:txBody>
      </p:sp>
      <p:sp>
        <p:nvSpPr>
          <p:cNvPr id="16" name="text-12">
            <a:extLst xmlns:a="http://schemas.openxmlformats.org/drawingml/2006/main">
              <a:ext uri="{FF2B5EF4-FFF2-40B4-BE49-F238E27FC236}">
                <a16:creationId xmlns:a16="http://schemas.microsoft.com/office/drawing/2014/main" id="{449680A6-29FC-4124-887C-FA251391C13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7ca9e5fad6344eb"/>
              </a:rPr>
              <a:t>Test package</a:t>
            </a:r>
          </a:p>
        </p:txBody>
      </p:sp>
      <p:sp>
        <p:nvSpPr>
          <p:cNvPr id="17" name="text-13">
            <a:extLst xmlns:a="http://schemas.openxmlformats.org/drawingml/2006/main">
              <a:ext uri="{FF2B5EF4-FFF2-40B4-BE49-F238E27FC236}">
                <a16:creationId xmlns:a16="http://schemas.microsoft.com/office/drawing/2014/main" id="{110790EE-EE3D-47C8-912F-9015CEF823A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73a15cd83e9491b"/>
              </a:rPr>
              <a:t>Acceptance record</a:t>
            </a:r>
          </a:p>
        </p:txBody>
      </p:sp>
      <p:sp>
        <p:nvSpPr>
          <p:cNvPr id="18" name="text-14">
            <a:extLst xmlns:a="http://schemas.openxmlformats.org/drawingml/2006/main">
              <a:ext uri="{FF2B5EF4-FFF2-40B4-BE49-F238E27FC236}">
                <a16:creationId xmlns:a16="http://schemas.microsoft.com/office/drawing/2014/main" id="{D8A9CBC9-3034-423F-8D6F-403B93F33D4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185968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2026-09-21T02:03:43.7170000Z</dcterms:created>
  <dcterms:modified xsi:type="dcterms:W3CDTF">2026-09-21T02:03:43.7170000Z</dcterms:modified>
</coreProperties>
</file>