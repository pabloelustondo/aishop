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fae7c39e39482f" /><Relationship Type="http://schemas.openxmlformats.org/officeDocument/2006/relationships/extended-properties" Target="/docProps/app.xml" Id="R9d91ee3b763f4979" /><Relationship Type="http://schemas.openxmlformats.org/officeDocument/2006/relationships/officeDocument" Target="/ppt/presentation.xml" Id="R3bfdaeca50924ab7" /></Relationships>
</file>

<file path=ppt/presentation.xml><?xml version="1.0" encoding="utf-8"?>
<p:presentation xmlns:p="http://schemas.openxmlformats.org/presentationml/2006/main">
  <p:sldMasterIdLst>
    <p:sldMasterId xmlns:r="http://schemas.openxmlformats.org/officeDocument/2006/relationships" id="2147483648" r:id="R1a218fc5e0f74a64"/>
  </p:sldMasterIdLst>
  <p:notesMasterIdLst>
    <p:notesMasterId xmlns:r="http://schemas.openxmlformats.org/officeDocument/2006/relationships" r:id="R2ae37af571f74c44"/>
  </p:notesMasterIdLst>
  <p:sldIdLst>
    <p:sldId xmlns:r="http://schemas.openxmlformats.org/officeDocument/2006/relationships" id="256" r:id="Rd4bb09c7cf574cc9"/>
    <p:sldId xmlns:r="http://schemas.openxmlformats.org/officeDocument/2006/relationships" id="257" r:id="Rfbb6945eaf8c4b06"/>
    <p:sldId xmlns:r="http://schemas.openxmlformats.org/officeDocument/2006/relationships" id="258" r:id="Rae7413372fd34039"/>
    <p:sldId xmlns:r="http://schemas.openxmlformats.org/officeDocument/2006/relationships" id="259" r:id="Rfe8cef3df6fe482e"/>
    <p:sldId xmlns:r="http://schemas.openxmlformats.org/officeDocument/2006/relationships" id="260" r:id="R67b60d06add9413a"/>
    <p:sldId xmlns:r="http://schemas.openxmlformats.org/officeDocument/2006/relationships" id="261" r:id="R5f168789820642b7"/>
    <p:sldId xmlns:r="http://schemas.openxmlformats.org/officeDocument/2006/relationships" id="262" r:id="R7080a1b6fdcd4bd4"/>
    <p:sldId xmlns:r="http://schemas.openxmlformats.org/officeDocument/2006/relationships" id="263" r:id="R21095a90b9cf460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94d3cacbd6449c" /><Relationship Type="http://schemas.openxmlformats.org/officeDocument/2006/relationships/slideMaster" Target="/ppt/slideMasters/slideMaster1.xml" Id="R1a218fc5e0f74a64" /><Relationship Type="http://schemas.openxmlformats.org/officeDocument/2006/relationships/notesMaster" Target="/ppt/notesMasters/notesMaster1.xml" Id="R2ae37af571f74c44" /><Relationship Type="http://schemas.openxmlformats.org/officeDocument/2006/relationships/presProps" Target="/ppt/presProps.xml" Id="Re03a64c881644102" /><Relationship Type="http://schemas.openxmlformats.org/officeDocument/2006/relationships/tableStyles" Target="/ppt/tableStyles.xml" Id="Rfaefa93b85f049e5" /><Relationship Type="http://schemas.openxmlformats.org/officeDocument/2006/relationships/slide" Target="/ppt/slides/slide1.xml" Id="Rd4bb09c7cf574cc9" /><Relationship Type="http://schemas.openxmlformats.org/officeDocument/2006/relationships/slide" Target="/ppt/slides/slide2.xml" Id="Rfbb6945eaf8c4b06" /><Relationship Type="http://schemas.openxmlformats.org/officeDocument/2006/relationships/slide" Target="/ppt/slides/slide3.xml" Id="Rae7413372fd34039" /><Relationship Type="http://schemas.openxmlformats.org/officeDocument/2006/relationships/slide" Target="/ppt/slides/slide4.xml" Id="Rfe8cef3df6fe482e" /><Relationship Type="http://schemas.openxmlformats.org/officeDocument/2006/relationships/slide" Target="/ppt/slides/slide5.xml" Id="R67b60d06add9413a" /><Relationship Type="http://schemas.openxmlformats.org/officeDocument/2006/relationships/slide" Target="/ppt/slides/slide6.xml" Id="R5f168789820642b7" /><Relationship Type="http://schemas.openxmlformats.org/officeDocument/2006/relationships/slide" Target="/ppt/slides/slide7.xml" Id="R7080a1b6fdcd4bd4" /><Relationship Type="http://schemas.openxmlformats.org/officeDocument/2006/relationships/slide" Target="/ppt/slides/slide8.xml" Id="R21095a90b9cf46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f4feeddf6844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f88c2277f34888" /><Relationship Type="http://schemas.openxmlformats.org/officeDocument/2006/relationships/notesMaster" Target="/ppt/notesMasters/notesMaster1.xml" Id="R95d6c30dcbf947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41751b5b464153" /><Relationship Type="http://schemas.openxmlformats.org/officeDocument/2006/relationships/notesMaster" Target="/ppt/notesMasters/notesMaster1.xml" Id="R4e70bf1e8dd944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fc7f8062c74b39" /><Relationship Type="http://schemas.openxmlformats.org/officeDocument/2006/relationships/notesMaster" Target="/ppt/notesMasters/notesMaster1.xml" Id="R9fa1d45e844740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ae6c72ae734f3f" /><Relationship Type="http://schemas.openxmlformats.org/officeDocument/2006/relationships/notesMaster" Target="/ppt/notesMasters/notesMaster1.xml" Id="R1ce1645d52014f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9a7cdd20604e22" /><Relationship Type="http://schemas.openxmlformats.org/officeDocument/2006/relationships/notesMaster" Target="/ppt/notesMasters/notesMaster1.xml" Id="R65ddb13410e441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57444af8f546f1" /><Relationship Type="http://schemas.openxmlformats.org/officeDocument/2006/relationships/notesMaster" Target="/ppt/notesMasters/notesMaster1.xml" Id="Rde17a41c65754b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28a22c56c44ec2" /><Relationship Type="http://schemas.openxmlformats.org/officeDocument/2006/relationships/notesMaster" Target="/ppt/notesMasters/notesMaster1.xml" Id="R008d5095f1f34c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352309f3df410d" /><Relationship Type="http://schemas.openxmlformats.org/officeDocument/2006/relationships/notesMaster" Target="/ppt/notesMasters/notesMaster1.xml" Id="R47f62d69d7b840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9287f45784d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a82fc441ef4acf" /><Relationship Type="http://schemas.openxmlformats.org/officeDocument/2006/relationships/slideLayout" Target="/ppt/slideLayouts/slideLayout1.xml" Id="Re6174895f3c449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174895f3c449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6604a937b847cc"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253198e4ebbf479b"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322ac4917e4b435f"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a97e343c165947ab" /><Relationship Type="http://schemas.openxmlformats.org/officeDocument/2006/relationships/notesSlide" Target="/ppt/notesSlides/notesSlide1.xml" Id="Rab33832060884d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3f66528f4a497a"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1e4bca9897694daf"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055793e84abc4b98"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7d05b24ee1784e56" /><Relationship Type="http://schemas.openxmlformats.org/officeDocument/2006/relationships/notesSlide" Target="/ppt/notesSlides/notesSlide2.xml" Id="R944dfa1af12545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4cbcb5d2524135"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3e0c4aba8798431d" /><Relationship Type="http://schemas.openxmlformats.org/officeDocument/2006/relationships/hyperlink" Target="file:///Users/paboelustodo/Library/CloudStorage/GoogleDrive-pablo.elustondo@gmail.com/My%20Drive%202/1-GIT-PROJECTS/aishop/ios/AIShop/AIShopVision/Sources/AIShopVisionEvaluate/main.swift" TargetMode="External" Id="R66dcb733972944a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90ba9532e9b435d" /><Relationship Type="http://schemas.openxmlformats.org/officeDocument/2006/relationships/notesSlide" Target="/ppt/notesSlides/notesSlide3.xml" Id="Rf88ca848ba7846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3bcf1feef849ed" /><Relationship Type="http://schemas.openxmlformats.org/officeDocument/2006/relationships/hyperlink" Target="file:///Users/paboelustodo/Library/CloudStorage/GoogleDrive-pablo.elustondo@gmail.com/My%20Drive%202/1-GIT-PROJECTS/aishop/ios/AIShop/AIShop/App/ApplicationBootstrap.swift" TargetMode="External" Id="R9f3fb12ed3ae478f" /><Relationship Type="http://schemas.openxmlformats.org/officeDocument/2006/relationships/hyperlink" Target="file:///Users/paboelustodo/Library/CloudStorage/GoogleDrive-pablo.elustondo@gmail.com/My%20Drive%202/1-GIT-PROJECTS/aishop/ios/AIShop/AIShop/Diagnostics/VisionHarnessModel.swift" TargetMode="External" Id="Re9e47a2b33694338" /><Relationship Type="http://schemas.openxmlformats.org/officeDocument/2006/relationships/hyperlink" Target="file:///Users/paboelustodo/Library/CloudStorage/GoogleDrive-pablo.elustondo@gmail.com/My%20Drive%202/1-GIT-PROJECTS/aishop/e2e/ios/verify-app-bundle.rb" TargetMode="External" Id="Rd8084f7ec72140d5" /><Relationship Type="http://schemas.openxmlformats.org/officeDocument/2006/relationships/notesSlide" Target="/ppt/notesSlides/notesSlide4.xml" Id="Rc6506f581f214d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8ce877b3d7496d"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6a14bf2530e64516" /><Relationship Type="http://schemas.openxmlformats.org/officeDocument/2006/relationships/hyperlink" Target="file:///Users/paboelustodo/Library/CloudStorage/GoogleDrive-pablo.elustondo@gmail.com/My%20Drive%202/1-GIT-PROJECTS/aishop/ios/AIShop/AIShop/Diagnostics/VisionDiagnosticHarness.swift" TargetMode="External" Id="R027fe7c5e7634c34"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e19d916c65ea4164" /><Relationship Type="http://schemas.openxmlformats.org/officeDocument/2006/relationships/notesSlide" Target="/ppt/notesSlides/notesSlide5.xml" Id="R9e60fabc294847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adbaf0a53a4fea" /><Relationship Type="http://schemas.openxmlformats.org/officeDocument/2006/relationships/hyperlink" Target="file:///Users/paboelustodo/Library/CloudStorage/GoogleDrive-pablo.elustondo@gmail.com/My%20Drive%202/1-GIT-PROJECTS/aishop/ios/AIShop/AIShop/Diagnostics/VisionHarnessModel.swift" TargetMode="External" Id="R1d1037137c834bf9"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61c2024403b34395"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ba660b63c5f14773" /><Relationship Type="http://schemas.openxmlformats.org/officeDocument/2006/relationships/notesSlide" Target="/ppt/notesSlides/notesSlide6.xml" Id="R0e13f0f9096f44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62d44ba01242b9"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f1072ad08f1f47dd"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f213b98c8cee40a2" /><Relationship Type="http://schemas.openxmlformats.org/officeDocument/2006/relationships/hyperlink" Target="file:///Users/paboelustodo/Library/CloudStorage/GoogleDrive-pablo.elustondo@gmail.com/My%20Drive%202/1-GIT-PROJECTS/aishop/ios/AIShop/AIShopVision/Package.swift" TargetMode="External" Id="R223809c58bb945b3" /><Relationship Type="http://schemas.openxmlformats.org/officeDocument/2006/relationships/notesSlide" Target="/ppt/notesSlides/notesSlide7.xml" Id="R693af36ece2947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95426b2b0a4f2b" /><Relationship Type="http://schemas.openxmlformats.org/officeDocument/2006/relationships/hyperlink" Target="file:///Users/paboelustodo/Library/CloudStorage/GoogleDrive-pablo.elustondo@gmail.com/My%20Drive%202/1-GIT-PROJECTS/aishop/ios/AIShop/AIShopVision/Sources/AIShopVision/" TargetMode="External" Id="R47943f43984e4edd" /><Relationship Type="http://schemas.openxmlformats.org/officeDocument/2006/relationships/hyperlink" Target="file:///Users/paboelustodo/Library/CloudStorage/GoogleDrive-pablo.elustondo@gmail.com/My%20Drive%202/1-GIT-PROJECTS/aishop/ios/AIShop/AIShopVision/Tests/AIShopVisionTests/" TargetMode="External" Id="Rbb92b58057e94be5"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8ec265fd23b04b12" /><Relationship Type="http://schemas.openxmlformats.org/officeDocument/2006/relationships/notesSlide" Target="/ppt/notesSlides/notesSlide8.xml" Id="R7b4709d9a2314aa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B3E6A72-2213-4041-B543-65D0227ED36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4DEF7E72-D36E-41D8-9610-8DB86267004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076BEE1E-343E-454E-9DF5-5DCC2EA461A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ACC5E350-D85A-41A8-BE26-A534AE0F42A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1193E905-FBA0-4492-9B93-B08400D1D38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472B7258-EC46-429B-872D-EE937B7AC93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0DFD16C5-DF94-413E-88D5-0FB91C785E2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AED5208C-9151-41D1-A026-13EA7921C12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A1F65E68-D899-47A8-8CC6-4459A053C36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1D6183C9-6970-4645-BD57-21892CCAE5D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DD07154C-F81B-4015-A59D-E05E941CC35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E043126-4377-4A77-BA85-75FD57D2969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D94CF07A-A57C-449C-BB13-BDFE52AD7A7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3BFD1C92-C49B-4EED-9BC6-3C605B96873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DFE364B-40EB-4312-A883-96C3D3420A1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53198e4ebbf479b"/>
              </a:rPr>
              <a:t>Fixture evaluator</a:t>
            </a:r>
          </a:p>
        </p:txBody>
      </p:sp>
      <p:sp>
        <p:nvSpPr>
          <p:cNvPr id="16" name="text-12">
            <a:extLst xmlns:a="http://schemas.openxmlformats.org/drawingml/2006/main">
              <a:ext uri="{FF2B5EF4-FFF2-40B4-BE49-F238E27FC236}">
                <a16:creationId xmlns:a16="http://schemas.microsoft.com/office/drawing/2014/main" id="{3839E081-3246-4B30-9773-77360AC5C76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22ac4917e4b435f"/>
              </a:rPr>
              <a:t>Annotation data</a:t>
            </a:r>
          </a:p>
        </p:txBody>
      </p:sp>
      <p:sp>
        <p:nvSpPr>
          <p:cNvPr id="17" name="text-13">
            <a:extLst xmlns:a="http://schemas.openxmlformats.org/drawingml/2006/main">
              <a:ext uri="{FF2B5EF4-FFF2-40B4-BE49-F238E27FC236}">
                <a16:creationId xmlns:a16="http://schemas.microsoft.com/office/drawing/2014/main" id="{C6701CFA-2626-4746-BE92-F0B718E62A7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97e343c165947ab"/>
              </a:rPr>
              <a:t>Evaluator tests</a:t>
            </a:r>
          </a:p>
        </p:txBody>
      </p:sp>
      <p:sp>
        <p:nvSpPr>
          <p:cNvPr id="18" name="text-14">
            <a:extLst xmlns:a="http://schemas.openxmlformats.org/drawingml/2006/main">
              <a:ext uri="{FF2B5EF4-FFF2-40B4-BE49-F238E27FC236}">
                <a16:creationId xmlns:a16="http://schemas.microsoft.com/office/drawing/2014/main" id="{6C70B960-6969-436D-BA55-B5552F72A22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11632783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11DDDB4A-47BA-4D98-A90C-7EE7BB8978B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756A5849-D478-4BFF-8F5B-BB949C2E54C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66CEE554-4562-4211-8308-62A609971AE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21A5688D-5443-44C6-A693-6FF925EF0A42}"/>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BBBA689A-C2BE-44F6-B6DC-F2FF8D23D316}"/>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37769416-8B36-4E2F-BE36-B8475CAA164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9C096401-4FBD-4F67-94E5-727EAD84B5A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ADB3BCE6-A847-493F-95C3-997E75DE2102}"/>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33F7A51B-5907-4DAB-8FCA-1512FD575234}"/>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9521687B-6B3D-4791-9D76-CCBDA416341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C5E4AF76-C04D-474C-8D06-75FCA0FFE53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C73DD828-03B4-4754-AF20-715F34C27A6F}"/>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863294E9-8BBE-45BD-8F69-510472C483B8}"/>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FD21BCE9-06F1-4726-97A8-F5D8A77D8A3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46CCEAE3-300F-436F-8C14-703DD024C5C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886E514C-CB0F-4EDC-AC27-D2857CB73399}"/>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4A48DEB2-E39D-4D02-A8E0-2EEF21799486}"/>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FE15D97E-BCF5-416D-BACF-D63B27CE553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565FF10F-C760-4B6A-83A5-755F5F84530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B26C3960-A47E-4D48-B341-7378C77640A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e4bca9897694daf"/>
              </a:rPr>
              <a:t>Positive evaluation</a:t>
            </a:r>
          </a:p>
        </p:txBody>
      </p:sp>
      <p:sp>
        <p:nvSpPr>
          <p:cNvPr id="21" name="text-17">
            <a:extLst xmlns:a="http://schemas.openxmlformats.org/drawingml/2006/main">
              <a:ext uri="{FF2B5EF4-FFF2-40B4-BE49-F238E27FC236}">
                <a16:creationId xmlns:a16="http://schemas.microsoft.com/office/drawing/2014/main" id="{E6658047-6F06-4A12-8B16-E0358A30F87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55793e84abc4b98"/>
              </a:rPr>
              <a:t>Negative evaluation</a:t>
            </a:r>
          </a:p>
        </p:txBody>
      </p:sp>
      <p:sp>
        <p:nvSpPr>
          <p:cNvPr id="22" name="text-18">
            <a:extLst xmlns:a="http://schemas.openxmlformats.org/drawingml/2006/main">
              <a:ext uri="{FF2B5EF4-FFF2-40B4-BE49-F238E27FC236}">
                <a16:creationId xmlns:a16="http://schemas.microsoft.com/office/drawing/2014/main" id="{5B8ECB26-2B02-4701-B2A3-1FF383C16CD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05b24ee1784e56"/>
              </a:rPr>
              <a:t>Positive report</a:t>
            </a:r>
          </a:p>
        </p:txBody>
      </p:sp>
      <p:sp>
        <p:nvSpPr>
          <p:cNvPr id="23" name="text-19">
            <a:extLst xmlns:a="http://schemas.openxmlformats.org/drawingml/2006/main">
              <a:ext uri="{FF2B5EF4-FFF2-40B4-BE49-F238E27FC236}">
                <a16:creationId xmlns:a16="http://schemas.microsoft.com/office/drawing/2014/main" id="{1F9234B4-692B-4AEE-92B3-1BEAAAD3DA3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6358407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E5D1D0C-3F0F-4D95-9D9A-0686D59B2C2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C3748CC8-85BC-4ED9-9322-AF3F15F0C4A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0AF2A835-C3D8-4C38-9501-D5BC3EA94B7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71362BB4-92F3-4524-8111-8918BA73603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7FD8C15-842F-4C07-9F77-D6D36ABF58D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75451A9-2162-410A-B558-478F7236B36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B8037DEF-1888-4E28-95EF-7B1CF765D40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B4748F0A-DC19-47D9-B3D9-193EBBA6AFA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8A55D80-AA66-4B72-A20D-EA95393EF29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D5D3E213-D503-40EE-8CFB-61667CA476A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4F652D6B-9418-43BA-9ED5-3A98F63DEF0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B6D5A35-3C1A-4B35-86F6-44AE9DE96E0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62954C43-D7CF-4B57-BD5C-7899FD1A6B1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E1248072-1B4E-4CB2-A8B3-92615F8C267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0BF11BC-FBF8-4661-9406-3B36DBFFFA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e0c4aba8798431d"/>
              </a:rPr>
              <a:t>Comparator</a:t>
            </a:r>
          </a:p>
        </p:txBody>
      </p:sp>
      <p:sp>
        <p:nvSpPr>
          <p:cNvPr id="16" name="text-12">
            <a:extLst xmlns:a="http://schemas.openxmlformats.org/drawingml/2006/main">
              <a:ext uri="{FF2B5EF4-FFF2-40B4-BE49-F238E27FC236}">
                <a16:creationId xmlns:a16="http://schemas.microsoft.com/office/drawing/2014/main" id="{5FF59A79-41A3-4C37-929D-3603353A9B7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dcb733972944a3"/>
              </a:rPr>
              <a:t>Evaluation CLI</a:t>
            </a:r>
          </a:p>
        </p:txBody>
      </p:sp>
      <p:sp>
        <p:nvSpPr>
          <p:cNvPr id="17" name="text-13">
            <a:extLst xmlns:a="http://schemas.openxmlformats.org/drawingml/2006/main">
              <a:ext uri="{FF2B5EF4-FFF2-40B4-BE49-F238E27FC236}">
                <a16:creationId xmlns:a16="http://schemas.microsoft.com/office/drawing/2014/main" id="{A1A93756-8AFB-4D57-8F97-93ED8CB5E05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90ba9532e9b435d"/>
              </a:rPr>
              <a:t>Comparator tests</a:t>
            </a:r>
          </a:p>
        </p:txBody>
      </p:sp>
      <p:sp>
        <p:nvSpPr>
          <p:cNvPr id="18" name="text-14">
            <a:extLst xmlns:a="http://schemas.openxmlformats.org/drawingml/2006/main">
              <a:ext uri="{FF2B5EF4-FFF2-40B4-BE49-F238E27FC236}">
                <a16:creationId xmlns:a16="http://schemas.microsoft.com/office/drawing/2014/main" id="{19FD51DE-283A-4934-A253-D4EC274FF4B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6943844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8D3FF31A-3518-4376-841E-29CC586E4D4C}"/>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C0AAAD2F-D213-4935-AC28-A6BFC3A2E41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F099E3B8-6DB2-4118-BA81-924DBC83AD81}"/>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CC646B85-7806-45BA-88CE-5AAAFD30FAD3}"/>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55695943-61BC-42F0-81A0-3E2251C2E23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78FE4548-B122-4DCA-89BF-337D0781E6F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15207B-B110-4136-83AD-42F5100596D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9F440FB2-435B-4174-B539-000A647E09BF}"/>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0D410241-CDFE-444C-A4AA-43AC11B4A311}"/>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3ECB7B8A-7DFE-4B1B-ADB7-F59CB970066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9F29B8C-54D0-4343-8848-9111237E95E8}"/>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15885AF-8E5C-494C-844F-1199122D9EB6}"/>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513DBC85-0CE7-4088-90A8-7F71FF8CB32C}"/>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83BE3FE6-9A28-45E1-9E80-DBE335BE30F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678E0EE-6A66-4773-BD19-28030A6ECA49}"/>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87A05B0-4A51-44F9-A5BD-A2FA6DE53B89}"/>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B08BCD4C-BB8C-4868-9860-38D9A0EDF188}"/>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89BD6C2C-73D9-47B8-BB84-6EC7BAB9EB7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C26D68DE-11F0-4F70-AFD1-F154EE92BC1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0FBD722A-755A-4CB0-8946-24362A7DA77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f3fb12ed3ae478f"/>
              </a:rPr>
              <a:t>Bootstrap</a:t>
            </a:r>
          </a:p>
        </p:txBody>
      </p:sp>
      <p:sp>
        <p:nvSpPr>
          <p:cNvPr id="21" name="text-13">
            <a:extLst xmlns:a="http://schemas.openxmlformats.org/drawingml/2006/main">
              <a:ext uri="{FF2B5EF4-FFF2-40B4-BE49-F238E27FC236}">
                <a16:creationId xmlns:a16="http://schemas.microsoft.com/office/drawing/2014/main" id="{2986911D-D2F1-4252-B71D-C0D6418C103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9e47a2b33694338"/>
              </a:rPr>
              <a:t>Harness model</a:t>
            </a:r>
          </a:p>
        </p:txBody>
      </p:sp>
      <p:sp>
        <p:nvSpPr>
          <p:cNvPr id="22" name="text-14">
            <a:extLst xmlns:a="http://schemas.openxmlformats.org/drawingml/2006/main">
              <a:ext uri="{FF2B5EF4-FFF2-40B4-BE49-F238E27FC236}">
                <a16:creationId xmlns:a16="http://schemas.microsoft.com/office/drawing/2014/main" id="{C5476D2F-CE0E-4B95-944F-09AC1A23040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8084f7ec72140d5"/>
              </a:rPr>
              <a:t>Bundle checks</a:t>
            </a:r>
          </a:p>
        </p:txBody>
      </p:sp>
      <p:sp>
        <p:nvSpPr>
          <p:cNvPr id="23" name="text-15">
            <a:extLst xmlns:a="http://schemas.openxmlformats.org/drawingml/2006/main">
              <a:ext uri="{FF2B5EF4-FFF2-40B4-BE49-F238E27FC236}">
                <a16:creationId xmlns:a16="http://schemas.microsoft.com/office/drawing/2014/main" id="{083F6230-3442-47A9-A933-2D2504DD63D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19242183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A58D250C-4AAE-4248-B46E-88AF982EE8B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B28E359B-713C-4113-99AE-2ECFE3B4449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D09CD342-A2EF-4922-B81B-7F1E0E1D8E7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C7F9F030-3D60-4AF2-B9F3-4ED25AD973E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9C3D8619-57C2-4E99-A158-D5F602EA037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9CD769D1-52EE-4D8B-B336-BE0DFE08196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4BA576E1-AB4D-4C93-BE27-11F2A0161CB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CF88488F-A48C-431A-BF78-A9CC0E7E03A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97E6C5D-EC70-4682-9927-46E56230658A}"/>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D1B697F3-711D-4C97-A184-47F4A0668FF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31AB77B6-E52B-415C-994B-AD082D544A0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21BB93F-FCFA-4680-A29E-CDD58B88CD7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28C866E6-DED4-4670-AD13-C85DB11CDD2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876AB1D4-0899-4C87-9C88-5F337D2CB82A}"/>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E0F974A5-D61F-418D-A538-5DAF0A9405F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138B2BC-F3DC-4778-97A1-5D36DCFCEAC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a14bf2530e64516"/>
              </a:rPr>
              <a:t>Diagnostic scheme</a:t>
            </a:r>
          </a:p>
        </p:txBody>
      </p:sp>
      <p:sp>
        <p:nvSpPr>
          <p:cNvPr id="17" name="text-13">
            <a:extLst xmlns:a="http://schemas.openxmlformats.org/drawingml/2006/main">
              <a:ext uri="{FF2B5EF4-FFF2-40B4-BE49-F238E27FC236}">
                <a16:creationId xmlns:a16="http://schemas.microsoft.com/office/drawing/2014/main" id="{4479B2BA-E57C-4B53-B940-CBCEEB9B43D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27fe7c5e7634c34"/>
              </a:rPr>
              <a:t>Harness export</a:t>
            </a:r>
          </a:p>
        </p:txBody>
      </p:sp>
      <p:sp>
        <p:nvSpPr>
          <p:cNvPr id="18" name="text-14">
            <a:extLst xmlns:a="http://schemas.openxmlformats.org/drawingml/2006/main">
              <a:ext uri="{FF2B5EF4-FFF2-40B4-BE49-F238E27FC236}">
                <a16:creationId xmlns:a16="http://schemas.microsoft.com/office/drawing/2014/main" id="{FBBFE226-4DC4-4519-A546-9473BD7CBD5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19d916c65ea4164"/>
              </a:rPr>
              <a:t>Phone verification</a:t>
            </a:r>
          </a:p>
        </p:txBody>
      </p:sp>
      <p:sp>
        <p:nvSpPr>
          <p:cNvPr id="19" name="text-15">
            <a:extLst xmlns:a="http://schemas.openxmlformats.org/drawingml/2006/main">
              <a:ext uri="{FF2B5EF4-FFF2-40B4-BE49-F238E27FC236}">
                <a16:creationId xmlns:a16="http://schemas.microsoft.com/office/drawing/2014/main" id="{6233C1A3-2946-48C3-B9BF-0879438BE9A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0225128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36A1DA1-E93F-4D41-B9C8-2B8BE8D6CD9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764C6D02-0AE3-4CC8-AB3D-14C31726CFA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73C568A8-16CB-4BA7-8BEF-DFA18DD220A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FE2A70DF-BB85-48DE-8C2C-D5A830577AC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01C1E614-82B0-43C1-B50C-9506CC24F90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EC36607-98F8-41FB-8ED6-84ECFE1E6218}"/>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41C791EC-3B81-4DC3-8B24-4902B791733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859B287D-ED6F-416E-AB04-FB1B88F4DB98}"/>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9B302D7-A1BB-46B6-BFAD-C80F9CE55E8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28ED6D5A-09AE-48EC-A6E4-777F4CA60082}"/>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CDBB8C84-A8F3-4962-9425-F855BE091B2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A394C83-B4E7-4CD2-AA26-85C2309D04F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31F3E088-D656-4EC7-84CC-C5B594F1B60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455C8753-AA7D-4765-93AF-AD836FF9A80E}"/>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CBEF95B8-B1FC-4DE8-A21A-8BB3E786885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3709B7E-5947-46EE-A8D7-88F59203B32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d1037137c834bf9"/>
              </a:rPr>
              <a:t>Harness replay</a:t>
            </a:r>
          </a:p>
        </p:txBody>
      </p:sp>
      <p:sp>
        <p:nvSpPr>
          <p:cNvPr id="17" name="text-13">
            <a:extLst xmlns:a="http://schemas.openxmlformats.org/drawingml/2006/main">
              <a:ext uri="{FF2B5EF4-FFF2-40B4-BE49-F238E27FC236}">
                <a16:creationId xmlns:a16="http://schemas.microsoft.com/office/drawing/2014/main" id="{9AAFBDFD-09BA-48F7-86B0-DB77091CB23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1c2024403b34395"/>
              </a:rPr>
              <a:t>Comparator preconditions</a:t>
            </a:r>
          </a:p>
        </p:txBody>
      </p:sp>
      <p:sp>
        <p:nvSpPr>
          <p:cNvPr id="18" name="text-14">
            <a:extLst xmlns:a="http://schemas.openxmlformats.org/drawingml/2006/main">
              <a:ext uri="{FF2B5EF4-FFF2-40B4-BE49-F238E27FC236}">
                <a16:creationId xmlns:a16="http://schemas.microsoft.com/office/drawing/2014/main" id="{62856A46-E59F-436D-BCA8-E08E6020B6E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a660b63c5f14773"/>
              </a:rPr>
              <a:t>Report resources</a:t>
            </a:r>
          </a:p>
        </p:txBody>
      </p:sp>
      <p:sp>
        <p:nvSpPr>
          <p:cNvPr id="19" name="text-15">
            <a:extLst xmlns:a="http://schemas.openxmlformats.org/drawingml/2006/main">
              <a:ext uri="{FF2B5EF4-FFF2-40B4-BE49-F238E27FC236}">
                <a16:creationId xmlns:a16="http://schemas.microsoft.com/office/drawing/2014/main" id="{6F88C2C1-423D-4EBF-A08B-AE2FA65C025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20242340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8A04B6B-2133-48A7-8ED7-1B98849BD6A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AA984657-C478-4AB4-BAA3-C4F7E79D29A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BEF60799-46F1-4AE2-AF58-F75544ABC36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1E0131D5-E62E-4D25-BB0C-0381EB2B2BF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F69B2B78-284E-4C0E-A962-40AD28EC1BB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94CFF7B-3FCC-4DCB-8CCE-904E0C32125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99854851-DAD3-4C94-B27C-7F178B72F4D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E62E390D-F376-491F-BC6D-AFFCBCEEF3A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192DC3C0-2666-4868-823F-16B7CC2C820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8FFECC46-17D4-4EF1-894E-EBD423E2116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E7E8778D-2491-4E14-97A4-E35EB5A5903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4FA86FE-68B0-4517-94EE-0C4A5EF4CB1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DD72CAA7-0E9C-48DF-909B-455DFA0CE96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FC48477F-8389-4116-B239-98419D0CE4F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E516D34-7C6D-4531-BA9C-0F8F481F65B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1072ad08f1f47dd"/>
              </a:rPr>
              <a:t>Production pipeline</a:t>
            </a:r>
          </a:p>
        </p:txBody>
      </p:sp>
      <p:sp>
        <p:nvSpPr>
          <p:cNvPr id="16" name="text-12">
            <a:extLst xmlns:a="http://schemas.openxmlformats.org/drawingml/2006/main">
              <a:ext uri="{FF2B5EF4-FFF2-40B4-BE49-F238E27FC236}">
                <a16:creationId xmlns:a16="http://schemas.microsoft.com/office/drawing/2014/main" id="{D37613BA-AEC4-4BD5-831C-150875DF77D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213b98c8cee40a2"/>
              </a:rPr>
              <a:t>Integration suite</a:t>
            </a:r>
          </a:p>
        </p:txBody>
      </p:sp>
      <p:sp>
        <p:nvSpPr>
          <p:cNvPr id="17" name="text-13">
            <a:extLst xmlns:a="http://schemas.openxmlformats.org/drawingml/2006/main">
              <a:ext uri="{FF2B5EF4-FFF2-40B4-BE49-F238E27FC236}">
                <a16:creationId xmlns:a16="http://schemas.microsoft.com/office/drawing/2014/main" id="{CFAF2F2E-779A-41B1-8C0C-7E513C389BB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23809c58bb945b3"/>
              </a:rPr>
              <a:t>Package boundaries</a:t>
            </a:r>
          </a:p>
        </p:txBody>
      </p:sp>
      <p:sp>
        <p:nvSpPr>
          <p:cNvPr id="18" name="text-14">
            <a:extLst xmlns:a="http://schemas.openxmlformats.org/drawingml/2006/main">
              <a:ext uri="{FF2B5EF4-FFF2-40B4-BE49-F238E27FC236}">
                <a16:creationId xmlns:a16="http://schemas.microsoft.com/office/drawing/2014/main" id="{B1D93412-3D5A-42E1-9E7F-0A8CEBAC350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18115590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918E71C-61D3-493C-A014-B1604303589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E962D189-B26E-4E6D-8903-A05ABEA94EE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0D2F5500-2EB2-4FCE-BF87-AF716881FB6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CCE9F33D-30B6-4476-9B9E-F2534A4F611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4BCF0E96-D290-43A4-9557-A1A15FCB872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DA065C7-B285-49E4-95FE-236CCBFC7C2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08B5C786-2DE3-4977-BFF2-1820906B64C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58041383-5688-40C1-83DC-47910A4A605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FBF94F3-9999-4372-AF69-B04836062AA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F0D0D6A5-ED36-4B98-8FC6-E9358B3D2FC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FD14CFB7-ADB9-439E-A296-80D602AA582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B310C5F-9EC6-44A4-81F8-707941A2DF62}"/>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8583536D-E237-4980-B7E2-7E2CBA92FDE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605A52E2-66D2-4442-AA28-BE6BAF0D837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DAF671B-1D5F-4035-A76D-BAC06DF28D8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7943f43984e4edd"/>
              </a:rPr>
              <a:t>Source package</a:t>
            </a:r>
          </a:p>
        </p:txBody>
      </p:sp>
      <p:sp>
        <p:nvSpPr>
          <p:cNvPr id="16" name="text-12">
            <a:extLst xmlns:a="http://schemas.openxmlformats.org/drawingml/2006/main">
              <a:ext uri="{FF2B5EF4-FFF2-40B4-BE49-F238E27FC236}">
                <a16:creationId xmlns:a16="http://schemas.microsoft.com/office/drawing/2014/main" id="{A36D9BF6-6952-4448-B4CA-A2472D8FD8B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b92b58057e94be5"/>
              </a:rPr>
              <a:t>Test package</a:t>
            </a:r>
          </a:p>
        </p:txBody>
      </p:sp>
      <p:sp>
        <p:nvSpPr>
          <p:cNvPr id="17" name="text-13">
            <a:extLst xmlns:a="http://schemas.openxmlformats.org/drawingml/2006/main">
              <a:ext uri="{FF2B5EF4-FFF2-40B4-BE49-F238E27FC236}">
                <a16:creationId xmlns:a16="http://schemas.microsoft.com/office/drawing/2014/main" id="{AF1265AD-7593-4725-BB50-136FC517B46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ec265fd23b04b12"/>
              </a:rPr>
              <a:t>Acceptance record</a:t>
            </a:r>
          </a:p>
        </p:txBody>
      </p:sp>
      <p:sp>
        <p:nvSpPr>
          <p:cNvPr id="18" name="text-14">
            <a:extLst xmlns:a="http://schemas.openxmlformats.org/drawingml/2006/main">
              <a:ext uri="{FF2B5EF4-FFF2-40B4-BE49-F238E27FC236}">
                <a16:creationId xmlns:a16="http://schemas.microsoft.com/office/drawing/2014/main" id="{3C41319D-1233-445A-80AB-E3DAC659008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2119809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2026-09-21T01:55:32.8110000Z</dcterms:created>
  <dcterms:modified xsi:type="dcterms:W3CDTF">2026-09-21T01:55:32.8110000Z</dcterms:modified>
</coreProperties>
</file>