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54e420144741b0" /><Relationship Type="http://schemas.openxmlformats.org/officeDocument/2006/relationships/extended-properties" Target="/docProps/app.xml" Id="R10c40d6a74174fca" /><Relationship Type="http://schemas.openxmlformats.org/officeDocument/2006/relationships/officeDocument" Target="/ppt/presentation.xml" Id="R79950a2d5ec2495a" /></Relationships>
</file>

<file path=ppt/presentation.xml><?xml version="1.0" encoding="utf-8"?>
<p:presentation xmlns:p="http://schemas.openxmlformats.org/presentationml/2006/main">
  <p:sldMasterIdLst>
    <p:sldMasterId xmlns:r="http://schemas.openxmlformats.org/officeDocument/2006/relationships" id="2147483648" r:id="R39cd8c5b742f4287"/>
  </p:sldMasterIdLst>
  <p:notesMasterIdLst>
    <p:notesMasterId xmlns:r="http://schemas.openxmlformats.org/officeDocument/2006/relationships" r:id="R7ae1eae4b6fb4861"/>
  </p:notesMasterIdLst>
  <p:sldIdLst>
    <p:sldId xmlns:r="http://schemas.openxmlformats.org/officeDocument/2006/relationships" id="256" r:id="R0def354ec63242a2"/>
    <p:sldId xmlns:r="http://schemas.openxmlformats.org/officeDocument/2006/relationships" id="257" r:id="R9a2644a29a354367"/>
    <p:sldId xmlns:r="http://schemas.openxmlformats.org/officeDocument/2006/relationships" id="258" r:id="R64e6b0ec7992499b"/>
    <p:sldId xmlns:r="http://schemas.openxmlformats.org/officeDocument/2006/relationships" id="259" r:id="R0d2a5045d237424b"/>
    <p:sldId xmlns:r="http://schemas.openxmlformats.org/officeDocument/2006/relationships" id="260" r:id="R8cbb0913080b488b"/>
    <p:sldId xmlns:r="http://schemas.openxmlformats.org/officeDocument/2006/relationships" id="261" r:id="R843a294877fc4d47"/>
    <p:sldId xmlns:r="http://schemas.openxmlformats.org/officeDocument/2006/relationships" id="262" r:id="R80ed23c24261444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5c66a74af74c5b" /><Relationship Type="http://schemas.openxmlformats.org/officeDocument/2006/relationships/slideMaster" Target="/ppt/slideMasters/slideMaster1.xml" Id="R39cd8c5b742f4287" /><Relationship Type="http://schemas.openxmlformats.org/officeDocument/2006/relationships/notesMaster" Target="/ppt/notesMasters/notesMaster1.xml" Id="R7ae1eae4b6fb4861" /><Relationship Type="http://schemas.openxmlformats.org/officeDocument/2006/relationships/presProps" Target="/ppt/presProps.xml" Id="R9e5367b32a624bbb" /><Relationship Type="http://schemas.openxmlformats.org/officeDocument/2006/relationships/tableStyles" Target="/ppt/tableStyles.xml" Id="Rc244aaea20674896" /><Relationship Type="http://schemas.openxmlformats.org/officeDocument/2006/relationships/slide" Target="/ppt/slides/slide1.xml" Id="R0def354ec63242a2" /><Relationship Type="http://schemas.openxmlformats.org/officeDocument/2006/relationships/slide" Target="/ppt/slides/slide2.xml" Id="R9a2644a29a354367" /><Relationship Type="http://schemas.openxmlformats.org/officeDocument/2006/relationships/slide" Target="/ppt/slides/slide3.xml" Id="R64e6b0ec7992499b" /><Relationship Type="http://schemas.openxmlformats.org/officeDocument/2006/relationships/slide" Target="/ppt/slides/slide4.xml" Id="R0d2a5045d237424b" /><Relationship Type="http://schemas.openxmlformats.org/officeDocument/2006/relationships/slide" Target="/ppt/slides/slide5.xml" Id="R8cbb0913080b488b" /><Relationship Type="http://schemas.openxmlformats.org/officeDocument/2006/relationships/slide" Target="/ppt/slides/slide6.xml" Id="R843a294877fc4d47" /><Relationship Type="http://schemas.openxmlformats.org/officeDocument/2006/relationships/slide" Target="/ppt/slides/slide7.xml" Id="R80ed23c2426144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180ea32c444d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3fe5e7bac2485e" /><Relationship Type="http://schemas.openxmlformats.org/officeDocument/2006/relationships/notesMaster" Target="/ppt/notesMasters/notesMaster1.xml" Id="R656e6655e5d547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7e21de04884336" /><Relationship Type="http://schemas.openxmlformats.org/officeDocument/2006/relationships/notesMaster" Target="/ppt/notesMasters/notesMaster1.xml" Id="R718dad592a5241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a6e82fa1604f49" /><Relationship Type="http://schemas.openxmlformats.org/officeDocument/2006/relationships/notesMaster" Target="/ppt/notesMasters/notesMaster1.xml" Id="R5a7f8eca5c4641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101409dc644234" /><Relationship Type="http://schemas.openxmlformats.org/officeDocument/2006/relationships/notesMaster" Target="/ppt/notesMasters/notesMaster1.xml" Id="R09b1f0ed6b8642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7820d76ec64475" /><Relationship Type="http://schemas.openxmlformats.org/officeDocument/2006/relationships/notesMaster" Target="/ppt/notesMasters/notesMaster1.xml" Id="R48f55deac2ee42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67e1cd25084f9c" /><Relationship Type="http://schemas.openxmlformats.org/officeDocument/2006/relationships/notesMaster" Target="/ppt/notesMasters/notesMaster1.xml" Id="R38e6bb7ebe6f4d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f78df01dd04f5f" /><Relationship Type="http://schemas.openxmlformats.org/officeDocument/2006/relationships/notesMaster" Target="/ppt/notesMasters/notesMaster1.xml" Id="Ra4c472f40ac243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This walkthrough explains AIShopVision's first foundation: using Apple Vision to raise a provisional signal while a prerecorded video is still playing.</a:t>
            </a:r>
          </a:p>
          <a:p xmlns:a="http://schemas.openxmlformats.org/drawingml/2006/main">
            <a:r>
              <a:t/>
            </a:r>
          </a:p>
          <a:p xmlns:a="http://schemas.openxmlformats.org/drawingml/2006/main">
            <a:r>
              <a:t>We begin with the intent, then show the two real fixture videos and the HITL journey. The positive fixture contains a banana. The control fixture does not. The system must raise a provisional signal only when its evidence supports it.</a:t>
            </a:r>
          </a:p>
          <a:p xmlns:a="http://schemas.openxmlformats.org/drawingml/2006/main">
            <a:r>
              <a:t/>
            </a:r>
          </a:p>
          <a:p xmlns:a="http://schemas.openxmlformats.org/drawingml/2006/main">
            <a:r>
              <a:t>Only after that context do the four chapters move into architecture, frame analysis, episodes and evidence, and verification. The HITL, Human in the Loop, reviews the evidence and observes the final physical-iPhone run. Live camera capture and general object detection remain outside this sprint.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sprint gives a user an early, provisional signal that one known product may be visible while a prerecorded video is still playing. The goal is timely evidence, not general object recognition.</a:t>
            </a:r>
          </a:p>
          <a:p xmlns:a="http://schemas.openxmlformats.org/drawingml/2006/main">
            <a:r>
              <a:t/>
            </a:r>
          </a:p>
          <a:p xmlns:a="http://schemas.openxmlformats.org/drawingml/2006/main">
            <a:r>
              <a:t>The next slide introduces the concrete experiment: two recorded fixture videos with different expected outcomes. That visual example makes the words target, possible match, and control precise before we discuss the user journey.</a:t>
            </a:r>
          </a:p>
          <a:p xmlns:a="http://schemas.openxmlformats.org/drawingml/2006/main">
            <a:r>
              <a:t/>
            </a:r>
          </a:p>
          <a:p xmlns:a="http://schemas.openxmlformats.org/drawingml/2006/main">
            <a:r>
              <a:t>The pipeline keeps the strongest evidence and summarizes the session without reading the video again. A feature-print distance remains provisional. This sprint provides neither object boxes nor a live camera.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last slide stated the intent. This slide makes the experiment concrete before the walkthrough uses the word banana again. The system receives one prerecorded video at a time.</a:t>
            </a:r>
          </a:p>
          <a:p xmlns:a="http://schemas.openxmlformats.org/drawingml/2006/main">
            <a:r>
              <a:t/>
            </a:r>
          </a:p>
          <a:p xmlns:a="http://schemas.openxmlformats.org/drawingml/2006/main">
            <a:r>
              <a:t>The positive fixture is a kitchen video. In its annotated expected interval, the banana appears in frame. That is the target case. The negative fixture is a different kitchen video with no banana. It is the control case.</a:t>
            </a:r>
          </a:p>
          <a:p xmlns:a="http://schemas.openxmlformats.org/drawingml/2006/main">
            <a:r>
              <a:t/>
            </a:r>
          </a:p>
          <a:p xmlns:a="http://schemas.openxmlformats.org/drawingml/2006/main">
            <a:r>
              <a:t>The HITL selects either fixture, watches the signal while video arrives, then reviews the saved evidence. Both fixtures enter the same local production pipeline. A possible-match episode belongs only to the positive video. The control video must finish with no false candidate. The next slide explains the evidence required for each host.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the HITL, Human in the Loop, followed by comparison of exported logs. These layers complement each other. Neither a package pass nor an app build can stand in for device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6b5f95fa794f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3cc1aa7883490e" /><Relationship Type="http://schemas.openxmlformats.org/officeDocument/2006/relationships/slideLayout" Target="/ppt/slideLayouts/slideLayout1.xml" Id="Rcf570bd6c67d47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570bd6c67d47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3cfcd2acce4522" /><Relationship Type="http://schemas.openxmlformats.org/officeDocument/2006/relationships/notesSlide" Target="/ppt/notesSlides/notesSlide1.xml" Id="Rdaea67226c934e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165be2ed41451c"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dfb844b057e44b0a" /><Relationship Type="http://schemas.openxmlformats.org/officeDocument/2006/relationships/notesSlide" Target="/ppt/notesSlides/notesSlide2.xml" Id="R2f9605306ae841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9d22b819584608" /><Relationship Type="http://schemas.openxmlformats.org/officeDocument/2006/relationships/image" Target="/ppt/media/image.jpeg" Id="R47a466467bd94f1e" /><Relationship Type="http://schemas.openxmlformats.org/officeDocument/2006/relationships/image" Target="/ppt/media/image2.jpeg" Id="R0d01f4b4210c480f"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f3229e25a1074423" /><Relationship Type="http://schemas.openxmlformats.org/officeDocument/2006/relationships/hyperlink" Target="file:///Users/paboelustodo/Library/CloudStorage/GoogleDrive-pablo.elustondo@gmail.com/My%20Drive%202/1-GIT-PROJECTS/aishop/ios/AIShop/AIShopVision/Tests/AIShopVisionTests/Resources" TargetMode="External" Id="Rb0da07969f4d46b8" /><Relationship Type="http://schemas.openxmlformats.org/officeDocument/2006/relationships/hyperlink" Target="file:///Users/paboelustodo/Library/CloudStorage/GoogleDrive-pablo.elustondo@gmail.com/My%20Drive%202/1-GIT-PROJECTS/aishop/ios/AIShop/AIShop/Diagnostics/VisionDiagnosticHarness.swift" TargetMode="External" Id="R949453e0f82e41d8" /><Relationship Type="http://schemas.openxmlformats.org/officeDocument/2006/relationships/notesSlide" Target="/ppt/notesSlides/notesSlide3.xml" Id="Rabf076e4e3bb44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cbe4caa868400e" /><Relationship Type="http://schemas.openxmlformats.org/officeDocument/2006/relationships/hyperlink" Target="file:///Users/paboelustodo/Library/CloudStorage/GoogleDrive-pablo.elustondo@gmail.com/My%20Drive%202/1-GIT-PROJECTS/aishop/e2e/ios/run.zsh" TargetMode="External" Id="R4328d7686ba34dff"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a47312c69af74508" /><Relationship Type="http://schemas.openxmlformats.org/officeDocument/2006/relationships/hyperlink" Target="file:///Users/paboelustodo/Library/CloudStorage/GoogleDrive-pablo.elustondo@gmail.com/My%20Drive%202/1-GIT-PROJECTS/aishop/ios/AIShop/AIShopTests/" TargetMode="External" Id="R266e76ba92b04b2a" /><Relationship Type="http://schemas.openxmlformats.org/officeDocument/2006/relationships/notesSlide" Target="/ppt/notesSlides/notesSlide4.xml" Id="R744b58c9646547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2dd20652ad43a1" /><Relationship Type="http://schemas.openxmlformats.org/officeDocument/2006/relationships/hyperlink" Target="file:///Users/paboelustodo/Library/CloudStorage/GoogleDrive-pablo.elustondo@gmail.com/My%20Drive%202/1-GIT-PROJECTS/aishop/ios/AIShop/AIShopVision/Sources/AIShopVision/" TargetMode="External" Id="R58bb6ffd32a7405f" /><Relationship Type="http://schemas.openxmlformats.org/officeDocument/2006/relationships/hyperlink" Target="file:///Users/paboelustodo/Library/CloudStorage/GoogleDrive-pablo.elustondo@gmail.com/My%20Drive%202/1-GIT-PROJECTS/aishop/ios/AIShop/AIShop/Diagnostics/" TargetMode="External" Id="R77ccc07d35fe4181" /><Relationship Type="http://schemas.openxmlformats.org/officeDocument/2006/relationships/hyperlink" Target="file:///Users/paboelustodo/Library/CloudStorage/GoogleDrive-pablo.elustondo@gmail.com/My%20Drive%202/1-GIT-PROJECTS/aishop/ios/AIShop/AIShopVision/Sources/AIShopVisionEvaluation/" TargetMode="External" Id="R55f5b29d000b4ddf" /><Relationship Type="http://schemas.openxmlformats.org/officeDocument/2006/relationships/notesSlide" Target="/ppt/notesSlides/notesSlide5.xml" Id="R9b88f422fd7541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8c952f7c384c84"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121409f0d4734e36"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df114925ddc6473e"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60f977c0405d4709" /><Relationship Type="http://schemas.openxmlformats.org/officeDocument/2006/relationships/notesSlide" Target="/ppt/notesSlides/notesSlide6.xml" Id="R9b8750b758d141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03748b9b2442c8"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8be8feb6277c4781"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75919f4826f84d53" /><Relationship Type="http://schemas.openxmlformats.org/officeDocument/2006/relationships/hyperlink" Target="file:///Users/paboelustodo/Library/CloudStorage/GoogleDrive-pablo.elustondo@gmail.com/My%20Drive%202/1-GIT-PROJECTS/aishop/ios/AIShop/AIShop/Diagnostics/VisionHarnessModel.swift" TargetMode="External" Id="R99ee34326a824cc7" /><Relationship Type="http://schemas.openxmlformats.org/officeDocument/2006/relationships/notesSlide" Target="/ppt/notesSlides/notesSlide7.xml" Id="R2467caa8b7a54dd3"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30C513EC-FFBD-49B5-89F9-18ADD28F305D}"/>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F1CFD99E-5D8C-4DC6-8D7A-1553EB286674}"/>
              </a:ext>
            </a:extLst>
          </p:cNvPr>
          <p:cNvSpPr>
            <a:spLocks xmlns:a="http://schemas.openxmlformats.org/drawingml/2006/main" noGrp="1"/>
          </p:cNvSpPr>
          <p:nvPr/>
        </p:nvSpPr>
        <p:spPr>
          <a:xfrm xmlns:a="http://schemas.openxmlformats.org/drawingml/2006/main">
            <a:off x="838200" y="2400300"/>
            <a:ext cx="13563600" cy="942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Finding a known product</a:t>
            </a:r>
          </a:p>
        </p:txBody>
      </p:sp>
      <p:sp>
        <p:nvSpPr>
          <p:cNvPr id="3" name="text-2">
            <a:extLst xmlns:a="http://schemas.openxmlformats.org/drawingml/2006/main">
              <a:ext uri="{FF2B5EF4-FFF2-40B4-BE49-F238E27FC236}">
                <a16:creationId xmlns:a16="http://schemas.microsoft.com/office/drawing/2014/main" id="{CAB979DE-2CF6-4F6D-9D45-88F7A73E6239}"/>
              </a:ext>
            </a:extLst>
          </p:cNvPr>
          <p:cNvSpPr>
            <a:spLocks xmlns:a="http://schemas.openxmlformats.org/drawingml/2006/main" noGrp="1"/>
          </p:cNvSpPr>
          <p:nvPr/>
        </p:nvSpPr>
        <p:spPr>
          <a:xfrm xmlns:a="http://schemas.openxmlformats.org/drawingml/2006/main">
            <a:off x="876300" y="5105400"/>
            <a:ext cx="13487400" cy="15068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Apple Vision watches prerecorded video and signals a</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possible match before it ends</a:t>
            </a:r>
          </a:p>
        </p:txBody>
      </p:sp>
      <p:sp>
        <p:nvSpPr>
          <p:cNvPr id="4" name="text-3">
            <a:extLst xmlns:a="http://schemas.openxmlformats.org/drawingml/2006/main">
              <a:ext uri="{FF2B5EF4-FFF2-40B4-BE49-F238E27FC236}">
                <a16:creationId xmlns:a16="http://schemas.microsoft.com/office/drawing/2014/main" id="{BDEEFFB3-5740-4A4F-9569-B57485063DA0}"/>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09 / working tree / 20 September 2026</a:t>
            </a:r>
          </a:p>
        </p:txBody>
      </p:sp>
    </p:spTree>
    <p:extLst>
      <p:ext uri="{BB962C8B-B14F-4D97-AF65-F5344CB8AC3E}">
        <p14:creationId xmlns:p14="http://schemas.microsoft.com/office/powerpoint/2010/main" val="20051230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9520B8B6-F153-48FE-9D4D-459E745D3BA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D74CCA75-6311-4C90-85DC-8030166E3B0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sp>
        <p:nvSpPr>
          <p:cNvPr id="3" name="text-2">
            <a:extLst xmlns:a="http://schemas.openxmlformats.org/drawingml/2006/main">
              <a:ext uri="{FF2B5EF4-FFF2-40B4-BE49-F238E27FC236}">
                <a16:creationId xmlns:a16="http://schemas.microsoft.com/office/drawing/2014/main" id="{0DE6721D-86B1-4B43-92D3-13D49F4A069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4" name="text-3">
            <a:extLst xmlns:a="http://schemas.openxmlformats.org/drawingml/2006/main">
              <a:ext uri="{FF2B5EF4-FFF2-40B4-BE49-F238E27FC236}">
                <a16:creationId xmlns:a16="http://schemas.microsoft.com/office/drawing/2014/main" id="{990FD1A3-F73C-44A4-B42E-B1777E1385F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5" name="">
            <a:extLst xmlns:a="http://schemas.openxmlformats.org/drawingml/2006/main">
              <a:ext uri="{FF2B5EF4-FFF2-40B4-BE49-F238E27FC236}">
                <a16:creationId xmlns:a16="http://schemas.microsoft.com/office/drawing/2014/main" id="{6EE35A5D-E1E0-45EB-92F0-707B17939A1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51FA6B36-FF80-44CE-9285-9DDE7DC2F02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7" name="text-5">
            <a:extLst xmlns:a="http://schemas.openxmlformats.org/drawingml/2006/main">
              <a:ext uri="{FF2B5EF4-FFF2-40B4-BE49-F238E27FC236}">
                <a16:creationId xmlns:a16="http://schemas.microsoft.com/office/drawing/2014/main" id="{CDF3AEDE-8044-445F-88EB-60221F1C4E9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8" name="">
            <a:extLst xmlns:a="http://schemas.openxmlformats.org/drawingml/2006/main">
              <a:ext uri="{FF2B5EF4-FFF2-40B4-BE49-F238E27FC236}">
                <a16:creationId xmlns:a16="http://schemas.microsoft.com/office/drawing/2014/main" id="{517F499D-C45A-4242-B6DD-B68726136DD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686BDD6C-25F9-4ED9-970B-06CF30739CA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0" name="text-7">
            <a:extLst xmlns:a="http://schemas.openxmlformats.org/drawingml/2006/main">
              <a:ext uri="{FF2B5EF4-FFF2-40B4-BE49-F238E27FC236}">
                <a16:creationId xmlns:a16="http://schemas.microsoft.com/office/drawing/2014/main" id="{C8149590-58F7-421D-B522-D82D9395F970}"/>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1" name="">
            <a:extLst xmlns:a="http://schemas.openxmlformats.org/drawingml/2006/main">
              <a:ext uri="{FF2B5EF4-FFF2-40B4-BE49-F238E27FC236}">
                <a16:creationId xmlns:a16="http://schemas.microsoft.com/office/drawing/2014/main" id="{6A27B8BE-070F-4F3A-97B7-D38583B6CC5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4B9510E-7551-4D47-A48D-B107F2DEC5CB}"/>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D55BE866-E1FF-40D3-A3B5-38890E5E3922}"/>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local target. Prerecorded video. Entirely local.</a:t>
            </a:r>
          </a:p>
        </p:txBody>
      </p:sp>
      <p:sp>
        <p:nvSpPr>
          <p:cNvPr id="14" name="text-10">
            <a:extLst xmlns:a="http://schemas.openxmlformats.org/drawingml/2006/main">
              <a:ext uri="{FF2B5EF4-FFF2-40B4-BE49-F238E27FC236}">
                <a16:creationId xmlns:a16="http://schemas.microsoft.com/office/drawing/2014/main" id="{BAA3DC91-B72F-4C3C-9659-B0497E357AA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F2F2BA6-C573-424A-8BD6-04DB887CFA4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fb844b057e44b0a"/>
              </a:rPr>
              <a:t>Pipeline</a:t>
            </a:r>
          </a:p>
        </p:txBody>
      </p:sp>
      <p:sp>
        <p:nvSpPr>
          <p:cNvPr id="16" name="text-12">
            <a:extLst xmlns:a="http://schemas.openxmlformats.org/drawingml/2006/main">
              <a:ext uri="{FF2B5EF4-FFF2-40B4-BE49-F238E27FC236}">
                <a16:creationId xmlns:a16="http://schemas.microsoft.com/office/drawing/2014/main" id="{52AA8EF2-66C8-48C3-A73E-B41C0A78340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12164815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1CF58C0C-0A8F-45E3-A236-1C3C219644A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diagnostic use case</a:t>
            </a:r>
          </a:p>
        </p:txBody>
      </p:sp>
      <p:sp>
        <p:nvSpPr>
          <p:cNvPr id="2" name="text-1">
            <a:extLst xmlns:a="http://schemas.openxmlformats.org/drawingml/2006/main">
              <a:ext uri="{FF2B5EF4-FFF2-40B4-BE49-F238E27FC236}">
                <a16:creationId xmlns:a16="http://schemas.microsoft.com/office/drawing/2014/main" id="{65C9B9F7-5086-4910-8DAB-E7C58053AAA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fixture videos make the target and control cases concrete</a:t>
            </a:r>
          </a:p>
        </p:txBody>
      </p:sp>
      <p:sp>
        <p:nvSpPr>
          <p:cNvPr id="3" name="text-2">
            <a:extLst xmlns:a="http://schemas.openxmlformats.org/drawingml/2006/main">
              <a:ext uri="{FF2B5EF4-FFF2-40B4-BE49-F238E27FC236}">
                <a16:creationId xmlns:a16="http://schemas.microsoft.com/office/drawing/2014/main" id="{26950C9C-5523-4EAC-9D5B-25DF3E794A1D}"/>
              </a:ext>
            </a:extLst>
          </p:cNvPr>
          <p:cNvSpPr>
            <a:spLocks xmlns:a="http://schemas.openxmlformats.org/drawingml/2006/main" noGrp="1"/>
          </p:cNvSpPr>
          <p:nvPr/>
        </p:nvSpPr>
        <p:spPr>
          <a:xfrm xmlns:a="http://schemas.openxmlformats.org/drawingml/2006/main">
            <a:off x="723900" y="1619250"/>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06476"/>
                </a:solidFill>
                <a:latin typeface="Arial"/>
                <a:ea typeface="Arial"/>
                <a:cs typeface="Arial"/>
              </a:defRPr>
            </a:pPr>
            <a:r>
              <a:rPr sz="2250" b="0">
                <a:solidFill>
                  <a:srgbClr val="506476"/>
                </a:solidFill>
                <a:latin typeface="Arial"/>
                <a:ea typeface="Arial"/>
                <a:cs typeface="Arial"/>
              </a:rPr>
              <a:t>The fixture choice gives the diagnostic a clear expected outcome.</a:t>
            </a:r>
          </a:p>
        </p:txBody>
      </p:sp>
      <p:sp>
        <p:nvSpPr>
          <p:cNvPr id="4" name="">
            <a:extLst xmlns:a="http://schemas.openxmlformats.org/drawingml/2006/main">
              <a:ext uri="{FF2B5EF4-FFF2-40B4-BE49-F238E27FC236}">
                <a16:creationId xmlns:a16="http://schemas.microsoft.com/office/drawing/2014/main" id="{DAC85EAC-3CDF-47C2-9C3E-873A919E599F}"/>
              </a:ext>
            </a:extLst>
          </p:cNvPr>
          <p:cNvSpPr>
            <a:spLocks xmlns:a="http://schemas.openxmlformats.org/drawingml/2006/main" noGrp="1"/>
          </p:cNvSpPr>
          <p:nvPr/>
        </p:nvSpPr>
        <p:spPr>
          <a:xfrm xmlns:a="http://schemas.openxmlformats.org/drawingml/2006/main">
            <a:off x="11430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47a466467bd94f1e"/>
          <a:srcRect xmlns:a="http://schemas.openxmlformats.org/drawingml/2006/main" l="0" t="39955" r="0" b="39955"/>
          <a:stretch xmlns:a="http://schemas.openxmlformats.org/drawingml/2006/main">
            <a:fillRect l="0" t="0" r="0" b="0"/>
          </a:stretch>
        </p:blipFill>
        <p:spPr>
          <a:xfrm xmlns:a="http://schemas.openxmlformats.org/drawingml/2006/main">
            <a:off x="1295400" y="2266950"/>
            <a:ext cx="5600700" cy="2000250"/>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F24DCABC-9104-44AD-ABA2-B4514090948E}"/>
              </a:ext>
            </a:extLst>
          </p:cNvPr>
          <p:cNvSpPr>
            <a:spLocks xmlns:a="http://schemas.openxmlformats.org/drawingml/2006/main" noGrp="1"/>
          </p:cNvSpPr>
          <p:nvPr/>
        </p:nvSpPr>
        <p:spPr>
          <a:xfrm xmlns:a="http://schemas.openxmlformats.org/drawingml/2006/main">
            <a:off x="12954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7" name="text-4">
            <a:extLst xmlns:a="http://schemas.openxmlformats.org/drawingml/2006/main">
              <a:ext uri="{FF2B5EF4-FFF2-40B4-BE49-F238E27FC236}">
                <a16:creationId xmlns:a16="http://schemas.microsoft.com/office/drawing/2014/main" id="{936A0132-59FF-4F9F-9DC5-CF97B65BECA3}"/>
              </a:ext>
            </a:extLst>
          </p:cNvPr>
          <p:cNvSpPr>
            <a:spLocks xmlns:a="http://schemas.openxmlformats.org/drawingml/2006/main" noGrp="1"/>
          </p:cNvSpPr>
          <p:nvPr/>
        </p:nvSpPr>
        <p:spPr>
          <a:xfrm xmlns:a="http://schemas.openxmlformats.org/drawingml/2006/main">
            <a:off x="12954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Banana appears</a:t>
            </a:r>
          </a:p>
        </p:txBody>
      </p:sp>
      <p:sp>
        <p:nvSpPr>
          <p:cNvPr id="8" name="text-5">
            <a:extLst xmlns:a="http://schemas.openxmlformats.org/drawingml/2006/main">
              <a:ext uri="{FF2B5EF4-FFF2-40B4-BE49-F238E27FC236}">
                <a16:creationId xmlns:a16="http://schemas.microsoft.com/office/drawing/2014/main" id="{2C113E11-1D1B-4E2B-B169-CB132C68BA63}"/>
              </a:ext>
            </a:extLst>
          </p:cNvPr>
          <p:cNvSpPr>
            <a:spLocks xmlns:a="http://schemas.openxmlformats.org/drawingml/2006/main" noGrp="1"/>
          </p:cNvSpPr>
          <p:nvPr/>
        </p:nvSpPr>
        <p:spPr>
          <a:xfrm xmlns:a="http://schemas.openxmlformats.org/drawingml/2006/main">
            <a:off x="12954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possible-match episode</a:t>
            </a:r>
          </a:p>
        </p:txBody>
      </p:sp>
      <p:sp>
        <p:nvSpPr>
          <p:cNvPr id="9" name="">
            <a:extLst xmlns:a="http://schemas.openxmlformats.org/drawingml/2006/main">
              <a:ext uri="{FF2B5EF4-FFF2-40B4-BE49-F238E27FC236}">
                <a16:creationId xmlns:a16="http://schemas.microsoft.com/office/drawing/2014/main" id="{98ADD695-C9F5-48EF-ADAD-82B474F9F0DF}"/>
              </a:ext>
            </a:extLst>
          </p:cNvPr>
          <p:cNvSpPr>
            <a:spLocks xmlns:a="http://schemas.openxmlformats.org/drawingml/2006/main" noGrp="1"/>
          </p:cNvSpPr>
          <p:nvPr/>
        </p:nvSpPr>
        <p:spPr>
          <a:xfrm xmlns:a="http://schemas.openxmlformats.org/drawingml/2006/main">
            <a:off x="81915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d01f4b4210c480f"/>
          <a:srcRect xmlns:a="http://schemas.openxmlformats.org/drawingml/2006/main" l="0" t="39955" r="0" b="39955"/>
          <a:stretch xmlns:a="http://schemas.openxmlformats.org/drawingml/2006/main">
            <a:fillRect l="0" t="0" r="0" b="0"/>
          </a:stretch>
        </p:blipFill>
        <p:spPr>
          <a:xfrm xmlns:a="http://schemas.openxmlformats.org/drawingml/2006/main">
            <a:off x="8343900" y="2266950"/>
            <a:ext cx="5600700" cy="2000250"/>
          </a:xfrm>
          <a:prstGeom xmlns:a="http://schemas.openxmlformats.org/drawingml/2006/main" prst="rect">
            <a:avLst/>
          </a:prstGeom>
        </p:spPr>
      </p:pic>
      <p:sp>
        <p:nvSpPr>
          <p:cNvPr id="11" name="text-6">
            <a:extLst xmlns:a="http://schemas.openxmlformats.org/drawingml/2006/main">
              <a:ext uri="{FF2B5EF4-FFF2-40B4-BE49-F238E27FC236}">
                <a16:creationId xmlns:a16="http://schemas.microsoft.com/office/drawing/2014/main" id="{0EDF1EBB-1D4F-47F4-B2E4-FD015E097822}"/>
              </a:ext>
            </a:extLst>
          </p:cNvPr>
          <p:cNvSpPr>
            <a:spLocks xmlns:a="http://schemas.openxmlformats.org/drawingml/2006/main" noGrp="1"/>
          </p:cNvSpPr>
          <p:nvPr/>
        </p:nvSpPr>
        <p:spPr>
          <a:xfrm xmlns:a="http://schemas.openxmlformats.org/drawingml/2006/main">
            <a:off x="83439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Control fixture</a:t>
            </a:r>
          </a:p>
        </p:txBody>
      </p:sp>
      <p:sp>
        <p:nvSpPr>
          <p:cNvPr id="12" name="text-7">
            <a:extLst xmlns:a="http://schemas.openxmlformats.org/drawingml/2006/main">
              <a:ext uri="{FF2B5EF4-FFF2-40B4-BE49-F238E27FC236}">
                <a16:creationId xmlns:a16="http://schemas.microsoft.com/office/drawing/2014/main" id="{6B2E5188-8054-4E5C-AEBF-ED6ABA27AF83}"/>
              </a:ext>
            </a:extLst>
          </p:cNvPr>
          <p:cNvSpPr>
            <a:spLocks xmlns:a="http://schemas.openxmlformats.org/drawingml/2006/main" noGrp="1"/>
          </p:cNvSpPr>
          <p:nvPr/>
        </p:nvSpPr>
        <p:spPr>
          <a:xfrm xmlns:a="http://schemas.openxmlformats.org/drawingml/2006/main">
            <a:off x="83439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No banana appears</a:t>
            </a:r>
          </a:p>
        </p:txBody>
      </p:sp>
      <p:sp>
        <p:nvSpPr>
          <p:cNvPr id="13" name="text-8">
            <a:extLst xmlns:a="http://schemas.openxmlformats.org/drawingml/2006/main">
              <a:ext uri="{FF2B5EF4-FFF2-40B4-BE49-F238E27FC236}">
                <a16:creationId xmlns:a16="http://schemas.microsoft.com/office/drawing/2014/main" id="{8FB3A4BD-2B3B-4885-9F81-798829D1B8A9}"/>
              </a:ext>
            </a:extLst>
          </p:cNvPr>
          <p:cNvSpPr>
            <a:spLocks xmlns:a="http://schemas.openxmlformats.org/drawingml/2006/main" noGrp="1"/>
          </p:cNvSpPr>
          <p:nvPr/>
        </p:nvSpPr>
        <p:spPr>
          <a:xfrm xmlns:a="http://schemas.openxmlformats.org/drawingml/2006/main">
            <a:off x="83439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no false candidate</a:t>
            </a:r>
          </a:p>
        </p:txBody>
      </p:sp>
      <p:sp>
        <p:nvSpPr>
          <p:cNvPr id="14" name="text-9">
            <a:extLst xmlns:a="http://schemas.openxmlformats.org/drawingml/2006/main">
              <a:ext uri="{FF2B5EF4-FFF2-40B4-BE49-F238E27FC236}">
                <a16:creationId xmlns:a16="http://schemas.microsoft.com/office/drawing/2014/main" id="{F889C9DB-A81D-4CE5-8372-5FBF8A5F0C3A}"/>
              </a:ext>
            </a:extLst>
          </p:cNvPr>
          <p:cNvSpPr>
            <a:spLocks xmlns:a="http://schemas.openxmlformats.org/drawingml/2006/main" noGrp="1"/>
          </p:cNvSpPr>
          <p:nvPr/>
        </p:nvSpPr>
        <p:spPr>
          <a:xfrm xmlns:a="http://schemas.openxmlformats.org/drawingml/2006/main">
            <a:off x="723900" y="576262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025" b="1">
                <a:solidFill>
                  <a:srgbClr val="17667B"/>
                </a:solidFill>
                <a:latin typeface="Arial"/>
                <a:ea typeface="Arial"/>
                <a:cs typeface="Arial"/>
              </a:defRPr>
            </a:pPr>
            <a:r>
              <a:rPr sz="2025" b="1">
                <a:solidFill>
                  <a:srgbClr val="17667B"/>
                </a:solidFill>
                <a:latin typeface="Arial"/>
                <a:ea typeface="Arial"/>
                <a:cs typeface="Arial"/>
              </a:rPr>
              <a:t>The HITL uses either video in the same three-step journey</a:t>
            </a:r>
          </a:p>
        </p:txBody>
      </p:sp>
      <p:sp>
        <p:nvSpPr>
          <p:cNvPr id="15" name="text-10">
            <a:extLst xmlns:a="http://schemas.openxmlformats.org/drawingml/2006/main">
              <a:ext uri="{FF2B5EF4-FFF2-40B4-BE49-F238E27FC236}">
                <a16:creationId xmlns:a16="http://schemas.microsoft.com/office/drawing/2014/main" id="{E3A9E926-DA2E-414A-9C73-5BA7CFB0C5AD}"/>
              </a:ext>
            </a:extLst>
          </p:cNvPr>
          <p:cNvSpPr>
            <a:spLocks xmlns:a="http://schemas.openxmlformats.org/drawingml/2006/main" noGrp="1"/>
          </p:cNvSpPr>
          <p:nvPr/>
        </p:nvSpPr>
        <p:spPr>
          <a:xfrm xmlns:a="http://schemas.openxmlformats.org/drawingml/2006/main">
            <a:off x="13335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1  Choose</a:t>
            </a:r>
          </a:p>
        </p:txBody>
      </p:sp>
      <p:sp>
        <p:nvSpPr>
          <p:cNvPr id="16" name="text-11">
            <a:extLst xmlns:a="http://schemas.openxmlformats.org/drawingml/2006/main">
              <a:ext uri="{FF2B5EF4-FFF2-40B4-BE49-F238E27FC236}">
                <a16:creationId xmlns:a16="http://schemas.microsoft.com/office/drawing/2014/main" id="{C8841E52-6EAE-419B-B75F-70098B01FCAF}"/>
              </a:ext>
            </a:extLst>
          </p:cNvPr>
          <p:cNvSpPr>
            <a:spLocks xmlns:a="http://schemas.openxmlformats.org/drawingml/2006/main" noGrp="1"/>
          </p:cNvSpPr>
          <p:nvPr/>
        </p:nvSpPr>
        <p:spPr>
          <a:xfrm xmlns:a="http://schemas.openxmlformats.org/drawingml/2006/main">
            <a:off x="13335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Select the positive or control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video</a:t>
            </a:r>
          </a:p>
        </p:txBody>
      </p:sp>
      <p:sp>
        <p:nvSpPr>
          <p:cNvPr id="17" name="text-12">
            <a:extLst xmlns:a="http://schemas.openxmlformats.org/drawingml/2006/main">
              <a:ext uri="{FF2B5EF4-FFF2-40B4-BE49-F238E27FC236}">
                <a16:creationId xmlns:a16="http://schemas.microsoft.com/office/drawing/2014/main" id="{64217170-2B00-4774-A2B5-C6A5DF6DB087}"/>
              </a:ext>
            </a:extLst>
          </p:cNvPr>
          <p:cNvSpPr>
            <a:spLocks xmlns:a="http://schemas.openxmlformats.org/drawingml/2006/main" noGrp="1"/>
          </p:cNvSpPr>
          <p:nvPr/>
        </p:nvSpPr>
        <p:spPr>
          <a:xfrm xmlns:a="http://schemas.openxmlformats.org/drawingml/2006/main">
            <a:off x="561975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2  Observe</a:t>
            </a:r>
          </a:p>
        </p:txBody>
      </p:sp>
      <p:sp>
        <p:nvSpPr>
          <p:cNvPr id="18" name="text-13">
            <a:extLst xmlns:a="http://schemas.openxmlformats.org/drawingml/2006/main">
              <a:ext uri="{FF2B5EF4-FFF2-40B4-BE49-F238E27FC236}">
                <a16:creationId xmlns:a16="http://schemas.microsoft.com/office/drawing/2014/main" id="{092BDFE1-52F4-4069-B8CC-FBAA8718E568}"/>
              </a:ext>
            </a:extLst>
          </p:cNvPr>
          <p:cNvSpPr>
            <a:spLocks xmlns:a="http://schemas.openxmlformats.org/drawingml/2006/main" noGrp="1"/>
          </p:cNvSpPr>
          <p:nvPr/>
        </p:nvSpPr>
        <p:spPr>
          <a:xfrm xmlns:a="http://schemas.openxmlformats.org/drawingml/2006/main">
            <a:off x="561975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Watch playback and the provisional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signal</a:t>
            </a:r>
          </a:p>
        </p:txBody>
      </p:sp>
      <p:sp>
        <p:nvSpPr>
          <p:cNvPr id="19" name="text-14">
            <a:extLst xmlns:a="http://schemas.openxmlformats.org/drawingml/2006/main">
              <a:ext uri="{FF2B5EF4-FFF2-40B4-BE49-F238E27FC236}">
                <a16:creationId xmlns:a16="http://schemas.microsoft.com/office/drawing/2014/main" id="{C359EEE2-9BA2-4D4E-AA35-D4385DA82013}"/>
              </a:ext>
            </a:extLst>
          </p:cNvPr>
          <p:cNvSpPr>
            <a:spLocks xmlns:a="http://schemas.openxmlformats.org/drawingml/2006/main" noGrp="1"/>
          </p:cNvSpPr>
          <p:nvPr/>
        </p:nvSpPr>
        <p:spPr>
          <a:xfrm xmlns:a="http://schemas.openxmlformats.org/drawingml/2006/main">
            <a:off x="99060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3  Review</a:t>
            </a:r>
          </a:p>
        </p:txBody>
      </p:sp>
      <p:sp>
        <p:nvSpPr>
          <p:cNvPr id="20" name="text-15">
            <a:extLst xmlns:a="http://schemas.openxmlformats.org/drawingml/2006/main">
              <a:ext uri="{FF2B5EF4-FFF2-40B4-BE49-F238E27FC236}">
                <a16:creationId xmlns:a16="http://schemas.microsoft.com/office/drawing/2014/main" id="{289C707B-EC05-4C16-BAF5-E52C13EDC9F4}"/>
              </a:ext>
            </a:extLst>
          </p:cNvPr>
          <p:cNvSpPr>
            <a:spLocks xmlns:a="http://schemas.openxmlformats.org/drawingml/2006/main" noGrp="1"/>
          </p:cNvSpPr>
          <p:nvPr/>
        </p:nvSpPr>
        <p:spPr>
          <a:xfrm xmlns:a="http://schemas.openxmlformats.org/drawingml/2006/main">
            <a:off x="99060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Inspect the report, images, and</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event log</a:t>
            </a:r>
          </a:p>
        </p:txBody>
      </p:sp>
      <p:sp>
        <p:nvSpPr>
          <p:cNvPr id="21" name="text-16">
            <a:extLst xmlns:a="http://schemas.openxmlformats.org/drawingml/2006/main">
              <a:ext uri="{FF2B5EF4-FFF2-40B4-BE49-F238E27FC236}">
                <a16:creationId xmlns:a16="http://schemas.microsoft.com/office/drawing/2014/main" id="{37FC1C99-B5BC-4FD0-86DC-F1A58C1BB74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2" name="text-17">
            <a:extLst xmlns:a="http://schemas.openxmlformats.org/drawingml/2006/main">
              <a:ext uri="{FF2B5EF4-FFF2-40B4-BE49-F238E27FC236}">
                <a16:creationId xmlns:a16="http://schemas.microsoft.com/office/drawing/2014/main" id="{BBA54B79-2580-4799-BA84-F1CE8F5A5CF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3229e25a1074423"/>
              </a:rPr>
              <a:t>Fixture annotations</a:t>
            </a:r>
          </a:p>
        </p:txBody>
      </p:sp>
      <p:sp>
        <p:nvSpPr>
          <p:cNvPr id="23" name="text-18">
            <a:extLst xmlns:a="http://schemas.openxmlformats.org/drawingml/2006/main">
              <a:ext uri="{FF2B5EF4-FFF2-40B4-BE49-F238E27FC236}">
                <a16:creationId xmlns:a16="http://schemas.microsoft.com/office/drawing/2014/main" id="{C8266FA8-84BB-4068-B10C-B999962A11A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0da07969f4d46b8"/>
              </a:rPr>
              <a:t>Fixture resources</a:t>
            </a:r>
          </a:p>
        </p:txBody>
      </p:sp>
      <p:sp>
        <p:nvSpPr>
          <p:cNvPr id="24" name="text-19">
            <a:extLst xmlns:a="http://schemas.openxmlformats.org/drawingml/2006/main">
              <a:ext uri="{FF2B5EF4-FFF2-40B4-BE49-F238E27FC236}">
                <a16:creationId xmlns:a16="http://schemas.microsoft.com/office/drawing/2014/main" id="{D4D54A02-D674-40A4-B264-D70CEBAF572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49453e0f82e41d8"/>
              </a:rPr>
              <a:t>Harness screen</a:t>
            </a:r>
          </a:p>
        </p:txBody>
      </p:sp>
      <p:sp>
        <p:nvSpPr>
          <p:cNvPr id="25" name="text-20">
            <a:extLst xmlns:a="http://schemas.openxmlformats.org/drawingml/2006/main">
              <a:ext uri="{FF2B5EF4-FFF2-40B4-BE49-F238E27FC236}">
                <a16:creationId xmlns:a16="http://schemas.microsoft.com/office/drawing/2014/main" id="{1AB98A57-B353-431C-98CA-9DC0CC965CF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12857159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66945B91-9E88-4797-BFB2-F2D26DC9A2E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DB54AB36-246D-42A1-96DF-A64581B73AD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AC76482A-996A-4A60-9019-DC990CC656D0}"/>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EDDB2EA4-47CB-4C55-B808-DAEFF8DD2A0C}"/>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2BCC1851-7D8F-4B71-AB78-06E304D49FB1}"/>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F40F0927-FC27-4821-9F15-04FA84F0627C}"/>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B4157E6E-0757-4AB1-AB4D-1EC77D10DC31}"/>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3D56B177-1F01-40D4-A9A6-A6D99CD679EE}"/>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EA7919FB-34E9-447E-BC6F-69C168EA6A3D}"/>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1F9027FF-434D-4B83-A462-BA14F53E57F7}"/>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E858CE8A-F9E3-469D-B2DA-1B157DFE855B}"/>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F54DECAB-D330-4103-BAD4-27A0C15D0C9A}"/>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756AC19A-E940-4472-8D8A-222885B02B8D}"/>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78E69AE2-CD4E-4AA8-9274-3E8848A733D4}"/>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FB48A798-559C-4C69-B75B-925EA957BFE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3FEF0E50-8C40-4FDB-82FD-0D5E1A88F1A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328d7686ba34dff"/>
              </a:rPr>
              <a:t>Mac gate</a:t>
            </a:r>
          </a:p>
        </p:txBody>
      </p:sp>
      <p:sp>
        <p:nvSpPr>
          <p:cNvPr id="17" name="text-14">
            <a:extLst xmlns:a="http://schemas.openxmlformats.org/drawingml/2006/main">
              <a:ext uri="{FF2B5EF4-FFF2-40B4-BE49-F238E27FC236}">
                <a16:creationId xmlns:a16="http://schemas.microsoft.com/office/drawing/2014/main" id="{EF30A9DA-90D8-4E0D-8178-D902072636C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47312c69af74508"/>
              </a:rPr>
              <a:t>Integration tests</a:t>
            </a:r>
          </a:p>
        </p:txBody>
      </p:sp>
      <p:sp>
        <p:nvSpPr>
          <p:cNvPr id="18" name="text-15">
            <a:extLst xmlns:a="http://schemas.openxmlformats.org/drawingml/2006/main">
              <a:ext uri="{FF2B5EF4-FFF2-40B4-BE49-F238E27FC236}">
                <a16:creationId xmlns:a16="http://schemas.microsoft.com/office/drawing/2014/main" id="{17ABC5BC-3FA8-446C-802B-B2B8F2194A0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66e76ba92b04b2a"/>
              </a:rPr>
              <a:t>App tests</a:t>
            </a:r>
          </a:p>
        </p:txBody>
      </p:sp>
      <p:sp>
        <p:nvSpPr>
          <p:cNvPr id="19" name="text-16">
            <a:extLst xmlns:a="http://schemas.openxmlformats.org/drawingml/2006/main">
              <a:ext uri="{FF2B5EF4-FFF2-40B4-BE49-F238E27FC236}">
                <a16:creationId xmlns:a16="http://schemas.microsoft.com/office/drawing/2014/main" id="{A0A3B60C-E89F-4BE2-B7E2-482C9F20CC4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7316470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CFD227E0-DC86-469F-B481-7C3FEAB1A3A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6FAF3ED0-1DDA-486E-9F87-424EF385349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94DC204F-A0A4-4C9A-82CE-B3DB94DBE6A9}"/>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25F65218-4464-4CDE-8AA1-6C3714637EB5}"/>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67ADE268-917F-4471-873C-CA093085091B}"/>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EEABC1EC-D4A3-42F3-82B4-4A137674D1F2}"/>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7CFDAB1-89B0-49AC-84BE-C0D860D79A79}"/>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AA7E10C-32C4-491B-AB79-06880A34D8C6}"/>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427F4506-1C73-4168-9E0D-F12CE9B2F640}"/>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E13CE480-BEDE-432E-9599-927E90ABAA69}"/>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3E7892D-8D3C-494B-9696-ECDDC7BA3C09}"/>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FAB249FE-2DC9-4009-9285-F867680B99D5}"/>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BE1017F7-D1D7-4417-A4D9-0E0A5F4EB673}"/>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EC72C836-19EE-4A8A-A430-C0EE2516E741}"/>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F977BC6-6B3D-4F1E-9FAD-8DF00F9A931B}"/>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C62D0024-AED5-47FC-ACBB-A7BA17F378CB}"/>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689F7948-B376-4263-9618-CDDF498876BD}"/>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89A5BE6A-94F1-431E-859C-DA98B1B08458}"/>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317DFEE-B69B-48D8-B5C3-D8525442CAC6}"/>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B4322890-7B27-4D96-AF9C-49A93F1C4E6F}"/>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6C8B07BD-7AD3-4A8B-88F6-467A35620F75}"/>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B1B935E2-547D-4766-863A-052CF8DBAF4D}"/>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739D3FE5-5E8C-48A4-8F6B-939C7BDF0A4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5E070DBB-841A-41A7-B447-EDAC70FC6F3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8bb6ffd32a7405f"/>
              </a:rPr>
              <a:t>Core package</a:t>
            </a:r>
          </a:p>
        </p:txBody>
      </p:sp>
      <p:sp>
        <p:nvSpPr>
          <p:cNvPr id="25" name="text-15">
            <a:extLst xmlns:a="http://schemas.openxmlformats.org/drawingml/2006/main">
              <a:ext uri="{FF2B5EF4-FFF2-40B4-BE49-F238E27FC236}">
                <a16:creationId xmlns:a16="http://schemas.microsoft.com/office/drawing/2014/main" id="{10C9AEB7-FE92-48CD-8E7F-0A3B2F66833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7ccc07d35fe4181"/>
              </a:rPr>
              <a:t>Harness</a:t>
            </a:r>
          </a:p>
        </p:txBody>
      </p:sp>
      <p:sp>
        <p:nvSpPr>
          <p:cNvPr id="26" name="text-16">
            <a:extLst xmlns:a="http://schemas.openxmlformats.org/drawingml/2006/main">
              <a:ext uri="{FF2B5EF4-FFF2-40B4-BE49-F238E27FC236}">
                <a16:creationId xmlns:a16="http://schemas.microsoft.com/office/drawing/2014/main" id="{035290EC-2E6E-4856-9CE5-7A972235FDF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5f5b29d000b4ddf"/>
              </a:rPr>
              <a:t>Evaluator</a:t>
            </a:r>
          </a:p>
        </p:txBody>
      </p:sp>
      <p:sp>
        <p:nvSpPr>
          <p:cNvPr id="27" name="text-17">
            <a:extLst xmlns:a="http://schemas.openxmlformats.org/drawingml/2006/main">
              <a:ext uri="{FF2B5EF4-FFF2-40B4-BE49-F238E27FC236}">
                <a16:creationId xmlns:a16="http://schemas.microsoft.com/office/drawing/2014/main" id="{A11CFB9B-50A6-4F18-907E-7443F04CA4F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7023416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090EDC02-45E8-4C5C-B048-AFCA9EF1836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8400DABF-03CE-4B9D-92B8-4F56DA94EFE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7472C38A-AA02-42D6-A71C-6151A758D49B}"/>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73B1363B-74C1-4503-9047-13003A4E2B3C}"/>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B71FA731-7E28-4AAE-8621-59BD5912EE63}"/>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27D384EB-2F89-47EA-AD8B-D6C48E212210}"/>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3402EA9-3CA2-4185-81F6-5913546348A0}"/>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17AE2E7-6A11-413A-B7B5-2FCA9C915439}"/>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256D9D15-43A0-44B2-BC8A-2CFEDA770B95}"/>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874726AA-025B-4A9F-AFE0-14B4922F8471}"/>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A920E1C-D026-4287-872B-2B2EE105F64D}"/>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A91C4DE8-ED86-42B2-9D11-561D8D630A27}"/>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8418B3D9-6EF4-4A55-9C32-890A857D4779}"/>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4376399E-EF67-4C2D-80A2-337A1F1457B9}"/>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ED8902A-1EE5-47D4-8BCC-306435A03F7A}"/>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0251885E-32DC-4AB0-94DE-68F61227D818}"/>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64712217-E19C-46A0-88FD-0FFDA9185E09}"/>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62577422-8DA8-4571-8B77-C3CD7B09F000}"/>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09EA026-F61D-4C95-A703-84105D01C39D}"/>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A8B328F3-2723-48A2-898E-770D66EA4995}"/>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54BFA726-D81C-4E0D-91A4-9D4F15A10082}"/>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811C1844-9C4B-4FB6-9CD2-0BCC7633BA5F}"/>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54E5F131-E951-4718-A084-002446FC793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35FF4D10-5CA9-422F-9079-402F76BD8E7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21409f0d4734e36"/>
              </a:rPr>
              <a:t>Pipeline source</a:t>
            </a:r>
          </a:p>
        </p:txBody>
      </p:sp>
      <p:sp>
        <p:nvSpPr>
          <p:cNvPr id="25" name="text-15">
            <a:extLst xmlns:a="http://schemas.openxmlformats.org/drawingml/2006/main">
              <a:ext uri="{FF2B5EF4-FFF2-40B4-BE49-F238E27FC236}">
                <a16:creationId xmlns:a16="http://schemas.microsoft.com/office/drawing/2014/main" id="{12941168-BB9B-4EB5-ADFC-280A281DC2C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f114925ddc6473e"/>
              </a:rPr>
              <a:t>Recorder</a:t>
            </a:r>
          </a:p>
        </p:txBody>
      </p:sp>
      <p:sp>
        <p:nvSpPr>
          <p:cNvPr id="26" name="text-16">
            <a:extLst xmlns:a="http://schemas.openxmlformats.org/drawingml/2006/main">
              <a:ext uri="{FF2B5EF4-FFF2-40B4-BE49-F238E27FC236}">
                <a16:creationId xmlns:a16="http://schemas.microsoft.com/office/drawing/2014/main" id="{B9D418D2-676B-4712-939E-1012DE2AA0D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0f977c0405d4709"/>
              </a:rPr>
              <a:t>Pipeline tests</a:t>
            </a:r>
          </a:p>
        </p:txBody>
      </p:sp>
      <p:sp>
        <p:nvSpPr>
          <p:cNvPr id="27" name="text-17">
            <a:extLst xmlns:a="http://schemas.openxmlformats.org/drawingml/2006/main">
              <a:ext uri="{FF2B5EF4-FFF2-40B4-BE49-F238E27FC236}">
                <a16:creationId xmlns:a16="http://schemas.microsoft.com/office/drawing/2014/main" id="{857E1724-6C91-485E-A8B3-76647A4DF6D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20284006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7DE29650-6CAA-498E-BC25-A06ABFB0B05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EE4EDEA8-9321-4A20-8FCA-F0C58A64024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41A77467-87C4-4AFE-BF18-8482C4D3137A}"/>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C7A4622-501B-4BB0-B05B-BC0C2257A62B}"/>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A01FAC27-6BA2-4E88-AA77-2CF4D9A71419}"/>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F4167A5E-E5DF-4D79-8957-F2D2438AF2FC}"/>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98DAD67-B3BA-4F0E-BAB6-1816B4F96BA8}"/>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84D9B2F9-8D49-4BDD-8A72-AAB2E591C1C8}"/>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01081587-793A-4E71-B1A8-CDDE206B0ECE}"/>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5F03D88B-21D3-45B1-8533-0A65AA71C9B8}"/>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99E22BC-342E-4916-A798-B48C6335B9C8}"/>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D136028F-6419-4B3D-BFE5-9A52D427A266}"/>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F06F6BD4-2D78-45F8-A742-992441F09B6E}"/>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0AA6C35A-78D6-4816-81A3-170BA8B7BCDE}"/>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784CAB1-DA16-439B-ACE4-D1A52BD71CC1}"/>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4B73600C-9603-4364-883D-201FC6B01969}"/>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5200A3EA-E314-4D15-A013-523469733192}"/>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41835F53-81C2-4403-848F-FDB87C8F0F11}"/>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CC44D31-7016-4B74-BB53-2956C78F1DDA}"/>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C695E280-CAB6-474B-A80A-D7F5715D0F30}"/>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FC6B6C15-8595-4502-A13C-419571EF142F}"/>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61E08E15-BB48-43CD-B58A-FA7CFE99593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326FC2D0-15BA-4900-BE9B-09E99645A61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E7212702-5605-4F92-885A-A89BE18FD98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be8feb6277c4781"/>
              </a:rPr>
              <a:t>Pipeline</a:t>
            </a:r>
          </a:p>
        </p:txBody>
      </p:sp>
      <p:sp>
        <p:nvSpPr>
          <p:cNvPr id="25" name="text-15">
            <a:extLst xmlns:a="http://schemas.openxmlformats.org/drawingml/2006/main">
              <a:ext uri="{FF2B5EF4-FFF2-40B4-BE49-F238E27FC236}">
                <a16:creationId xmlns:a16="http://schemas.microsoft.com/office/drawing/2014/main" id="{70CA0203-4E3C-45EB-BB21-A3D17808712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5919f4826f84d53"/>
              </a:rPr>
              <a:t>Recorder</a:t>
            </a:r>
          </a:p>
        </p:txBody>
      </p:sp>
      <p:sp>
        <p:nvSpPr>
          <p:cNvPr id="26" name="text-16">
            <a:extLst xmlns:a="http://schemas.openxmlformats.org/drawingml/2006/main">
              <a:ext uri="{FF2B5EF4-FFF2-40B4-BE49-F238E27FC236}">
                <a16:creationId xmlns:a16="http://schemas.microsoft.com/office/drawing/2014/main" id="{A5AAB3E9-D8C6-415E-B543-94C35CD95F3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9ee34326a824cc7"/>
              </a:rPr>
              <a:t>Harness model</a:t>
            </a:r>
          </a:p>
        </p:txBody>
      </p:sp>
      <p:sp>
        <p:nvSpPr>
          <p:cNvPr id="27" name="text-17">
            <a:extLst xmlns:a="http://schemas.openxmlformats.org/drawingml/2006/main">
              <a:ext uri="{FF2B5EF4-FFF2-40B4-BE49-F238E27FC236}">
                <a16:creationId xmlns:a16="http://schemas.microsoft.com/office/drawing/2014/main" id="{775513D1-F958-4D01-8A7A-E2DCBBF2628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11522611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2026-09-21T02:04:20.2690000Z</dcterms:created>
  <dcterms:modified xsi:type="dcterms:W3CDTF">2026-09-21T02:04:20.2690000Z</dcterms:modified>
</coreProperties>
</file>