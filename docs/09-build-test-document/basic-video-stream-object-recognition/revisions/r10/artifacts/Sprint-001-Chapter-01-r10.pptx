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fae3e0610b4e85" /><Relationship Type="http://schemas.openxmlformats.org/officeDocument/2006/relationships/extended-properties" Target="/docProps/app.xml" Id="R9efd9f73157d404b" /><Relationship Type="http://schemas.openxmlformats.org/officeDocument/2006/relationships/officeDocument" Target="/ppt/presentation.xml" Id="Rbc6d7e57ddca4ed0" /></Relationships>
</file>

<file path=ppt/presentation.xml><?xml version="1.0" encoding="utf-8"?>
<p:presentation xmlns:p="http://schemas.openxmlformats.org/presentationml/2006/main">
  <p:sldMasterIdLst>
    <p:sldMasterId xmlns:r="http://schemas.openxmlformats.org/officeDocument/2006/relationships" id="2147483648" r:id="Rbe16b376673844da"/>
  </p:sldMasterIdLst>
  <p:notesMasterIdLst>
    <p:notesMasterId xmlns:r="http://schemas.openxmlformats.org/officeDocument/2006/relationships" r:id="R0e3437e967124236"/>
  </p:notesMasterIdLst>
  <p:sldIdLst>
    <p:sldId xmlns:r="http://schemas.openxmlformats.org/officeDocument/2006/relationships" id="256" r:id="R165e14bc62e44513"/>
    <p:sldId xmlns:r="http://schemas.openxmlformats.org/officeDocument/2006/relationships" id="257" r:id="R1b9c455029f7419c"/>
    <p:sldId xmlns:r="http://schemas.openxmlformats.org/officeDocument/2006/relationships" id="258" r:id="R99a6bf15924e44dc"/>
    <p:sldId xmlns:r="http://schemas.openxmlformats.org/officeDocument/2006/relationships" id="259" r:id="Ra5e7f23372114261"/>
    <p:sldId xmlns:r="http://schemas.openxmlformats.org/officeDocument/2006/relationships" id="260" r:id="Rb4c3ed16c14a42dc"/>
    <p:sldId xmlns:r="http://schemas.openxmlformats.org/officeDocument/2006/relationships" id="261" r:id="R29a2e00d66dd40bf"/>
    <p:sldId xmlns:r="http://schemas.openxmlformats.org/officeDocument/2006/relationships" id="262" r:id="R06dbacb89156419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d4fc4dfdb14518" /><Relationship Type="http://schemas.openxmlformats.org/officeDocument/2006/relationships/slideMaster" Target="/ppt/slideMasters/slideMaster1.xml" Id="Rbe16b376673844da" /><Relationship Type="http://schemas.openxmlformats.org/officeDocument/2006/relationships/notesMaster" Target="/ppt/notesMasters/notesMaster1.xml" Id="R0e3437e967124236" /><Relationship Type="http://schemas.openxmlformats.org/officeDocument/2006/relationships/presProps" Target="/ppt/presProps.xml" Id="R111b7abecbb34331" /><Relationship Type="http://schemas.openxmlformats.org/officeDocument/2006/relationships/tableStyles" Target="/ppt/tableStyles.xml" Id="Rd0977ed106674fb1" /><Relationship Type="http://schemas.openxmlformats.org/officeDocument/2006/relationships/slide" Target="/ppt/slides/slide1.xml" Id="R165e14bc62e44513" /><Relationship Type="http://schemas.openxmlformats.org/officeDocument/2006/relationships/slide" Target="/ppt/slides/slide2.xml" Id="R1b9c455029f7419c" /><Relationship Type="http://schemas.openxmlformats.org/officeDocument/2006/relationships/slide" Target="/ppt/slides/slide3.xml" Id="R99a6bf15924e44dc" /><Relationship Type="http://schemas.openxmlformats.org/officeDocument/2006/relationships/slide" Target="/ppt/slides/slide4.xml" Id="Ra5e7f23372114261" /><Relationship Type="http://schemas.openxmlformats.org/officeDocument/2006/relationships/slide" Target="/ppt/slides/slide5.xml" Id="Rb4c3ed16c14a42dc" /><Relationship Type="http://schemas.openxmlformats.org/officeDocument/2006/relationships/slide" Target="/ppt/slides/slide6.xml" Id="R29a2e00d66dd40bf" /><Relationship Type="http://schemas.openxmlformats.org/officeDocument/2006/relationships/slide" Target="/ppt/slides/slide7.xml" Id="R06dbacb8915641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1f6ec32b3941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a768e31eb94aa8" /><Relationship Type="http://schemas.openxmlformats.org/officeDocument/2006/relationships/notesMaster" Target="/ppt/notesMasters/notesMaster1.xml" Id="R429f318fbac046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1fc20b16ea4223" /><Relationship Type="http://schemas.openxmlformats.org/officeDocument/2006/relationships/notesMaster" Target="/ppt/notesMasters/notesMaster1.xml" Id="R632ed398c3e549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87d1d927864b4e" /><Relationship Type="http://schemas.openxmlformats.org/officeDocument/2006/relationships/notesMaster" Target="/ppt/notesMasters/notesMaster1.xml" Id="R5e9864be322045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8a48889e1d499d" /><Relationship Type="http://schemas.openxmlformats.org/officeDocument/2006/relationships/notesMaster" Target="/ppt/notesMasters/notesMaster1.xml" Id="R69e3fcf826b347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bc77bf63d64897" /><Relationship Type="http://schemas.openxmlformats.org/officeDocument/2006/relationships/notesMaster" Target="/ppt/notesMasters/notesMaster1.xml" Id="R7508aa126f4b43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7b6e8e83b44944" /><Relationship Type="http://schemas.openxmlformats.org/officeDocument/2006/relationships/notesMaster" Target="/ppt/notesMasters/notesMaster1.xml" Id="Rbcb6fbb6474744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ef407d82084d8d" /><Relationship Type="http://schemas.openxmlformats.org/officeDocument/2006/relationships/notesMaster" Target="/ppt/notesMasters/notesMaster1.xml" Id="R24c44449fdca49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walkthrough explains AIShopVision's first foundation: Apple Vision raises a provisional signal while a prerecorded video is still playing.</a:t>
            </a:r>
          </a:p>
          <a:p xmlns:a="http://schemas.openxmlformats.org/drawingml/2006/main">
            <a:r>
              <a:t/>
            </a:r>
          </a:p>
          <a:p xmlns:a="http://schemas.openxmlformats.org/drawingml/2006/main">
            <a:r>
              <a:t>Need the broader AIShop purpose first? Use the visible product-intent link. It explains the shopper outcome that this technical foundation serves.</a:t>
            </a:r>
          </a:p>
          <a:p xmlns:a="http://schemas.openxmlformats.org/drawingml/2006/main">
            <a:r>
              <a:t/>
            </a:r>
          </a:p>
          <a:p xmlns:a="http://schemas.openxmlformats.org/drawingml/2006/main">
            <a:r>
              <a:t>Next come two real fixture videos and the HITL journey. The positive fixture contains a banana. The control fixture does not. The system must raise a provisional signal only when its evidence supports it.</a:t>
            </a:r>
          </a:p>
          <a:p xmlns:a="http://schemas.openxmlformats.org/drawingml/2006/main">
            <a:r>
              <a:t/>
            </a:r>
          </a:p>
          <a:p xmlns:a="http://schemas.openxmlformats.org/drawingml/2006/main">
            <a:r>
              <a:t>The four chapters then cover architecture, frame analysis, episodes and evidence, and verification. The HITL, Human in the Loop, reviews evidence and observes the physical-iPhone run. Live camera capture and general object detection remain outside this sprint.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The HITL selects either fixture, watches the signal while video arrives, then reviews the saved evidence. Both fixtures enter the same local production pipeline. A possible-match episode belongs only to the positive video. The control video must finish with no false candidate. The next slide explains the evidence required for each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1f323641824a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d76f9202424963" /><Relationship Type="http://schemas.openxmlformats.org/officeDocument/2006/relationships/slideLayout" Target="/ppt/slideLayouts/slideLayout1.xml" Id="R20d01c2798fd46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d01c2798fd46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645e1d9a2d457c" /><Relationship Type="http://schemas.openxmlformats.org/officeDocument/2006/relationships/hyperlink" Target="file:///Users/paboelustodo/Library/CloudStorage/GoogleDrive-pablo.elustondo@gmail.com/My%20Drive%202/1-GIT-PROJECTS/aishop/ios/AIShop/01-docs/02-intent/intent.md" TargetMode="External" Id="R6e2f9de9db324e71" /><Relationship Type="http://schemas.openxmlformats.org/officeDocument/2006/relationships/notesSlide" Target="/ppt/notesSlides/notesSlide1.xml" Id="R8723547cbcf84e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e1da8401674dc9"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ad6fb89ccb5e4767" /><Relationship Type="http://schemas.openxmlformats.org/officeDocument/2006/relationships/notesSlide" Target="/ppt/notesSlides/notesSlide2.xml" Id="Ra51845d3588941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ac37cf79d44545" /><Relationship Type="http://schemas.openxmlformats.org/officeDocument/2006/relationships/image" Target="/ppt/media/image.jpeg" Id="R69ed6033c6594e80" /><Relationship Type="http://schemas.openxmlformats.org/officeDocument/2006/relationships/image" Target="/ppt/media/image2.jpeg" Id="Rf789a3988eee4a5a"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97469df0a3754e4f" /><Relationship Type="http://schemas.openxmlformats.org/officeDocument/2006/relationships/hyperlink" Target="file:///Users/paboelustodo/Library/CloudStorage/GoogleDrive-pablo.elustondo@gmail.com/My%20Drive%202/1-GIT-PROJECTS/aishop/ios/AIShop/AIShopVision/Tests/AIShopVisionTests/Resources" TargetMode="External" Id="R6794dc35b7fd4e9f" /><Relationship Type="http://schemas.openxmlformats.org/officeDocument/2006/relationships/hyperlink" Target="file:///Users/paboelustodo/Library/CloudStorage/GoogleDrive-pablo.elustondo@gmail.com/My%20Drive%202/1-GIT-PROJECTS/aishop/ios/AIShop/AIShop/Diagnostics/VisionDiagnosticHarness.swift" TargetMode="External" Id="R8c0bf1b50ef24689" /><Relationship Type="http://schemas.openxmlformats.org/officeDocument/2006/relationships/notesSlide" Target="/ppt/notesSlides/notesSlide3.xml" Id="Ra8703e64f6b942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8d68053ec74733" /><Relationship Type="http://schemas.openxmlformats.org/officeDocument/2006/relationships/hyperlink" Target="file:///Users/paboelustodo/Library/CloudStorage/GoogleDrive-pablo.elustondo@gmail.com/My%20Drive%202/1-GIT-PROJECTS/aishop/e2e/ios/run.zsh" TargetMode="External" Id="R8709d5d684ee4eb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ffb2a3fdf2f3430e" /><Relationship Type="http://schemas.openxmlformats.org/officeDocument/2006/relationships/hyperlink" Target="file:///Users/paboelustodo/Library/CloudStorage/GoogleDrive-pablo.elustondo@gmail.com/My%20Drive%202/1-GIT-PROJECTS/aishop/ios/AIShop/AIShopTests/" TargetMode="External" Id="R223e45b3d2ad428d" /><Relationship Type="http://schemas.openxmlformats.org/officeDocument/2006/relationships/notesSlide" Target="/ppt/notesSlides/notesSlide4.xml" Id="R9585d88620a446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86ec3798e34667" /><Relationship Type="http://schemas.openxmlformats.org/officeDocument/2006/relationships/hyperlink" Target="file:///Users/paboelustodo/Library/CloudStorage/GoogleDrive-pablo.elustondo@gmail.com/My%20Drive%202/1-GIT-PROJECTS/aishop/ios/AIShop/AIShopVision/Sources/AIShopVision/" TargetMode="External" Id="Rc54a506311124b54" /><Relationship Type="http://schemas.openxmlformats.org/officeDocument/2006/relationships/hyperlink" Target="file:///Users/paboelustodo/Library/CloudStorage/GoogleDrive-pablo.elustondo@gmail.com/My%20Drive%202/1-GIT-PROJECTS/aishop/ios/AIShop/AIShop/Diagnostics/" TargetMode="External" Id="Rc2c607183ca44942" /><Relationship Type="http://schemas.openxmlformats.org/officeDocument/2006/relationships/hyperlink" Target="file:///Users/paboelustodo/Library/CloudStorage/GoogleDrive-pablo.elustondo@gmail.com/My%20Drive%202/1-GIT-PROJECTS/aishop/ios/AIShop/AIShopVision/Sources/AIShopVisionEvaluation/" TargetMode="External" Id="R0fca50df44fc4597" /><Relationship Type="http://schemas.openxmlformats.org/officeDocument/2006/relationships/notesSlide" Target="/ppt/notesSlides/notesSlide5.xml" Id="Rb22f7e3592f649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c216f83715468e"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9eceb05b15a040c5"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7a546bcebc7641f4"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613439381370463d" /><Relationship Type="http://schemas.openxmlformats.org/officeDocument/2006/relationships/notesSlide" Target="/ppt/notesSlides/notesSlide6.xml" Id="Rb63d4029c5e44e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df1386c5fd4786"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f392afce59224a02"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2c32d7a6da6746f5" /><Relationship Type="http://schemas.openxmlformats.org/officeDocument/2006/relationships/hyperlink" Target="file:///Users/paboelustodo/Library/CloudStorage/GoogleDrive-pablo.elustondo@gmail.com/My%20Drive%202/1-GIT-PROJECTS/aishop/ios/AIShop/AIShop/Diagnostics/VisionHarnessModel.swift" TargetMode="External" Id="Rc8782739d9834187" /><Relationship Type="http://schemas.openxmlformats.org/officeDocument/2006/relationships/notesSlide" Target="/ppt/notesSlides/notesSlide7.xml" Id="R914d6f8d09754a7c"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D2BD7E4-42A8-4C6E-818D-E27C6643E056}"/>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D038366B-C7E2-4DE8-90B5-95F3F2B5CEF3}"/>
              </a:ext>
            </a:extLst>
          </p:cNvPr>
          <p:cNvSpPr>
            <a:spLocks xmlns:a="http://schemas.openxmlformats.org/drawingml/2006/main" noGrp="1"/>
          </p:cNvSpPr>
          <p:nvPr/>
        </p:nvSpPr>
        <p:spPr>
          <a:xfrm xmlns:a="http://schemas.openxmlformats.org/drawingml/2006/main">
            <a:off x="838200" y="2400300"/>
            <a:ext cx="13563600" cy="942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Finding a known product</a:t>
            </a:r>
          </a:p>
        </p:txBody>
      </p:sp>
      <p:sp>
        <p:nvSpPr>
          <p:cNvPr id="3" name="text-2">
            <a:extLst xmlns:a="http://schemas.openxmlformats.org/drawingml/2006/main">
              <a:ext uri="{FF2B5EF4-FFF2-40B4-BE49-F238E27FC236}">
                <a16:creationId xmlns:a16="http://schemas.microsoft.com/office/drawing/2014/main" id="{EE143088-5E0C-4263-B7A0-A22BDCAE176F}"/>
              </a:ext>
            </a:extLst>
          </p:cNvPr>
          <p:cNvSpPr>
            <a:spLocks xmlns:a="http://schemas.openxmlformats.org/drawingml/2006/main" noGrp="1"/>
          </p:cNvSpPr>
          <p:nvPr/>
        </p:nvSpPr>
        <p:spPr>
          <a:xfrm xmlns:a="http://schemas.openxmlformats.org/drawingml/2006/main">
            <a:off x="876300" y="5105400"/>
            <a:ext cx="13487400" cy="1506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Apple Vision watches prerecorded video and signals a</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possible match before it ends</a:t>
            </a:r>
          </a:p>
        </p:txBody>
      </p:sp>
      <p:sp>
        <p:nvSpPr>
          <p:cNvPr id="4" name="text-3">
            <a:extLst xmlns:a="http://schemas.openxmlformats.org/drawingml/2006/main">
              <a:ext uri="{FF2B5EF4-FFF2-40B4-BE49-F238E27FC236}">
                <a16:creationId xmlns:a16="http://schemas.microsoft.com/office/drawing/2014/main" id="{AE92FE2A-02BD-4DBF-AB31-8563D0DD9D05}"/>
              </a:ext>
            </a:extLst>
          </p:cNvPr>
          <p:cNvSpPr>
            <a:spLocks xmlns:a="http://schemas.openxmlformats.org/drawingml/2006/main" noGrp="1"/>
          </p:cNvSpPr>
          <p:nvPr/>
        </p:nvSpPr>
        <p:spPr>
          <a:xfrm xmlns:a="http://schemas.openxmlformats.org/drawingml/2006/main">
            <a:off x="876300" y="6572250"/>
            <a:ext cx="134874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u="sng">
                <a:solidFill>
                  <a:srgbClr val="A8D6DD"/>
                </a:solidFill>
                <a:latin typeface="Arial"/>
                <a:ea typeface="Arial"/>
                <a:cs typeface="Arial"/>
              </a:defRPr>
            </a:pPr>
            <a:r>
              <a:rPr sz="2025" b="0" u="sng">
                <a:solidFill>
                  <a:srgbClr val="A8D6DD"/>
                </a:solidFill>
                <a:latin typeface="Arial"/>
                <a:ea typeface="Arial"/>
                <a:cs typeface="Arial"/>
                <a:hlinkClick xmlns:r="http://schemas.openxmlformats.org/officeDocument/2006/relationships" r:id="R6e2f9de9db324e71"/>
              </a:rPr>
              <a:t>Start with AIShop product intent</a:t>
            </a:r>
          </a:p>
        </p:txBody>
      </p:sp>
      <p:sp>
        <p:nvSpPr>
          <p:cNvPr id="5" name="text-4">
            <a:extLst xmlns:a="http://schemas.openxmlformats.org/drawingml/2006/main">
              <a:ext uri="{FF2B5EF4-FFF2-40B4-BE49-F238E27FC236}">
                <a16:creationId xmlns:a16="http://schemas.microsoft.com/office/drawing/2014/main" id="{3E5E905C-C953-4B42-86E1-E71EA569743B}"/>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10 / working tree / 20 September 2026</a:t>
            </a:r>
          </a:p>
        </p:txBody>
      </p:sp>
    </p:spTree>
    <p:extLst>
      <p:ext uri="{BB962C8B-B14F-4D97-AF65-F5344CB8AC3E}">
        <p14:creationId xmlns:p14="http://schemas.microsoft.com/office/powerpoint/2010/main" val="9990264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4259C860-092E-43CE-B370-80921EFB01F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E471F845-6B68-400F-B3F8-3CCCAE44059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63BAA6C2-9BB5-483B-8F6C-CB2E77AA025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BE851015-FC04-467D-ABB0-6123530B30D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28C43D6D-B368-40DE-B746-97D3ADDDF75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9E20B44-EE5C-4263-8F98-5C7B9E280FC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1036BCA2-3654-4BFA-BDE2-8CD74DCE3E9E}"/>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3B9404E4-5457-475F-8A7D-77E08269294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246D1AF-BEBA-4828-BD4B-6BE389A12F2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1F9C85CF-2EE2-494F-82DB-2AA4999C818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6CE115A5-9900-48A4-B721-E1973D4D03A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A246C666-24FF-411F-A965-7355AAD6FAF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57EEF23D-8D95-4E30-A6B7-27A6B921639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E54DB09B-DD6C-4744-8EEF-5DEE74B59C2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40F2286-0411-48EA-906D-13D0489AB75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d6fb89ccb5e4767"/>
              </a:rPr>
              <a:t>Pipeline</a:t>
            </a:r>
          </a:p>
        </p:txBody>
      </p:sp>
      <p:sp>
        <p:nvSpPr>
          <p:cNvPr id="16" name="text-12">
            <a:extLst xmlns:a="http://schemas.openxmlformats.org/drawingml/2006/main">
              <a:ext uri="{FF2B5EF4-FFF2-40B4-BE49-F238E27FC236}">
                <a16:creationId xmlns:a16="http://schemas.microsoft.com/office/drawing/2014/main" id="{0C494E47-B320-4EEF-92A8-58A75802E30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8352562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F5BEAFC7-DC87-4F7D-83BD-6FE6F167357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diagnostic use case</a:t>
            </a:r>
          </a:p>
        </p:txBody>
      </p:sp>
      <p:sp>
        <p:nvSpPr>
          <p:cNvPr id="2" name="text-1">
            <a:extLst xmlns:a="http://schemas.openxmlformats.org/drawingml/2006/main">
              <a:ext uri="{FF2B5EF4-FFF2-40B4-BE49-F238E27FC236}">
                <a16:creationId xmlns:a16="http://schemas.microsoft.com/office/drawing/2014/main" id="{509DC2C4-8BCD-42BE-9A08-AD7A59C062A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fixture videos make the target and control cases concrete</a:t>
            </a:r>
          </a:p>
        </p:txBody>
      </p:sp>
      <p:sp>
        <p:nvSpPr>
          <p:cNvPr id="3" name="text-2">
            <a:extLst xmlns:a="http://schemas.openxmlformats.org/drawingml/2006/main">
              <a:ext uri="{FF2B5EF4-FFF2-40B4-BE49-F238E27FC236}">
                <a16:creationId xmlns:a16="http://schemas.microsoft.com/office/drawing/2014/main" id="{A2BF6C79-D268-4B96-B832-AA60DB15E488}"/>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diagnostic a clear expected outcome.</a:t>
            </a:r>
          </a:p>
        </p:txBody>
      </p:sp>
      <p:sp>
        <p:nvSpPr>
          <p:cNvPr id="4" name="">
            <a:extLst xmlns:a="http://schemas.openxmlformats.org/drawingml/2006/main">
              <a:ext uri="{FF2B5EF4-FFF2-40B4-BE49-F238E27FC236}">
                <a16:creationId xmlns:a16="http://schemas.microsoft.com/office/drawing/2014/main" id="{CBEF5EC7-24B6-4E8B-B6B8-5C8316BE798A}"/>
              </a:ext>
            </a:extLst>
          </p:cNvPr>
          <p:cNvSpPr>
            <a:spLocks xmlns:a="http://schemas.openxmlformats.org/drawingml/2006/main" noGrp="1"/>
          </p:cNvSpPr>
          <p:nvPr/>
        </p:nvSpPr>
        <p:spPr>
          <a:xfrm xmlns:a="http://schemas.openxmlformats.org/drawingml/2006/main">
            <a:off x="11430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9ed6033c6594e80"/>
          <a:srcRect xmlns:a="http://schemas.openxmlformats.org/drawingml/2006/main" l="0" t="39955" r="0" b="39955"/>
          <a:stretch xmlns:a="http://schemas.openxmlformats.org/drawingml/2006/main">
            <a:fillRect l="0" t="0" r="0" b="0"/>
          </a:stretch>
        </p:blipFill>
        <p:spPr>
          <a:xfrm xmlns:a="http://schemas.openxmlformats.org/drawingml/2006/main">
            <a:off x="1295400" y="2266950"/>
            <a:ext cx="5600700" cy="20002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E41C4CC6-FB7C-4727-87C3-730BF80EE09F}"/>
              </a:ext>
            </a:extLst>
          </p:cNvPr>
          <p:cNvSpPr>
            <a:spLocks xmlns:a="http://schemas.openxmlformats.org/drawingml/2006/main" noGrp="1"/>
          </p:cNvSpPr>
          <p:nvPr/>
        </p:nvSpPr>
        <p:spPr>
          <a:xfrm xmlns:a="http://schemas.openxmlformats.org/drawingml/2006/main">
            <a:off x="12954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1F4D6F2F-3A78-479B-9216-E422F198A794}"/>
              </a:ext>
            </a:extLst>
          </p:cNvPr>
          <p:cNvSpPr>
            <a:spLocks xmlns:a="http://schemas.openxmlformats.org/drawingml/2006/main" noGrp="1"/>
          </p:cNvSpPr>
          <p:nvPr/>
        </p:nvSpPr>
        <p:spPr>
          <a:xfrm xmlns:a="http://schemas.openxmlformats.org/drawingml/2006/main">
            <a:off x="12954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07DFABB8-295F-49CD-8364-AC3FB0D7E5C8}"/>
              </a:ext>
            </a:extLst>
          </p:cNvPr>
          <p:cNvSpPr>
            <a:spLocks xmlns:a="http://schemas.openxmlformats.org/drawingml/2006/main" noGrp="1"/>
          </p:cNvSpPr>
          <p:nvPr/>
        </p:nvSpPr>
        <p:spPr>
          <a:xfrm xmlns:a="http://schemas.openxmlformats.org/drawingml/2006/main">
            <a:off x="12954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388DD847-0BE3-4C6B-8327-1C495E893A99}"/>
              </a:ext>
            </a:extLst>
          </p:cNvPr>
          <p:cNvSpPr>
            <a:spLocks xmlns:a="http://schemas.openxmlformats.org/drawingml/2006/main" noGrp="1"/>
          </p:cNvSpPr>
          <p:nvPr/>
        </p:nvSpPr>
        <p:spPr>
          <a:xfrm xmlns:a="http://schemas.openxmlformats.org/drawingml/2006/main">
            <a:off x="81915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789a3988eee4a5a"/>
          <a:srcRect xmlns:a="http://schemas.openxmlformats.org/drawingml/2006/main" l="0" t="39955" r="0" b="39955"/>
          <a:stretch xmlns:a="http://schemas.openxmlformats.org/drawingml/2006/main">
            <a:fillRect l="0" t="0" r="0" b="0"/>
          </a:stretch>
        </p:blipFill>
        <p:spPr>
          <a:xfrm xmlns:a="http://schemas.openxmlformats.org/drawingml/2006/main">
            <a:off x="8343900" y="2266950"/>
            <a:ext cx="5600700" cy="20002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BB385724-9F2B-44EB-88E6-2C49F68E7810}"/>
              </a:ext>
            </a:extLst>
          </p:cNvPr>
          <p:cNvSpPr>
            <a:spLocks xmlns:a="http://schemas.openxmlformats.org/drawingml/2006/main" noGrp="1"/>
          </p:cNvSpPr>
          <p:nvPr/>
        </p:nvSpPr>
        <p:spPr>
          <a:xfrm xmlns:a="http://schemas.openxmlformats.org/drawingml/2006/main">
            <a:off x="83439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6F4165D9-B47E-4C94-9259-E37D0C56EB0A}"/>
              </a:ext>
            </a:extLst>
          </p:cNvPr>
          <p:cNvSpPr>
            <a:spLocks xmlns:a="http://schemas.openxmlformats.org/drawingml/2006/main" noGrp="1"/>
          </p:cNvSpPr>
          <p:nvPr/>
        </p:nvSpPr>
        <p:spPr>
          <a:xfrm xmlns:a="http://schemas.openxmlformats.org/drawingml/2006/main">
            <a:off x="83439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43C2FD4B-99C5-4176-AC96-969F68B717DF}"/>
              </a:ext>
            </a:extLst>
          </p:cNvPr>
          <p:cNvSpPr>
            <a:spLocks xmlns:a="http://schemas.openxmlformats.org/drawingml/2006/main" noGrp="1"/>
          </p:cNvSpPr>
          <p:nvPr/>
        </p:nvSpPr>
        <p:spPr>
          <a:xfrm xmlns:a="http://schemas.openxmlformats.org/drawingml/2006/main">
            <a:off x="83439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DFA5972C-913D-438B-9B00-D5C538D0BF90}"/>
              </a:ext>
            </a:extLst>
          </p:cNvPr>
          <p:cNvSpPr>
            <a:spLocks xmlns:a="http://schemas.openxmlformats.org/drawingml/2006/main" noGrp="1"/>
          </p:cNvSpPr>
          <p:nvPr/>
        </p:nvSpPr>
        <p:spPr>
          <a:xfrm xmlns:a="http://schemas.openxmlformats.org/drawingml/2006/main">
            <a:off x="723900" y="576262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b="1">
                <a:solidFill>
                  <a:srgbClr val="17667B"/>
                </a:solidFill>
                <a:latin typeface="Arial"/>
                <a:ea typeface="Arial"/>
                <a:cs typeface="Arial"/>
              </a:defRPr>
            </a:pPr>
            <a:r>
              <a:rPr sz="2025" b="1">
                <a:solidFill>
                  <a:srgbClr val="17667B"/>
                </a:solidFill>
                <a:latin typeface="Arial"/>
                <a:ea typeface="Arial"/>
                <a:cs typeface="Arial"/>
              </a:rPr>
              <a:t>The HITL uses either video in the same three-step journey</a:t>
            </a:r>
          </a:p>
        </p:txBody>
      </p:sp>
      <p:sp>
        <p:nvSpPr>
          <p:cNvPr id="15" name="text-10">
            <a:extLst xmlns:a="http://schemas.openxmlformats.org/drawingml/2006/main">
              <a:ext uri="{FF2B5EF4-FFF2-40B4-BE49-F238E27FC236}">
                <a16:creationId xmlns:a16="http://schemas.microsoft.com/office/drawing/2014/main" id="{1B8DEBFA-75C1-4FE4-A3FB-D90F9A6EF460}"/>
              </a:ext>
            </a:extLst>
          </p:cNvPr>
          <p:cNvSpPr>
            <a:spLocks xmlns:a="http://schemas.openxmlformats.org/drawingml/2006/main" noGrp="1"/>
          </p:cNvSpPr>
          <p:nvPr/>
        </p:nvSpPr>
        <p:spPr>
          <a:xfrm xmlns:a="http://schemas.openxmlformats.org/drawingml/2006/main">
            <a:off x="13335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1  Choose</a:t>
            </a:r>
          </a:p>
        </p:txBody>
      </p:sp>
      <p:sp>
        <p:nvSpPr>
          <p:cNvPr id="16" name="text-11">
            <a:extLst xmlns:a="http://schemas.openxmlformats.org/drawingml/2006/main">
              <a:ext uri="{FF2B5EF4-FFF2-40B4-BE49-F238E27FC236}">
                <a16:creationId xmlns:a16="http://schemas.microsoft.com/office/drawing/2014/main" id="{6DE20BDE-0E03-47B0-B6C9-C39AC9C8801D}"/>
              </a:ext>
            </a:extLst>
          </p:cNvPr>
          <p:cNvSpPr>
            <a:spLocks xmlns:a="http://schemas.openxmlformats.org/drawingml/2006/main" noGrp="1"/>
          </p:cNvSpPr>
          <p:nvPr/>
        </p:nvSpPr>
        <p:spPr>
          <a:xfrm xmlns:a="http://schemas.openxmlformats.org/drawingml/2006/main">
            <a:off x="13335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Select the positive or control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video</a:t>
            </a:r>
          </a:p>
        </p:txBody>
      </p:sp>
      <p:sp>
        <p:nvSpPr>
          <p:cNvPr id="17" name="text-12">
            <a:extLst xmlns:a="http://schemas.openxmlformats.org/drawingml/2006/main">
              <a:ext uri="{FF2B5EF4-FFF2-40B4-BE49-F238E27FC236}">
                <a16:creationId xmlns:a16="http://schemas.microsoft.com/office/drawing/2014/main" id="{E67F596E-A922-4F42-A79B-DC1BB6DE9919}"/>
              </a:ext>
            </a:extLst>
          </p:cNvPr>
          <p:cNvSpPr>
            <a:spLocks xmlns:a="http://schemas.openxmlformats.org/drawingml/2006/main" noGrp="1"/>
          </p:cNvSpPr>
          <p:nvPr/>
        </p:nvSpPr>
        <p:spPr>
          <a:xfrm xmlns:a="http://schemas.openxmlformats.org/drawingml/2006/main">
            <a:off x="561975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2  Observe</a:t>
            </a:r>
          </a:p>
        </p:txBody>
      </p:sp>
      <p:sp>
        <p:nvSpPr>
          <p:cNvPr id="18" name="text-13">
            <a:extLst xmlns:a="http://schemas.openxmlformats.org/drawingml/2006/main">
              <a:ext uri="{FF2B5EF4-FFF2-40B4-BE49-F238E27FC236}">
                <a16:creationId xmlns:a16="http://schemas.microsoft.com/office/drawing/2014/main" id="{0268ED43-00F2-4DA7-84AD-855DC926E4E3}"/>
              </a:ext>
            </a:extLst>
          </p:cNvPr>
          <p:cNvSpPr>
            <a:spLocks xmlns:a="http://schemas.openxmlformats.org/drawingml/2006/main" noGrp="1"/>
          </p:cNvSpPr>
          <p:nvPr/>
        </p:nvSpPr>
        <p:spPr>
          <a:xfrm xmlns:a="http://schemas.openxmlformats.org/drawingml/2006/main">
            <a:off x="561975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Watch playback and the provisional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signal</a:t>
            </a:r>
          </a:p>
        </p:txBody>
      </p:sp>
      <p:sp>
        <p:nvSpPr>
          <p:cNvPr id="19" name="text-14">
            <a:extLst xmlns:a="http://schemas.openxmlformats.org/drawingml/2006/main">
              <a:ext uri="{FF2B5EF4-FFF2-40B4-BE49-F238E27FC236}">
                <a16:creationId xmlns:a16="http://schemas.microsoft.com/office/drawing/2014/main" id="{AFCE2E9F-D9E6-4A26-A489-3504B3842A02}"/>
              </a:ext>
            </a:extLst>
          </p:cNvPr>
          <p:cNvSpPr>
            <a:spLocks xmlns:a="http://schemas.openxmlformats.org/drawingml/2006/main" noGrp="1"/>
          </p:cNvSpPr>
          <p:nvPr/>
        </p:nvSpPr>
        <p:spPr>
          <a:xfrm xmlns:a="http://schemas.openxmlformats.org/drawingml/2006/main">
            <a:off x="99060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3  Review</a:t>
            </a:r>
          </a:p>
        </p:txBody>
      </p:sp>
      <p:sp>
        <p:nvSpPr>
          <p:cNvPr id="20" name="text-15">
            <a:extLst xmlns:a="http://schemas.openxmlformats.org/drawingml/2006/main">
              <a:ext uri="{FF2B5EF4-FFF2-40B4-BE49-F238E27FC236}">
                <a16:creationId xmlns:a16="http://schemas.microsoft.com/office/drawing/2014/main" id="{4953962C-5A7D-41A8-A307-03FF1AE6A3E9}"/>
              </a:ext>
            </a:extLst>
          </p:cNvPr>
          <p:cNvSpPr>
            <a:spLocks xmlns:a="http://schemas.openxmlformats.org/drawingml/2006/main" noGrp="1"/>
          </p:cNvSpPr>
          <p:nvPr/>
        </p:nvSpPr>
        <p:spPr>
          <a:xfrm xmlns:a="http://schemas.openxmlformats.org/drawingml/2006/main">
            <a:off x="99060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Inspect the report, images, and</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event log</a:t>
            </a:r>
          </a:p>
        </p:txBody>
      </p:sp>
      <p:sp>
        <p:nvSpPr>
          <p:cNvPr id="21" name="text-16">
            <a:extLst xmlns:a="http://schemas.openxmlformats.org/drawingml/2006/main">
              <a:ext uri="{FF2B5EF4-FFF2-40B4-BE49-F238E27FC236}">
                <a16:creationId xmlns:a16="http://schemas.microsoft.com/office/drawing/2014/main" id="{306F9FE8-92E3-4E4F-B874-DA0FF39B3B2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2" name="text-17">
            <a:extLst xmlns:a="http://schemas.openxmlformats.org/drawingml/2006/main">
              <a:ext uri="{FF2B5EF4-FFF2-40B4-BE49-F238E27FC236}">
                <a16:creationId xmlns:a16="http://schemas.microsoft.com/office/drawing/2014/main" id="{3E49DCEB-14EF-4555-AC15-0A447E932C4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7469df0a3754e4f"/>
              </a:rPr>
              <a:t>Fixture annotations</a:t>
            </a:r>
          </a:p>
        </p:txBody>
      </p:sp>
      <p:sp>
        <p:nvSpPr>
          <p:cNvPr id="23" name="text-18">
            <a:extLst xmlns:a="http://schemas.openxmlformats.org/drawingml/2006/main">
              <a:ext uri="{FF2B5EF4-FFF2-40B4-BE49-F238E27FC236}">
                <a16:creationId xmlns:a16="http://schemas.microsoft.com/office/drawing/2014/main" id="{62C3A3F1-683E-46F3-98B8-7C65D2847D7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794dc35b7fd4e9f"/>
              </a:rPr>
              <a:t>Fixture resources</a:t>
            </a:r>
          </a:p>
        </p:txBody>
      </p:sp>
      <p:sp>
        <p:nvSpPr>
          <p:cNvPr id="24" name="text-19">
            <a:extLst xmlns:a="http://schemas.openxmlformats.org/drawingml/2006/main">
              <a:ext uri="{FF2B5EF4-FFF2-40B4-BE49-F238E27FC236}">
                <a16:creationId xmlns:a16="http://schemas.microsoft.com/office/drawing/2014/main" id="{7C9D0FAE-D032-4A75-A508-63B6F514ABB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c0bf1b50ef24689"/>
              </a:rPr>
              <a:t>Harness screen</a:t>
            </a:r>
          </a:p>
        </p:txBody>
      </p:sp>
      <p:sp>
        <p:nvSpPr>
          <p:cNvPr id="25" name="text-20">
            <a:extLst xmlns:a="http://schemas.openxmlformats.org/drawingml/2006/main">
              <a:ext uri="{FF2B5EF4-FFF2-40B4-BE49-F238E27FC236}">
                <a16:creationId xmlns:a16="http://schemas.microsoft.com/office/drawing/2014/main" id="{DA022C42-A90B-428F-9339-B71F0E5919A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3550883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C427F21-EA51-487E-8863-E49CE655E41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ED70F6FB-6795-4291-9FB8-7E191F2E6D8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D5674E5D-AEFE-40EF-8F67-3AC283EC7B4C}"/>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DE5E16AE-C286-493A-8AD7-ED17BB0CEB20}"/>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CEA2AD20-A5E5-47F5-BA7E-F7D70FFACD45}"/>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48F7132F-F1A1-4289-BC0D-E0A5342B5DD5}"/>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D1FB775E-255B-460E-9135-9220A535F585}"/>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B84E616E-046D-4526-8708-9DCA8E6E0361}"/>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AD6A6804-D8FD-426B-90B1-86D8BE7EA34C}"/>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8DCD21CE-D227-4244-A6D8-3D76EE32811F}"/>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8610B448-0A43-485B-B4BB-EB72F23ABE0D}"/>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DCF345E4-CF56-4003-9226-E05AB9D22161}"/>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44600BC1-AB5A-4F1A-8B45-EF7B0FE42AA4}"/>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4F07054E-F870-48FC-9EC3-2F9241A9AD35}"/>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73A1B1B9-76DF-4574-9C36-96A5BA04CCD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E99FB3D4-E73A-4182-B200-CECD394EC00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709d5d684ee4eb3"/>
              </a:rPr>
              <a:t>Mac gate</a:t>
            </a:r>
          </a:p>
        </p:txBody>
      </p:sp>
      <p:sp>
        <p:nvSpPr>
          <p:cNvPr id="17" name="text-14">
            <a:extLst xmlns:a="http://schemas.openxmlformats.org/drawingml/2006/main">
              <a:ext uri="{FF2B5EF4-FFF2-40B4-BE49-F238E27FC236}">
                <a16:creationId xmlns:a16="http://schemas.microsoft.com/office/drawing/2014/main" id="{05CBF31E-BAE8-47D3-9A19-5FADA2DC169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fb2a3fdf2f3430e"/>
              </a:rPr>
              <a:t>Integration tests</a:t>
            </a:r>
          </a:p>
        </p:txBody>
      </p:sp>
      <p:sp>
        <p:nvSpPr>
          <p:cNvPr id="18" name="text-15">
            <a:extLst xmlns:a="http://schemas.openxmlformats.org/drawingml/2006/main">
              <a:ext uri="{FF2B5EF4-FFF2-40B4-BE49-F238E27FC236}">
                <a16:creationId xmlns:a16="http://schemas.microsoft.com/office/drawing/2014/main" id="{7CD096AF-5BE0-4F5B-9AE6-2376F29A696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23e45b3d2ad428d"/>
              </a:rPr>
              <a:t>App tests</a:t>
            </a:r>
          </a:p>
        </p:txBody>
      </p:sp>
      <p:sp>
        <p:nvSpPr>
          <p:cNvPr id="19" name="text-16">
            <a:extLst xmlns:a="http://schemas.openxmlformats.org/drawingml/2006/main">
              <a:ext uri="{FF2B5EF4-FFF2-40B4-BE49-F238E27FC236}">
                <a16:creationId xmlns:a16="http://schemas.microsoft.com/office/drawing/2014/main" id="{AE13ED7F-BB1D-4ED9-8CA8-A67DA20AC90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16340218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282456DD-D761-45D8-9D5C-62517597C23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1CE829FE-8137-43FF-BB20-05C569A3079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AE5A55BE-82D7-4AAD-8B03-ADDEB8543C5B}"/>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4652A468-942F-43F4-AEF2-CA10660EA76F}"/>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C6116693-F340-43D3-8A3F-1EE66BA29218}"/>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A0EB0AF8-5A0A-485E-AAAE-6647692D4133}"/>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D9E988E-B086-423D-AD0A-650DF6D77C2C}"/>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2F70D9BD-2755-400C-B1B5-8D55ECC0F545}"/>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03611B90-93D9-4AC1-9FEB-A83FFA2137C6}"/>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4438C653-1EEF-4D27-8EBF-D0F4F6ADD5CC}"/>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595828-4445-4295-B0C6-60B65E98BEBE}"/>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57F56B73-2C83-4086-99E2-11537718D690}"/>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9AE2CBD2-BDAF-4A18-B67F-182E8E84DE5C}"/>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96E0C0B5-A421-4A10-B9A2-3B487A16142F}"/>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144FA62-7108-4698-BA55-93CAC7CDB94D}"/>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70E3763-22BF-47A2-AB30-EB51D9E7C7A4}"/>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34ADCAF8-536E-4A4E-B3F3-DC3B0A4048E5}"/>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0988F9FC-CCF4-4406-97B1-7D1A326523C1}"/>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C75142B-F51E-4AFB-BACB-91375C9BEC17}"/>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35DB178C-F521-4503-AA70-59B712B2D2CE}"/>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B97F7481-05D7-4E74-A937-308390D2CB85}"/>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08103EB7-BB4A-4828-B9A0-8C18DC78E19C}"/>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201A8E50-93BC-4926-A4DA-676EB6A0133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C49B05CE-C14B-4A1B-9411-DBEDCC5A013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54a506311124b54"/>
              </a:rPr>
              <a:t>Core package</a:t>
            </a:r>
          </a:p>
        </p:txBody>
      </p:sp>
      <p:sp>
        <p:nvSpPr>
          <p:cNvPr id="25" name="text-15">
            <a:extLst xmlns:a="http://schemas.openxmlformats.org/drawingml/2006/main">
              <a:ext uri="{FF2B5EF4-FFF2-40B4-BE49-F238E27FC236}">
                <a16:creationId xmlns:a16="http://schemas.microsoft.com/office/drawing/2014/main" id="{922460BA-F2CB-41A7-8F16-41BB262299F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2c607183ca44942"/>
              </a:rPr>
              <a:t>Harness</a:t>
            </a:r>
          </a:p>
        </p:txBody>
      </p:sp>
      <p:sp>
        <p:nvSpPr>
          <p:cNvPr id="26" name="text-16">
            <a:extLst xmlns:a="http://schemas.openxmlformats.org/drawingml/2006/main">
              <a:ext uri="{FF2B5EF4-FFF2-40B4-BE49-F238E27FC236}">
                <a16:creationId xmlns:a16="http://schemas.microsoft.com/office/drawing/2014/main" id="{351FB00D-C010-4DA6-A9D5-8344A74F3BE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fca50df44fc4597"/>
              </a:rPr>
              <a:t>Evaluator</a:t>
            </a:r>
          </a:p>
        </p:txBody>
      </p:sp>
      <p:sp>
        <p:nvSpPr>
          <p:cNvPr id="27" name="text-17">
            <a:extLst xmlns:a="http://schemas.openxmlformats.org/drawingml/2006/main">
              <a:ext uri="{FF2B5EF4-FFF2-40B4-BE49-F238E27FC236}">
                <a16:creationId xmlns:a16="http://schemas.microsoft.com/office/drawing/2014/main" id="{6065D8DD-C08B-48E1-95C3-DA0C8823C58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1140272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48DD12E3-DDA8-46DF-B181-C3DDA4E4B95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896DA6D3-8236-49F0-B060-CFDD5365838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2D238577-90B0-43FB-AAD4-9E3A50DCAC51}"/>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DA92008-0263-451E-8EE4-FE49B3115ABB}"/>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705AB309-AEE5-44F6-97A5-34E1D650F9AF}"/>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6843695C-9E1E-48D6-B76B-9894711EC55E}"/>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353AD18-446F-480C-BC97-BA904E53C559}"/>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DC2277F-5B8C-49E9-8B67-BA45D61FAAD2}"/>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E8BF6516-5373-4029-B467-2D3E89EA3BB8}"/>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30DD5CEE-5388-40D2-9F9B-2BA3762CDCC4}"/>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87EDF07-6C53-41AD-9BF3-75A565C7FB84}"/>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94ABDBC-9EFC-4046-A4AD-0211C2AAF31F}"/>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19DB2171-88CF-4AC9-8035-867024C89001}"/>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CB2A6038-76DC-467F-9ABA-688EFDBBC20E}"/>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B0FD9C3-7714-4397-B65F-68223ACED5CF}"/>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05A0FD0-8106-4054-88E7-FA23F7CD1F4B}"/>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302F9B36-CC81-4394-A609-F9F6786DDFFB}"/>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9E2FA460-A67C-447E-87DF-CB78C0A7DDFD}"/>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7BC1401-94A2-4758-9DC4-55056817CEAC}"/>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DC646417-8F90-4F02-BF68-3C0D9F053961}"/>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C4490AA7-1082-4B1E-8760-C8D577279BEC}"/>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021C4085-F60F-4231-A1C3-1E531F1A35E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6BD5ACA6-2393-42E9-A8FB-735723FB6CF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00537569-4CBE-4862-A9F2-F7AC376D79B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eceb05b15a040c5"/>
              </a:rPr>
              <a:t>Pipeline source</a:t>
            </a:r>
          </a:p>
        </p:txBody>
      </p:sp>
      <p:sp>
        <p:nvSpPr>
          <p:cNvPr id="25" name="text-15">
            <a:extLst xmlns:a="http://schemas.openxmlformats.org/drawingml/2006/main">
              <a:ext uri="{FF2B5EF4-FFF2-40B4-BE49-F238E27FC236}">
                <a16:creationId xmlns:a16="http://schemas.microsoft.com/office/drawing/2014/main" id="{B7978E0D-8678-4B5D-98F9-82369CE58FF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a546bcebc7641f4"/>
              </a:rPr>
              <a:t>Recorder</a:t>
            </a:r>
          </a:p>
        </p:txBody>
      </p:sp>
      <p:sp>
        <p:nvSpPr>
          <p:cNvPr id="26" name="text-16">
            <a:extLst xmlns:a="http://schemas.openxmlformats.org/drawingml/2006/main">
              <a:ext uri="{FF2B5EF4-FFF2-40B4-BE49-F238E27FC236}">
                <a16:creationId xmlns:a16="http://schemas.microsoft.com/office/drawing/2014/main" id="{3B8C4FD9-F88E-4984-A0C7-6ACBD692707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13439381370463d"/>
              </a:rPr>
              <a:t>Pipeline tests</a:t>
            </a:r>
          </a:p>
        </p:txBody>
      </p:sp>
      <p:sp>
        <p:nvSpPr>
          <p:cNvPr id="27" name="text-17">
            <a:extLst xmlns:a="http://schemas.openxmlformats.org/drawingml/2006/main">
              <a:ext uri="{FF2B5EF4-FFF2-40B4-BE49-F238E27FC236}">
                <a16:creationId xmlns:a16="http://schemas.microsoft.com/office/drawing/2014/main" id="{1616A0D6-7801-40D5-AAB4-73BC6B328EF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18560926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DC004017-DC0C-43E6-82A5-7C13282B7A9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0262E8F4-20A9-4517-85CF-9EE119435C2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3FAD1417-60E2-4EFB-9CA4-83D5557AA9CD}"/>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3E8BF69-C9C8-4093-BFAC-A7CF260B3D6A}"/>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F102A5FE-9038-4868-9794-A4C9C574BA4F}"/>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0C5F5194-B045-41BD-9635-AFD4EC1C22B1}"/>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165853-5237-4F0E-9941-CF2EB5B38F37}"/>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319F9B8B-C7A3-45D0-9962-E6C00C9BF3BA}"/>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7E838774-F91D-461B-A5AA-BC841E0426A9}"/>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DBC62D05-45F3-43D3-A78A-3FAACD195E66}"/>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C0653B3-6A44-4DC4-8708-8C9B99BB7072}"/>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B0BDF12E-02AC-4D53-AE01-85A1627662F2}"/>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7F7518A1-F68F-42EA-BE96-8C86413CDD5C}"/>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EF07C554-49FC-4CB9-AC26-C663AE349486}"/>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0452174-B2C1-4EEF-A456-3EEA6BD5E6B3}"/>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229C6E5D-8445-4536-B397-514F17759E76}"/>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9EB8A02A-DA70-49D9-8C68-95B1BDDD2833}"/>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C1312CAB-EF6C-443D-80A6-3E701B0A30A8}"/>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4BC7F92-4A77-4638-8030-806B9469DB8F}"/>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871644F1-E157-400D-BE97-596267EED679}"/>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54A860FB-B91C-4B1C-A0B8-CAEFEC862A5D}"/>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C1826360-5B06-4B82-89BD-55904A5CD7B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46518B33-BA23-4E50-A1E5-27103F602E1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5E972934-AD9B-4CB3-81F9-D90CC6867BB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392afce59224a02"/>
              </a:rPr>
              <a:t>Pipeline</a:t>
            </a:r>
          </a:p>
        </p:txBody>
      </p:sp>
      <p:sp>
        <p:nvSpPr>
          <p:cNvPr id="25" name="text-15">
            <a:extLst xmlns:a="http://schemas.openxmlformats.org/drawingml/2006/main">
              <a:ext uri="{FF2B5EF4-FFF2-40B4-BE49-F238E27FC236}">
                <a16:creationId xmlns:a16="http://schemas.microsoft.com/office/drawing/2014/main" id="{9911CF5C-3C7F-45E9-A8B5-11D7AE8E92A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c32d7a6da6746f5"/>
              </a:rPr>
              <a:t>Recorder</a:t>
            </a:r>
          </a:p>
        </p:txBody>
      </p:sp>
      <p:sp>
        <p:nvSpPr>
          <p:cNvPr id="26" name="text-16">
            <a:extLst xmlns:a="http://schemas.openxmlformats.org/drawingml/2006/main">
              <a:ext uri="{FF2B5EF4-FFF2-40B4-BE49-F238E27FC236}">
                <a16:creationId xmlns:a16="http://schemas.microsoft.com/office/drawing/2014/main" id="{DC8E52B3-7227-4256-AABE-4D4A539A907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8782739d9834187"/>
              </a:rPr>
              <a:t>Harness model</a:t>
            </a:r>
          </a:p>
        </p:txBody>
      </p:sp>
      <p:sp>
        <p:nvSpPr>
          <p:cNvPr id="27" name="text-17">
            <a:extLst xmlns:a="http://schemas.openxmlformats.org/drawingml/2006/main">
              <a:ext uri="{FF2B5EF4-FFF2-40B4-BE49-F238E27FC236}">
                <a16:creationId xmlns:a16="http://schemas.microsoft.com/office/drawing/2014/main" id="{6DF3CFCB-3144-4216-BCC2-416E55FD751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14567841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2026-09-21T02:08:19.8570000Z</dcterms:created>
  <dcterms:modified xsi:type="dcterms:W3CDTF">2026-09-21T02:08:19.8570000Z</dcterms:modified>
</coreProperties>
</file>