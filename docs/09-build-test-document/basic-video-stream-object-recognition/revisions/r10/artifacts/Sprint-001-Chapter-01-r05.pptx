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15a9eaa0844043" /><Relationship Type="http://schemas.openxmlformats.org/officeDocument/2006/relationships/extended-properties" Target="/docProps/app.xml" Id="R651714d070734ed9" /><Relationship Type="http://schemas.openxmlformats.org/officeDocument/2006/relationships/officeDocument" Target="/ppt/presentation.xml" Id="R5c0f3e657cbf490b" /></Relationships>
</file>

<file path=ppt/presentation.xml><?xml version="1.0" encoding="utf-8"?>
<p:presentation xmlns:p="http://schemas.openxmlformats.org/presentationml/2006/main">
  <p:sldMasterIdLst>
    <p:sldMasterId xmlns:r="http://schemas.openxmlformats.org/officeDocument/2006/relationships" id="2147483648" r:id="Rba8751426afb4075"/>
  </p:sldMasterIdLst>
  <p:notesMasterIdLst>
    <p:notesMasterId xmlns:r="http://schemas.openxmlformats.org/officeDocument/2006/relationships" r:id="R3ddedaaed6d94e23"/>
  </p:notesMasterIdLst>
  <p:sldIdLst>
    <p:sldId xmlns:r="http://schemas.openxmlformats.org/officeDocument/2006/relationships" id="256" r:id="Rbb06aec1f1d04992"/>
    <p:sldId xmlns:r="http://schemas.openxmlformats.org/officeDocument/2006/relationships" id="257" r:id="R1a9e334a7b014a5a"/>
    <p:sldId xmlns:r="http://schemas.openxmlformats.org/officeDocument/2006/relationships" id="258" r:id="Red12da6ec250444c"/>
    <p:sldId xmlns:r="http://schemas.openxmlformats.org/officeDocument/2006/relationships" id="259" r:id="R5d6da0e462d748f4"/>
    <p:sldId xmlns:r="http://schemas.openxmlformats.org/officeDocument/2006/relationships" id="260" r:id="R3a59569b0188426e"/>
    <p:sldId xmlns:r="http://schemas.openxmlformats.org/officeDocument/2006/relationships" id="261" r:id="R3cd308cc5f3a4a0d"/>
    <p:sldId xmlns:r="http://schemas.openxmlformats.org/officeDocument/2006/relationships" id="262" r:id="Rf81f09ccb467427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603d93bf504b0f" /><Relationship Type="http://schemas.openxmlformats.org/officeDocument/2006/relationships/slideMaster" Target="/ppt/slideMasters/slideMaster1.xml" Id="Rba8751426afb4075" /><Relationship Type="http://schemas.openxmlformats.org/officeDocument/2006/relationships/notesMaster" Target="/ppt/notesMasters/notesMaster1.xml" Id="R3ddedaaed6d94e23" /><Relationship Type="http://schemas.openxmlformats.org/officeDocument/2006/relationships/presProps" Target="/ppt/presProps.xml" Id="Rd56c0143228f4576" /><Relationship Type="http://schemas.openxmlformats.org/officeDocument/2006/relationships/tableStyles" Target="/ppt/tableStyles.xml" Id="R721c4b1ffd5947eb" /><Relationship Type="http://schemas.openxmlformats.org/officeDocument/2006/relationships/slide" Target="/ppt/slides/slide1.xml" Id="Rbb06aec1f1d04992" /><Relationship Type="http://schemas.openxmlformats.org/officeDocument/2006/relationships/slide" Target="/ppt/slides/slide2.xml" Id="R1a9e334a7b014a5a" /><Relationship Type="http://schemas.openxmlformats.org/officeDocument/2006/relationships/slide" Target="/ppt/slides/slide3.xml" Id="Red12da6ec250444c" /><Relationship Type="http://schemas.openxmlformats.org/officeDocument/2006/relationships/slide" Target="/ppt/slides/slide4.xml" Id="R5d6da0e462d748f4" /><Relationship Type="http://schemas.openxmlformats.org/officeDocument/2006/relationships/slide" Target="/ppt/slides/slide5.xml" Id="R3a59569b0188426e" /><Relationship Type="http://schemas.openxmlformats.org/officeDocument/2006/relationships/slide" Target="/ppt/slides/slide6.xml" Id="R3cd308cc5f3a4a0d" /><Relationship Type="http://schemas.openxmlformats.org/officeDocument/2006/relationships/slide" Target="/ppt/slides/slide7.xml" Id="Rf81f09ccb46742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81a8dbf4994d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77444f82404be9" /><Relationship Type="http://schemas.openxmlformats.org/officeDocument/2006/relationships/notesMaster" Target="/ppt/notesMasters/notesMaster1.xml" Id="Rff5706a865034a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6772b27f1f47a8" /><Relationship Type="http://schemas.openxmlformats.org/officeDocument/2006/relationships/notesMaster" Target="/ppt/notesMasters/notesMaster1.xml" Id="R0e5aa3034bac45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75a0682c9b41e0" /><Relationship Type="http://schemas.openxmlformats.org/officeDocument/2006/relationships/notesMaster" Target="/ppt/notesMasters/notesMaster1.xml" Id="R0cbe7b1412ed44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9824b7b196420d" /><Relationship Type="http://schemas.openxmlformats.org/officeDocument/2006/relationships/notesMaster" Target="/ppt/notesMasters/notesMaster1.xml" Id="R91ab0accec264b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2f3ed69ee440fb" /><Relationship Type="http://schemas.openxmlformats.org/officeDocument/2006/relationships/notesMaster" Target="/ppt/notesMasters/notesMaster1.xml" Id="Rab87f867076941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8f519489844f5c" /><Relationship Type="http://schemas.openxmlformats.org/officeDocument/2006/relationships/notesMaster" Target="/ppt/notesMasters/notesMaster1.xml" Id="Rae133c7c8e6246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bc9aaa617d4bd1" /><Relationship Type="http://schemas.openxmlformats.org/officeDocument/2006/relationships/notesMaster" Target="/ppt/notesMasters/notesMaster1.xml" Id="Rc9e84b5b341446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walkthrough explains the first foundation for AIShopVision: a small, testable way to notice one known product while a prerecorded video is still playing.</a:t>
            </a:r>
          </a:p>
          <a:p xmlns:a="http://schemas.openxmlformats.org/drawingml/2006/main">
            <a:r>
              <a:t/>
            </a:r>
          </a:p>
          <a:p xmlns:a="http://schemas.openxmlformats.org/drawingml/2006/main">
            <a:r>
              <a:t>We begin with the intent, then the user journey and test strategy. The concrete reference is the banana image shown on the next slide. The positive fixture contains that banana; the negative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banana reference used by the experiment. The positive fixture shows this target. The negative fixture is a control video with no banana. One reference and two fixtures make the first acceptance question precise.</a:t>
            </a:r>
          </a:p>
          <a:p xmlns:a="http://schemas.openxmlformats.org/drawingml/2006/main">
            <a:r>
              <a:t/>
            </a:r>
          </a:p>
          <a:p xmlns:a="http://schemas.openxmlformats.org/drawingml/2006/main">
            <a:r>
              <a:t>The user need is to notice when this product may be visible, early enough to inspect it. Incremental processing matters because a result must arrive while frames are still arriving. The pipeline keeps the strongest evidence and summarizes the session without reading the video again.</a:t>
            </a:r>
          </a:p>
          <a:p xmlns:a="http://schemas.openxmlformats.org/drawingml/2006/main">
            <a:r>
              <a:t/>
            </a:r>
          </a:p>
          <a:p xmlns:a="http://schemas.openxmlformats.org/drawingml/2006/main">
            <a:r>
              <a:t>Possible match stays provisional. A feature-print distance does not confirm identity. This sprint provides neither object boxes nor a live camera. Those limits prevent a fixture pass from sounding like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diagnostic journey has four steps. Choose banana present or no banana, then start the fixture. The harness plays local video and displays updates from the production pipeline.</a:t>
            </a:r>
          </a:p>
          <a:p xmlns:a="http://schemas.openxmlformats.org/drawingml/2006/main">
            <a:r>
              <a:t/>
            </a:r>
          </a:p>
          <a:p xmlns:a="http://schemas.openxmlformats.org/drawingml/2006/main">
            <a:r>
              <a:t>During the run, a possible match indicates an open candidate episode. The user can stop early or let the fixture finish. Either path should close an active episode and produce a session report.</a:t>
            </a:r>
          </a:p>
          <a:p xmlns:a="http://schemas.openxmlformats.org/drawingml/2006/main">
            <a:r>
              <a:t/>
            </a:r>
          </a:p>
          <a:p xmlns:a="http://schemas.openxmlformats.org/drawingml/2006/main">
            <a:r>
              <a:t>The report points to retained images and exposes frame counts and inference latency. Exporting the session log lets the Mac evaluate the phone's evidence. A stopped session is useful for lifecycle testing, but calibration requires complete fixture runs. No sign-in or server is involved in this diagnostic journey.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c08b959f6042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6b347f8638405e" /><Relationship Type="http://schemas.openxmlformats.org/officeDocument/2006/relationships/slideLayout" Target="/ppt/slideLayouts/slideLayout1.xml" Id="R1a2d4213a07e46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2d4213a07e46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c6b1c86a304f13" /><Relationship Type="http://schemas.openxmlformats.org/officeDocument/2006/relationships/notesSlide" Target="/ppt/notesSlides/notesSlide1.xml" Id="R7711c5d640714e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4c1f9b521f44b2" /><Relationship Type="http://schemas.openxmlformats.org/officeDocument/2006/relationships/image" Target="/ppt/media/image.jpeg" Id="R18d2ab42a1a3474c"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2131f69ea117494d" /><Relationship Type="http://schemas.openxmlformats.org/officeDocument/2006/relationships/notesSlide" Target="/ppt/notesSlides/notesSlide2.xml" Id="Rbce42553e29b42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446ea0127f43c1" /><Relationship Type="http://schemas.openxmlformats.org/officeDocument/2006/relationships/hyperlink" Target="file:///Users/paboelustodo/Library/CloudStorage/GoogleDrive-pablo.elustondo@gmail.com/My%20Drive%202/1-GIT-PROJECTS/aishop/ios/AIShop/AIShop/Diagnostics/VisionDiagnosticHarness.swift" TargetMode="External" Id="Rb08c2bf422ed415a" /><Relationship Type="http://schemas.openxmlformats.org/officeDocument/2006/relationships/hyperlink" Target="file:///Users/paboelustodo/Library/CloudStorage/GoogleDrive-pablo.elustondo@gmail.com/My%20Drive%202/1-GIT-PROJECTS/aishop/ios/AIShop/AIShop/Diagnostics/VisionHarnessModel.swift" TargetMode="External" Id="Rbeb9c58221d94e33" /><Relationship Type="http://schemas.openxmlformats.org/officeDocument/2006/relationships/notesSlide" Target="/ppt/notesSlides/notesSlide3.xml" Id="R9cc6df5efa7d4a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b370f50bec4e1e" /><Relationship Type="http://schemas.openxmlformats.org/officeDocument/2006/relationships/hyperlink" Target="file:///Users/paboelustodo/Library/CloudStorage/GoogleDrive-pablo.elustondo@gmail.com/My%20Drive%202/1-GIT-PROJECTS/aishop/e2e/ios/run.zsh" TargetMode="External" Id="Red09a6011ccd47e7"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b6df7645f32f4d61" /><Relationship Type="http://schemas.openxmlformats.org/officeDocument/2006/relationships/hyperlink" Target="file:///Users/paboelustodo/Library/CloudStorage/GoogleDrive-pablo.elustondo@gmail.com/My%20Drive%202/1-GIT-PROJECTS/aishop/ios/AIShop/AIShopTests/" TargetMode="External" Id="R46c400fe83ea4b24" /><Relationship Type="http://schemas.openxmlformats.org/officeDocument/2006/relationships/notesSlide" Target="/ppt/notesSlides/notesSlide4.xml" Id="Rf01ae4e3979d4e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5ca177431b42ac" /><Relationship Type="http://schemas.openxmlformats.org/officeDocument/2006/relationships/hyperlink" Target="file:///Users/paboelustodo/Library/CloudStorage/GoogleDrive-pablo.elustondo@gmail.com/My%20Drive%202/1-GIT-PROJECTS/aishop/ios/AIShop/AIShopVision/Sources/AIShopVision/" TargetMode="External" Id="R8cafe67360084deb" /><Relationship Type="http://schemas.openxmlformats.org/officeDocument/2006/relationships/hyperlink" Target="file:///Users/paboelustodo/Library/CloudStorage/GoogleDrive-pablo.elustondo@gmail.com/My%20Drive%202/1-GIT-PROJECTS/aishop/ios/AIShop/AIShop/Diagnostics/" TargetMode="External" Id="R2839dc5637e24a48" /><Relationship Type="http://schemas.openxmlformats.org/officeDocument/2006/relationships/hyperlink" Target="file:///Users/paboelustodo/Library/CloudStorage/GoogleDrive-pablo.elustondo@gmail.com/My%20Drive%202/1-GIT-PROJECTS/aishop/ios/AIShop/AIShopVision/Sources/AIShopVisionEvaluation/" TargetMode="External" Id="R76f3c623b1bd4fc7" /><Relationship Type="http://schemas.openxmlformats.org/officeDocument/2006/relationships/notesSlide" Target="/ppt/notesSlides/notesSlide5.xml" Id="R8ef0d42fbacd41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2f01de54f34092"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4bfa720095e04397"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5d0693d7fa3a4390"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31f6e21fb388406e" /><Relationship Type="http://schemas.openxmlformats.org/officeDocument/2006/relationships/notesSlide" Target="/ppt/notesSlides/notesSlide6.xml" Id="R011914d1a95344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60c81c3cd94a72"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35aafa2904d406f"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3d00b79ce0b64ca0" /><Relationship Type="http://schemas.openxmlformats.org/officeDocument/2006/relationships/hyperlink" Target="file:///Users/paboelustodo/Library/CloudStorage/GoogleDrive-pablo.elustondo@gmail.com/My%20Drive%202/1-GIT-PROJECTS/aishop/ios/AIShop/AIShop/Diagnostics/VisionHarnessModel.swift" TargetMode="External" Id="R7e4aed2ce4dc4346" /><Relationship Type="http://schemas.openxmlformats.org/officeDocument/2006/relationships/notesSlide" Target="/ppt/notesSlides/notesSlide7.xml" Id="Rf2fc75fee2bc41e1"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DC43981-B20E-49E8-86E3-85533EC351AC}"/>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4038F8C3-F544-4611-B7A6-1BA237422159}"/>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Known product</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in video</a:t>
            </a:r>
          </a:p>
        </p:txBody>
      </p:sp>
      <p:sp>
        <p:nvSpPr>
          <p:cNvPr id="3" name="text-2">
            <a:extLst xmlns:a="http://schemas.openxmlformats.org/drawingml/2006/main">
              <a:ext uri="{FF2B5EF4-FFF2-40B4-BE49-F238E27FC236}">
                <a16:creationId xmlns:a16="http://schemas.microsoft.com/office/drawing/2014/main" id="{AFE7C1E0-B1AA-439C-927E-F63D07DDACD9}"/>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Solution, code, and test walkthrough</a:t>
            </a:r>
          </a:p>
        </p:txBody>
      </p:sp>
      <p:sp>
        <p:nvSpPr>
          <p:cNvPr id="4" name="text-3">
            <a:extLst xmlns:a="http://schemas.openxmlformats.org/drawingml/2006/main">
              <a:ext uri="{FF2B5EF4-FFF2-40B4-BE49-F238E27FC236}">
                <a16:creationId xmlns:a16="http://schemas.microsoft.com/office/drawing/2014/main" id="{71821F9B-6BF8-4022-9668-53B816C3A3AB}"/>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05 / working tree / 20 September 2026</a:t>
            </a:r>
          </a:p>
        </p:txBody>
      </p:sp>
    </p:spTree>
    <p:extLst>
      <p:ext uri="{BB962C8B-B14F-4D97-AF65-F5344CB8AC3E}">
        <p14:creationId xmlns:p14="http://schemas.microsoft.com/office/powerpoint/2010/main" val="16600924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D804BDB2-501A-4B4B-BA29-4500EBBA813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CE3FBC3B-EDAA-4D16-847D-0DDCE902560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8d2ab42a1a3474c"/>
          <a:stretch xmlns:a="http://schemas.openxmlformats.org/drawingml/2006/main"/>
        </p:blipFill>
        <p:spPr>
          <a:xfrm xmlns:a="http://schemas.openxmlformats.org/drawingml/2006/main">
            <a:off x="10287000" y="2350294"/>
            <a:ext cx="3714750" cy="2786063"/>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CA4D3AA0-0FC2-41E9-9B82-577B9A3737A4}"/>
              </a:ext>
            </a:extLst>
          </p:cNvPr>
          <p:cNvSpPr>
            <a:spLocks xmlns:a="http://schemas.openxmlformats.org/drawingml/2006/main" noGrp="1"/>
          </p:cNvSpPr>
          <p:nvPr/>
        </p:nvSpPr>
        <p:spPr>
          <a:xfrm xmlns:a="http://schemas.openxmlformats.org/drawingml/2006/main">
            <a:off x="723900" y="1924050"/>
            <a:ext cx="885825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5" name="text-3">
            <a:extLst xmlns:a="http://schemas.openxmlformats.org/drawingml/2006/main">
              <a:ext uri="{FF2B5EF4-FFF2-40B4-BE49-F238E27FC236}">
                <a16:creationId xmlns:a16="http://schemas.microsoft.com/office/drawing/2014/main" id="{8FFEECB4-13C2-47CD-B1F3-5A75E65AB850}"/>
              </a:ext>
            </a:extLst>
          </p:cNvPr>
          <p:cNvSpPr>
            <a:spLocks xmlns:a="http://schemas.openxmlformats.org/drawingml/2006/main" noGrp="1"/>
          </p:cNvSpPr>
          <p:nvPr/>
        </p:nvSpPr>
        <p:spPr>
          <a:xfrm xmlns:a="http://schemas.openxmlformats.org/drawingml/2006/main">
            <a:off x="723900" y="2324100"/>
            <a:ext cx="885825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6" name="">
            <a:extLst xmlns:a="http://schemas.openxmlformats.org/drawingml/2006/main">
              <a:ext uri="{FF2B5EF4-FFF2-40B4-BE49-F238E27FC236}">
                <a16:creationId xmlns:a16="http://schemas.microsoft.com/office/drawing/2014/main" id="{D0CDA402-DCA7-4ECC-99DE-8554365A8DAC}"/>
              </a:ext>
            </a:extLst>
          </p:cNvPr>
          <p:cNvSpPr>
            <a:spLocks xmlns:a="http://schemas.openxmlformats.org/drawingml/2006/main" noGrp="1"/>
          </p:cNvSpPr>
          <p:nvPr/>
        </p:nvSpPr>
        <p:spPr>
          <a:xfrm xmlns:a="http://schemas.openxmlformats.org/drawingml/2006/main">
            <a:off x="723900" y="3171825"/>
            <a:ext cx="885825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4">
            <a:extLst xmlns:a="http://schemas.openxmlformats.org/drawingml/2006/main">
              <a:ext uri="{FF2B5EF4-FFF2-40B4-BE49-F238E27FC236}">
                <a16:creationId xmlns:a16="http://schemas.microsoft.com/office/drawing/2014/main" id="{82BDCB32-3840-42EB-9F8F-465EAAB4EAF6}"/>
              </a:ext>
            </a:extLst>
          </p:cNvPr>
          <p:cNvSpPr>
            <a:spLocks xmlns:a="http://schemas.openxmlformats.org/drawingml/2006/main" noGrp="1"/>
          </p:cNvSpPr>
          <p:nvPr/>
        </p:nvSpPr>
        <p:spPr>
          <a:xfrm xmlns:a="http://schemas.openxmlformats.org/drawingml/2006/main">
            <a:off x="723900" y="3314700"/>
            <a:ext cx="885825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8" name="text-5">
            <a:extLst xmlns:a="http://schemas.openxmlformats.org/drawingml/2006/main">
              <a:ext uri="{FF2B5EF4-FFF2-40B4-BE49-F238E27FC236}">
                <a16:creationId xmlns:a16="http://schemas.microsoft.com/office/drawing/2014/main" id="{E9981382-8963-46F3-9BE7-A62501246B14}"/>
              </a:ext>
            </a:extLst>
          </p:cNvPr>
          <p:cNvSpPr>
            <a:spLocks xmlns:a="http://schemas.openxmlformats.org/drawingml/2006/main" noGrp="1"/>
          </p:cNvSpPr>
          <p:nvPr/>
        </p:nvSpPr>
        <p:spPr>
          <a:xfrm xmlns:a="http://schemas.openxmlformats.org/drawingml/2006/main">
            <a:off x="723900" y="3714750"/>
            <a:ext cx="885825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9" name="">
            <a:extLst xmlns:a="http://schemas.openxmlformats.org/drawingml/2006/main">
              <a:ext uri="{FF2B5EF4-FFF2-40B4-BE49-F238E27FC236}">
                <a16:creationId xmlns:a16="http://schemas.microsoft.com/office/drawing/2014/main" id="{597E9619-300D-4C51-8C86-04C916BB4C7C}"/>
              </a:ext>
            </a:extLst>
          </p:cNvPr>
          <p:cNvSpPr>
            <a:spLocks xmlns:a="http://schemas.openxmlformats.org/drawingml/2006/main" noGrp="1"/>
          </p:cNvSpPr>
          <p:nvPr/>
        </p:nvSpPr>
        <p:spPr>
          <a:xfrm xmlns:a="http://schemas.openxmlformats.org/drawingml/2006/main">
            <a:off x="723900" y="4562475"/>
            <a:ext cx="885825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0" name="text-6">
            <a:extLst xmlns:a="http://schemas.openxmlformats.org/drawingml/2006/main">
              <a:ext uri="{FF2B5EF4-FFF2-40B4-BE49-F238E27FC236}">
                <a16:creationId xmlns:a16="http://schemas.microsoft.com/office/drawing/2014/main" id="{B61301C2-C0F0-4303-A3F5-861F967BF7C2}"/>
              </a:ext>
            </a:extLst>
          </p:cNvPr>
          <p:cNvSpPr>
            <a:spLocks xmlns:a="http://schemas.openxmlformats.org/drawingml/2006/main" noGrp="1"/>
          </p:cNvSpPr>
          <p:nvPr/>
        </p:nvSpPr>
        <p:spPr>
          <a:xfrm xmlns:a="http://schemas.openxmlformats.org/drawingml/2006/main">
            <a:off x="723900" y="4705350"/>
            <a:ext cx="885825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1" name="text-7">
            <a:extLst xmlns:a="http://schemas.openxmlformats.org/drawingml/2006/main">
              <a:ext uri="{FF2B5EF4-FFF2-40B4-BE49-F238E27FC236}">
                <a16:creationId xmlns:a16="http://schemas.microsoft.com/office/drawing/2014/main" id="{C350BCCF-7C5D-44D1-9119-E791474F442C}"/>
              </a:ext>
            </a:extLst>
          </p:cNvPr>
          <p:cNvSpPr>
            <a:spLocks xmlns:a="http://schemas.openxmlformats.org/drawingml/2006/main" noGrp="1"/>
          </p:cNvSpPr>
          <p:nvPr/>
        </p:nvSpPr>
        <p:spPr>
          <a:xfrm xmlns:a="http://schemas.openxmlformats.org/drawingml/2006/main">
            <a:off x="723900" y="5105400"/>
            <a:ext cx="885825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2" name="">
            <a:extLst xmlns:a="http://schemas.openxmlformats.org/drawingml/2006/main">
              <a:ext uri="{FF2B5EF4-FFF2-40B4-BE49-F238E27FC236}">
                <a16:creationId xmlns:a16="http://schemas.microsoft.com/office/drawing/2014/main" id="{274E211A-F371-4D12-AB36-C4335F561E8D}"/>
              </a:ext>
            </a:extLst>
          </p:cNvPr>
          <p:cNvSpPr>
            <a:spLocks xmlns:a="http://schemas.openxmlformats.org/drawingml/2006/main" noGrp="1"/>
          </p:cNvSpPr>
          <p:nvPr/>
        </p:nvSpPr>
        <p:spPr>
          <a:xfrm xmlns:a="http://schemas.openxmlformats.org/drawingml/2006/main">
            <a:off x="723900" y="5953125"/>
            <a:ext cx="885825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3" name="text-8">
            <a:extLst xmlns:a="http://schemas.openxmlformats.org/drawingml/2006/main">
              <a:ext uri="{FF2B5EF4-FFF2-40B4-BE49-F238E27FC236}">
                <a16:creationId xmlns:a16="http://schemas.microsoft.com/office/drawing/2014/main" id="{1082D598-0651-4EA2-AD5E-FCC54242586A}"/>
              </a:ext>
            </a:extLst>
          </p:cNvPr>
          <p:cNvSpPr>
            <a:spLocks xmlns:a="http://schemas.openxmlformats.org/drawingml/2006/main" noGrp="1"/>
          </p:cNvSpPr>
          <p:nvPr/>
        </p:nvSpPr>
        <p:spPr>
          <a:xfrm xmlns:a="http://schemas.openxmlformats.org/drawingml/2006/main">
            <a:off x="723900" y="6096000"/>
            <a:ext cx="885825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4" name="text-9">
            <a:extLst xmlns:a="http://schemas.openxmlformats.org/drawingml/2006/main">
              <a:ext uri="{FF2B5EF4-FFF2-40B4-BE49-F238E27FC236}">
                <a16:creationId xmlns:a16="http://schemas.microsoft.com/office/drawing/2014/main" id="{DF3D9699-E122-46D9-8F43-4814743E4E8E}"/>
              </a:ext>
            </a:extLst>
          </p:cNvPr>
          <p:cNvSpPr>
            <a:spLocks xmlns:a="http://schemas.openxmlformats.org/drawingml/2006/main" noGrp="1"/>
          </p:cNvSpPr>
          <p:nvPr/>
        </p:nvSpPr>
        <p:spPr>
          <a:xfrm xmlns:a="http://schemas.openxmlformats.org/drawingml/2006/main">
            <a:off x="723900" y="6496050"/>
            <a:ext cx="8858250" cy="862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banana reference. Prerecorded video. Entirely</a:t>
            </a:r>
          </a:p>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local.</a:t>
            </a:r>
          </a:p>
        </p:txBody>
      </p:sp>
      <p:sp>
        <p:nvSpPr>
          <p:cNvPr id="15" name="text-10">
            <a:extLst xmlns:a="http://schemas.openxmlformats.org/drawingml/2006/main">
              <a:ext uri="{FF2B5EF4-FFF2-40B4-BE49-F238E27FC236}">
                <a16:creationId xmlns:a16="http://schemas.microsoft.com/office/drawing/2014/main" id="{7F85D424-1B2F-4AFD-8225-0B038F2F26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1">
            <a:extLst xmlns:a="http://schemas.openxmlformats.org/drawingml/2006/main">
              <a:ext uri="{FF2B5EF4-FFF2-40B4-BE49-F238E27FC236}">
                <a16:creationId xmlns:a16="http://schemas.microsoft.com/office/drawing/2014/main" id="{B15A65B0-8427-4743-A6E7-FEAA4D2A331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131f69ea117494d"/>
              </a:rPr>
              <a:t>Pipeline</a:t>
            </a:r>
          </a:p>
        </p:txBody>
      </p:sp>
      <p:sp>
        <p:nvSpPr>
          <p:cNvPr id="17" name="text-12">
            <a:extLst xmlns:a="http://schemas.openxmlformats.org/drawingml/2006/main">
              <a:ext uri="{FF2B5EF4-FFF2-40B4-BE49-F238E27FC236}">
                <a16:creationId xmlns:a16="http://schemas.microsoft.com/office/drawing/2014/main" id="{0BE27784-9011-4EFC-A0EA-644E982EFB5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3125112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4EB9815F-5453-40E6-ABD0-2B83D5FB1AB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use cases</a:t>
            </a:r>
          </a:p>
        </p:txBody>
      </p:sp>
      <p:sp>
        <p:nvSpPr>
          <p:cNvPr id="2" name="text-1">
            <a:extLst xmlns:a="http://schemas.openxmlformats.org/drawingml/2006/main">
              <a:ext uri="{FF2B5EF4-FFF2-40B4-BE49-F238E27FC236}">
                <a16:creationId xmlns:a16="http://schemas.microsoft.com/office/drawing/2014/main" id="{05C5E650-93BB-40F6-840E-A1DC2D58AB5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offline diagnostic journey</a:t>
            </a:r>
          </a:p>
        </p:txBody>
      </p:sp>
      <p:sp>
        <p:nvSpPr>
          <p:cNvPr id="3" name="">
            <a:extLst xmlns:a="http://schemas.openxmlformats.org/drawingml/2006/main">
              <a:ext uri="{FF2B5EF4-FFF2-40B4-BE49-F238E27FC236}">
                <a16:creationId xmlns:a16="http://schemas.microsoft.com/office/drawing/2014/main" id="{D34BDC0A-3C3C-4999-A342-C3BC46FC72E8}"/>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DE09A46-65F7-4E32-AEC3-C7816F6F2059}"/>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 local fixture</a:t>
            </a:r>
          </a:p>
        </p:txBody>
      </p:sp>
      <p:sp>
        <p:nvSpPr>
          <p:cNvPr id="5" name="text-3">
            <a:extLst xmlns:a="http://schemas.openxmlformats.org/drawingml/2006/main">
              <a:ext uri="{FF2B5EF4-FFF2-40B4-BE49-F238E27FC236}">
                <a16:creationId xmlns:a16="http://schemas.microsoft.com/office/drawing/2014/main" id="{A1AD7C12-5B26-41E0-BDFA-DEBF9F6D1B5C}"/>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Banana present or no banana</a:t>
            </a:r>
          </a:p>
        </p:txBody>
      </p:sp>
      <p:sp>
        <p:nvSpPr>
          <p:cNvPr id="6" name="">
            <a:extLst xmlns:a="http://schemas.openxmlformats.org/drawingml/2006/main">
              <a:ext uri="{FF2B5EF4-FFF2-40B4-BE49-F238E27FC236}">
                <a16:creationId xmlns:a16="http://schemas.microsoft.com/office/drawing/2014/main" id="{F568C2DE-8A78-47E8-AA45-8CD808CA41B2}"/>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3AC0706-3E9F-48B2-B30B-1386B4BAE09F}"/>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80F109A-8493-444F-967B-C96E74712B59}"/>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Observe incoming evidence</a:t>
            </a:r>
          </a:p>
        </p:txBody>
      </p:sp>
      <p:sp>
        <p:nvSpPr>
          <p:cNvPr id="9" name="text-5">
            <a:extLst xmlns:a="http://schemas.openxmlformats.org/drawingml/2006/main">
              <a:ext uri="{FF2B5EF4-FFF2-40B4-BE49-F238E27FC236}">
                <a16:creationId xmlns:a16="http://schemas.microsoft.com/office/drawing/2014/main" id="{9193DEAD-02CB-434D-A809-3EB6FC3873FC}"/>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Playback, scores, and possible match</a:t>
            </a:r>
          </a:p>
        </p:txBody>
      </p:sp>
      <p:sp>
        <p:nvSpPr>
          <p:cNvPr id="10" name="">
            <a:extLst xmlns:a="http://schemas.openxmlformats.org/drawingml/2006/main">
              <a:ext uri="{FF2B5EF4-FFF2-40B4-BE49-F238E27FC236}">
                <a16:creationId xmlns:a16="http://schemas.microsoft.com/office/drawing/2014/main" id="{0A9590D0-F4A8-4E8E-9D80-1D284955B816}"/>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AA7E4C5-196D-497A-8ADE-C3DC5200662B}"/>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7FC185C2-4D37-4C04-B487-FC88209B9665}"/>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Stop or reach the end</a:t>
            </a:r>
          </a:p>
        </p:txBody>
      </p:sp>
      <p:sp>
        <p:nvSpPr>
          <p:cNvPr id="13" name="text-7">
            <a:extLst xmlns:a="http://schemas.openxmlformats.org/drawingml/2006/main">
              <a:ext uri="{FF2B5EF4-FFF2-40B4-BE49-F238E27FC236}">
                <a16:creationId xmlns:a16="http://schemas.microsoft.com/office/drawing/2014/main" id="{5D48D492-5C41-4D3A-BF15-15E4CEC54ADF}"/>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Close any open episode and inspect the report</a:t>
            </a:r>
          </a:p>
        </p:txBody>
      </p:sp>
      <p:sp>
        <p:nvSpPr>
          <p:cNvPr id="14" name="">
            <a:extLst xmlns:a="http://schemas.openxmlformats.org/drawingml/2006/main">
              <a:ext uri="{FF2B5EF4-FFF2-40B4-BE49-F238E27FC236}">
                <a16:creationId xmlns:a16="http://schemas.microsoft.com/office/drawing/2014/main" id="{C2C4785B-7065-4835-B809-AA5556A5947C}"/>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4CFBBD0-6D93-4F30-8A0C-DA39A24E4AEC}"/>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5C03F51-69B9-47AC-BC1A-1F3736A7CA43}"/>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Export and compare</a:t>
            </a:r>
          </a:p>
        </p:txBody>
      </p:sp>
      <p:sp>
        <p:nvSpPr>
          <p:cNvPr id="17" name="text-9">
            <a:extLst xmlns:a="http://schemas.openxmlformats.org/drawingml/2006/main">
              <a:ext uri="{FF2B5EF4-FFF2-40B4-BE49-F238E27FC236}">
                <a16:creationId xmlns:a16="http://schemas.microsoft.com/office/drawing/2014/main" id="{DE36642F-5F50-489F-B498-A6C7D13E4D27}"/>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the phone log for comparison on the Mac</a:t>
            </a:r>
          </a:p>
        </p:txBody>
      </p:sp>
      <p:sp>
        <p:nvSpPr>
          <p:cNvPr id="18" name="text-10">
            <a:extLst xmlns:a="http://schemas.openxmlformats.org/drawingml/2006/main">
              <a:ext uri="{FF2B5EF4-FFF2-40B4-BE49-F238E27FC236}">
                <a16:creationId xmlns:a16="http://schemas.microsoft.com/office/drawing/2014/main" id="{1E9B77D6-5262-486A-A783-DBFBA9C4287F}"/>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user sees evidence while analysis is running.</a:t>
            </a:r>
          </a:p>
        </p:txBody>
      </p:sp>
      <p:sp>
        <p:nvSpPr>
          <p:cNvPr id="19" name="text-11">
            <a:extLst xmlns:a="http://schemas.openxmlformats.org/drawingml/2006/main">
              <a:ext uri="{FF2B5EF4-FFF2-40B4-BE49-F238E27FC236}">
                <a16:creationId xmlns:a16="http://schemas.microsoft.com/office/drawing/2014/main" id="{BBD89FF0-6D13-4AAD-9B29-F1825EED3F3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5EC2F77-AF2B-41EC-8BCB-A903522B796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08c2bf422ed415a"/>
              </a:rPr>
              <a:t>Harness screen</a:t>
            </a:r>
          </a:p>
        </p:txBody>
      </p:sp>
      <p:sp>
        <p:nvSpPr>
          <p:cNvPr id="21" name="text-13">
            <a:extLst xmlns:a="http://schemas.openxmlformats.org/drawingml/2006/main">
              <a:ext uri="{FF2B5EF4-FFF2-40B4-BE49-F238E27FC236}">
                <a16:creationId xmlns:a16="http://schemas.microsoft.com/office/drawing/2014/main" id="{D5105634-5EE0-49DF-86AF-748D45D75A9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eb9c58221d94e33"/>
              </a:rPr>
              <a:t>Harness model</a:t>
            </a:r>
          </a:p>
        </p:txBody>
      </p:sp>
      <p:sp>
        <p:nvSpPr>
          <p:cNvPr id="22" name="text-14">
            <a:extLst xmlns:a="http://schemas.openxmlformats.org/drawingml/2006/main">
              <a:ext uri="{FF2B5EF4-FFF2-40B4-BE49-F238E27FC236}">
                <a16:creationId xmlns:a16="http://schemas.microsoft.com/office/drawing/2014/main" id="{07EB8184-8431-486E-A501-32B962B1CDF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8178012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9E471BE1-440B-4D9D-8241-36318B5548C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1FBAA1FB-E761-4189-942B-8CDF9105767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DA95C97E-B3A5-4DF7-8086-D9F9CBBA3B16}"/>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604CA5CB-09FA-4FFD-A176-3D4BF142E75C}"/>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281042A5-B79D-4DF2-B56B-1CE863BB557E}"/>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08188B82-C7EE-4FC6-B443-4008447B1E21}"/>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EB51C2E9-AF38-41D5-8340-F421D0E4B702}"/>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6D408B53-0668-4E47-8A76-CAD4F489C1F6}"/>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D28E1C31-F264-4DB1-8A8D-52EBE8355758}"/>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6B260A90-AB56-404D-A190-383480C222FA}"/>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93910F91-D015-4643-AE54-26A13A835E92}"/>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F9260A72-C4D3-44CB-8150-1AF2C8FE686D}"/>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3F0023DE-7220-42C6-8116-994D27B5A8E8}"/>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A43C3010-995F-4BDC-8309-CFAB5B8A5317}"/>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3163255E-6128-45AD-897E-604F6875695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4F67216F-7041-4CCD-BCEC-63A5A7C82B5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d09a6011ccd47e7"/>
              </a:rPr>
              <a:t>Mac gate</a:t>
            </a:r>
          </a:p>
        </p:txBody>
      </p:sp>
      <p:sp>
        <p:nvSpPr>
          <p:cNvPr id="17" name="text-14">
            <a:extLst xmlns:a="http://schemas.openxmlformats.org/drawingml/2006/main">
              <a:ext uri="{FF2B5EF4-FFF2-40B4-BE49-F238E27FC236}">
                <a16:creationId xmlns:a16="http://schemas.microsoft.com/office/drawing/2014/main" id="{782E05A1-48A6-481B-B41A-72E32DB4771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6df7645f32f4d61"/>
              </a:rPr>
              <a:t>Integration tests</a:t>
            </a:r>
          </a:p>
        </p:txBody>
      </p:sp>
      <p:sp>
        <p:nvSpPr>
          <p:cNvPr id="18" name="text-15">
            <a:extLst xmlns:a="http://schemas.openxmlformats.org/drawingml/2006/main">
              <a:ext uri="{FF2B5EF4-FFF2-40B4-BE49-F238E27FC236}">
                <a16:creationId xmlns:a16="http://schemas.microsoft.com/office/drawing/2014/main" id="{6FB9683A-B056-4D87-A273-FF4277083E1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6c400fe83ea4b24"/>
              </a:rPr>
              <a:t>App tests</a:t>
            </a:r>
          </a:p>
        </p:txBody>
      </p:sp>
      <p:sp>
        <p:nvSpPr>
          <p:cNvPr id="19" name="text-16">
            <a:extLst xmlns:a="http://schemas.openxmlformats.org/drawingml/2006/main">
              <a:ext uri="{FF2B5EF4-FFF2-40B4-BE49-F238E27FC236}">
                <a16:creationId xmlns:a16="http://schemas.microsoft.com/office/drawing/2014/main" id="{B5805EC6-FF5B-4B61-ACC4-39B4F0B3B76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18129034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4A77FE55-1254-4286-B8D5-63CA2987890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D3E62C1B-437B-43F3-9308-C0293CA7BDD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C60FA916-16B5-4114-9720-861947DD8D24}"/>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5F2FC62-1B08-440C-A8DE-FFF67E8C135D}"/>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FA5E5415-E7CA-48C3-9985-A4BDE9C3951B}"/>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64332BDD-8A09-4618-A3F2-23EDA4B204ED}"/>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952419-924A-4ED0-A4B9-6D2279BDC910}"/>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2AB9B08-117E-4D65-97C0-5FEE05BFA0B5}"/>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4B68F522-1925-421C-9961-D47132C176F5}"/>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9138BBF1-C730-4199-88CF-D709096969C6}"/>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6581DE-2714-419E-B8B7-D124B76E2C85}"/>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CE44EE5-1E36-48E0-AC9B-A665EB2F3606}"/>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3DC9DA8B-EB4D-47B6-90A0-1EA263C85F5E}"/>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5C55BCF6-26D0-4717-A85E-17C8F3D88C4F}"/>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A28E65-AE07-4B96-A640-8797C04C2010}"/>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F5D1443-A81B-496B-A56F-32BE5DAF7A6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9792DAD7-C742-49EF-8D94-CF121BA32A08}"/>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EAC5A182-100E-4A51-AD76-255271639955}"/>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D46462F-1275-49B3-8958-B0593D089098}"/>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2ACA74AA-59D0-4705-A557-C50A723AC515}"/>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D9A46F4E-8D71-4FA8-B760-2CF5718F6B20}"/>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B7294DCF-048C-43E7-8332-38F2F2B7211E}"/>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605E622E-BFD0-4640-A371-B0D8E765514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61269745-C3D8-4991-97EC-9335395789D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cafe67360084deb"/>
              </a:rPr>
              <a:t>Core package</a:t>
            </a:r>
          </a:p>
        </p:txBody>
      </p:sp>
      <p:sp>
        <p:nvSpPr>
          <p:cNvPr id="25" name="text-15">
            <a:extLst xmlns:a="http://schemas.openxmlformats.org/drawingml/2006/main">
              <a:ext uri="{FF2B5EF4-FFF2-40B4-BE49-F238E27FC236}">
                <a16:creationId xmlns:a16="http://schemas.microsoft.com/office/drawing/2014/main" id="{FAF09D0E-7E28-4C4C-A3BB-CEEEA446CED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39dc5637e24a48"/>
              </a:rPr>
              <a:t>Harness</a:t>
            </a:r>
          </a:p>
        </p:txBody>
      </p:sp>
      <p:sp>
        <p:nvSpPr>
          <p:cNvPr id="26" name="text-16">
            <a:extLst xmlns:a="http://schemas.openxmlformats.org/drawingml/2006/main">
              <a:ext uri="{FF2B5EF4-FFF2-40B4-BE49-F238E27FC236}">
                <a16:creationId xmlns:a16="http://schemas.microsoft.com/office/drawing/2014/main" id="{BBF69519-F30C-4E81-A666-CC69AB07D4F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6f3c623b1bd4fc7"/>
              </a:rPr>
              <a:t>Evaluator</a:t>
            </a:r>
          </a:p>
        </p:txBody>
      </p:sp>
      <p:sp>
        <p:nvSpPr>
          <p:cNvPr id="27" name="text-17">
            <a:extLst xmlns:a="http://schemas.openxmlformats.org/drawingml/2006/main">
              <a:ext uri="{FF2B5EF4-FFF2-40B4-BE49-F238E27FC236}">
                <a16:creationId xmlns:a16="http://schemas.microsoft.com/office/drawing/2014/main" id="{9083CB70-1A86-4369-80FA-22EA5D12088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285734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5538C1A1-23FF-4896-B779-31AE4A48FE2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F570CF0E-BE03-4686-B58C-95B9ECEC4B2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4CCEC583-9DD5-4097-9477-E0D3810C6F0E}"/>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7E947369-BD4C-4240-B6C1-BE098B857376}"/>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BC756913-69EB-460A-B7A4-A83CC6353DED}"/>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B1044914-DD7B-44B6-A795-1D791AA25FFB}"/>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852769-B816-407E-AA61-BE51E98E8D0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2A5A925-E2E4-42AB-8B03-4A2416FA80F8}"/>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188D2343-C4A5-4DD0-A23C-57E16E8D67B5}"/>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4906EF18-BD89-4252-928C-C864DA7ACB11}"/>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4CA8816-46CD-4F87-B15D-CDC4F22BF049}"/>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09F1DBC9-FB16-4FC2-8FFF-E5074FC0AF15}"/>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03707679-C759-4A57-853C-B89C74E9565B}"/>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09C59A34-6B74-4E0E-BC4E-1CE5A16CE7ED}"/>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BE95BE3-333E-4F4E-988B-7E934F685E19}"/>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23E2AFF-5D18-4E9C-BC67-0605FB9DEABB}"/>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277AF9B5-4E7D-42BA-927B-89A98DA3F0EE}"/>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9201C8CF-1F38-4F26-8306-DFB386AC6DA3}"/>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F50B516-C3F9-4507-AF31-693F94A54E7E}"/>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BAFA08E6-549A-466C-A255-2B6E14061B4C}"/>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7372A368-9E7E-4AD2-93D1-9DDDB8DF0E31}"/>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E9419A36-9C69-4BAE-92F8-336E5ED6C41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EF9653B6-7909-4E61-A37C-C1F50D6B506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280E213D-666C-4C71-87B3-DC96C2739B0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bfa720095e04397"/>
              </a:rPr>
              <a:t>Pipeline source</a:t>
            </a:r>
          </a:p>
        </p:txBody>
      </p:sp>
      <p:sp>
        <p:nvSpPr>
          <p:cNvPr id="25" name="text-15">
            <a:extLst xmlns:a="http://schemas.openxmlformats.org/drawingml/2006/main">
              <a:ext uri="{FF2B5EF4-FFF2-40B4-BE49-F238E27FC236}">
                <a16:creationId xmlns:a16="http://schemas.microsoft.com/office/drawing/2014/main" id="{41C5FEFC-E73B-4FCE-947F-C6D86B47CD9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d0693d7fa3a4390"/>
              </a:rPr>
              <a:t>Recorder</a:t>
            </a:r>
          </a:p>
        </p:txBody>
      </p:sp>
      <p:sp>
        <p:nvSpPr>
          <p:cNvPr id="26" name="text-16">
            <a:extLst xmlns:a="http://schemas.openxmlformats.org/drawingml/2006/main">
              <a:ext uri="{FF2B5EF4-FFF2-40B4-BE49-F238E27FC236}">
                <a16:creationId xmlns:a16="http://schemas.microsoft.com/office/drawing/2014/main" id="{99DF0825-4B8B-468E-8C5F-941B18C58D9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f6e21fb388406e"/>
              </a:rPr>
              <a:t>Pipeline tests</a:t>
            </a:r>
          </a:p>
        </p:txBody>
      </p:sp>
      <p:sp>
        <p:nvSpPr>
          <p:cNvPr id="27" name="text-17">
            <a:extLst xmlns:a="http://schemas.openxmlformats.org/drawingml/2006/main">
              <a:ext uri="{FF2B5EF4-FFF2-40B4-BE49-F238E27FC236}">
                <a16:creationId xmlns:a16="http://schemas.microsoft.com/office/drawing/2014/main" id="{2E617BFE-026B-4D30-A8CD-4B33A12629C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2044359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5FAC6AC1-04F7-4305-9257-B72A6F9B744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04469367-1EE1-4053-B879-DCD9D948554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FD608677-3956-4393-ACC6-37BCE09712DA}"/>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D3D5C3F-89C5-40E3-AB6F-F20D71F4C535}"/>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F0F6EC5A-BFA9-4805-9A2C-5EA08D777606}"/>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84446FB7-3BE5-4E58-B61A-D74C849F3977}"/>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6068F2-D03E-474E-925B-0DD30FE7E051}"/>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D7ABD02-93C9-4CE1-ADB2-1BF6149F0088}"/>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9085F83C-D936-4E36-A03D-826F8032BE1D}"/>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5C5E1E1E-3F34-429C-9D56-9F61CFF84B20}"/>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D376B7-5F38-45B5-A33B-53654ED73BC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4C44C28D-F9F7-4EC8-A79A-9411CDED2119}"/>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49DAFD77-DB51-4EED-94EF-21872A95B644}"/>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82E02E73-3219-4839-898E-3F3E98DC85AC}"/>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FD6AF2B-39A2-470D-BDCB-500B136E4C3B}"/>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FCFEE84-19BA-41A6-832B-6433BC28B802}"/>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00A833B0-06F8-4F20-977E-DF831382DAF0}"/>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8F070540-E6E7-45C0-AEE5-12DA42B38E12}"/>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D29669F-7B1C-435C-83A0-43ED8F2E3E84}"/>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70D0C69A-2F2F-4859-AEA8-ADC187E07DD2}"/>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E5BD954B-F6AC-482E-BF02-626938BDAC2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43EA14A2-5797-49AC-822B-6B9C5A61CC7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AF57F174-28F1-498F-80B9-DDC266D19A8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9949ECEE-B87D-443C-BF0B-9B01F70A3E9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35aafa2904d406f"/>
              </a:rPr>
              <a:t>Pipeline</a:t>
            </a:r>
          </a:p>
        </p:txBody>
      </p:sp>
      <p:sp>
        <p:nvSpPr>
          <p:cNvPr id="25" name="text-15">
            <a:extLst xmlns:a="http://schemas.openxmlformats.org/drawingml/2006/main">
              <a:ext uri="{FF2B5EF4-FFF2-40B4-BE49-F238E27FC236}">
                <a16:creationId xmlns:a16="http://schemas.microsoft.com/office/drawing/2014/main" id="{3297F9DF-2F1F-498A-A99E-BFA689C3AE9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d00b79ce0b64ca0"/>
              </a:rPr>
              <a:t>Recorder</a:t>
            </a:r>
          </a:p>
        </p:txBody>
      </p:sp>
      <p:sp>
        <p:nvSpPr>
          <p:cNvPr id="26" name="text-16">
            <a:extLst xmlns:a="http://schemas.openxmlformats.org/drawingml/2006/main">
              <a:ext uri="{FF2B5EF4-FFF2-40B4-BE49-F238E27FC236}">
                <a16:creationId xmlns:a16="http://schemas.microsoft.com/office/drawing/2014/main" id="{62029097-3B78-4DB5-B92C-7414AA92664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e4aed2ce4dc4346"/>
              </a:rPr>
              <a:t>Harness model</a:t>
            </a:r>
          </a:p>
        </p:txBody>
      </p:sp>
      <p:sp>
        <p:nvSpPr>
          <p:cNvPr id="27" name="text-17">
            <a:extLst xmlns:a="http://schemas.openxmlformats.org/drawingml/2006/main">
              <a:ext uri="{FF2B5EF4-FFF2-40B4-BE49-F238E27FC236}">
                <a16:creationId xmlns:a16="http://schemas.microsoft.com/office/drawing/2014/main" id="{9AC79F96-62FD-40D8-BFDA-016764ED67B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2961015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2026-09-21T01:14:36.0320000Z</dcterms:created>
  <dcterms:modified xsi:type="dcterms:W3CDTF">2026-09-21T01:14:36.0320000Z</dcterms:modified>
</coreProperties>
</file>