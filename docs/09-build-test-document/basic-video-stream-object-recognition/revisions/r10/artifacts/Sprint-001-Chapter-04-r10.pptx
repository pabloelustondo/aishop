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7b4380946f4570" /><Relationship Type="http://schemas.openxmlformats.org/officeDocument/2006/relationships/extended-properties" Target="/docProps/app.xml" Id="Rc1e342cb9b7e4f83" /><Relationship Type="http://schemas.openxmlformats.org/officeDocument/2006/relationships/officeDocument" Target="/ppt/presentation.xml" Id="R173809beb3af45ac" /></Relationships>
</file>

<file path=ppt/presentation.xml><?xml version="1.0" encoding="utf-8"?>
<p:presentation xmlns:p="http://schemas.openxmlformats.org/presentationml/2006/main">
  <p:sldMasterIdLst>
    <p:sldMasterId xmlns:r="http://schemas.openxmlformats.org/officeDocument/2006/relationships" id="2147483648" r:id="R300c0d892b364c22"/>
  </p:sldMasterIdLst>
  <p:notesMasterIdLst>
    <p:notesMasterId xmlns:r="http://schemas.openxmlformats.org/officeDocument/2006/relationships" r:id="R4227b50acd7d42e6"/>
  </p:notesMasterIdLst>
  <p:sldIdLst>
    <p:sldId xmlns:r="http://schemas.openxmlformats.org/officeDocument/2006/relationships" id="256" r:id="R6d02a848b1634bcd"/>
    <p:sldId xmlns:r="http://schemas.openxmlformats.org/officeDocument/2006/relationships" id="257" r:id="R131a79232586406f"/>
    <p:sldId xmlns:r="http://schemas.openxmlformats.org/officeDocument/2006/relationships" id="258" r:id="R7695c9f33cca42e4"/>
    <p:sldId xmlns:r="http://schemas.openxmlformats.org/officeDocument/2006/relationships" id="259" r:id="R62a2902cf80f4ddd"/>
    <p:sldId xmlns:r="http://schemas.openxmlformats.org/officeDocument/2006/relationships" id="260" r:id="Rfa7c8d09b0ae4f31"/>
    <p:sldId xmlns:r="http://schemas.openxmlformats.org/officeDocument/2006/relationships" id="261" r:id="R1812a51c7e43491b"/>
    <p:sldId xmlns:r="http://schemas.openxmlformats.org/officeDocument/2006/relationships" id="262" r:id="R9c3ac052c36a4162"/>
    <p:sldId xmlns:r="http://schemas.openxmlformats.org/officeDocument/2006/relationships" id="263" r:id="Rf374c59904344f9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1b4ed4d4ba4e75" /><Relationship Type="http://schemas.openxmlformats.org/officeDocument/2006/relationships/slideMaster" Target="/ppt/slideMasters/slideMaster1.xml" Id="R300c0d892b364c22" /><Relationship Type="http://schemas.openxmlformats.org/officeDocument/2006/relationships/notesMaster" Target="/ppt/notesMasters/notesMaster1.xml" Id="R4227b50acd7d42e6" /><Relationship Type="http://schemas.openxmlformats.org/officeDocument/2006/relationships/presProps" Target="/ppt/presProps.xml" Id="Rec9415e9df5c436c" /><Relationship Type="http://schemas.openxmlformats.org/officeDocument/2006/relationships/tableStyles" Target="/ppt/tableStyles.xml" Id="R6c3bf208f6984e78" /><Relationship Type="http://schemas.openxmlformats.org/officeDocument/2006/relationships/slide" Target="/ppt/slides/slide1.xml" Id="R6d02a848b1634bcd" /><Relationship Type="http://schemas.openxmlformats.org/officeDocument/2006/relationships/slide" Target="/ppt/slides/slide2.xml" Id="R131a79232586406f" /><Relationship Type="http://schemas.openxmlformats.org/officeDocument/2006/relationships/slide" Target="/ppt/slides/slide3.xml" Id="R7695c9f33cca42e4" /><Relationship Type="http://schemas.openxmlformats.org/officeDocument/2006/relationships/slide" Target="/ppt/slides/slide4.xml" Id="R62a2902cf80f4ddd" /><Relationship Type="http://schemas.openxmlformats.org/officeDocument/2006/relationships/slide" Target="/ppt/slides/slide5.xml" Id="Rfa7c8d09b0ae4f31" /><Relationship Type="http://schemas.openxmlformats.org/officeDocument/2006/relationships/slide" Target="/ppt/slides/slide6.xml" Id="R1812a51c7e43491b" /><Relationship Type="http://schemas.openxmlformats.org/officeDocument/2006/relationships/slide" Target="/ppt/slides/slide7.xml" Id="R9c3ac052c36a4162" /><Relationship Type="http://schemas.openxmlformats.org/officeDocument/2006/relationships/slide" Target="/ppt/slides/slide8.xml" Id="Rf374c59904344f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bff64e3ff141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4ddbf3a9c34790" /><Relationship Type="http://schemas.openxmlformats.org/officeDocument/2006/relationships/notesMaster" Target="/ppt/notesMasters/notesMaster1.xml" Id="R2ff92ee5d39b49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3785c0b9d24828" /><Relationship Type="http://schemas.openxmlformats.org/officeDocument/2006/relationships/notesMaster" Target="/ppt/notesMasters/notesMaster1.xml" Id="R74598610a93842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a5ce8826934127" /><Relationship Type="http://schemas.openxmlformats.org/officeDocument/2006/relationships/notesMaster" Target="/ppt/notesMasters/notesMaster1.xml" Id="Rb948ff48c85a4f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ffc67d81c849c9" /><Relationship Type="http://schemas.openxmlformats.org/officeDocument/2006/relationships/notesMaster" Target="/ppt/notesMasters/notesMaster1.xml" Id="R9f5b02e352cb4b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856f86aa074631" /><Relationship Type="http://schemas.openxmlformats.org/officeDocument/2006/relationships/notesMaster" Target="/ppt/notesMasters/notesMaster1.xml" Id="Rf393683c1a5645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acd5156d264906" /><Relationship Type="http://schemas.openxmlformats.org/officeDocument/2006/relationships/notesMaster" Target="/ppt/notesMasters/notesMaster1.xml" Id="R792c1dd3daef44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fb380c498b49e6" /><Relationship Type="http://schemas.openxmlformats.org/officeDocument/2006/relationships/notesMaster" Target="/ppt/notesMasters/notesMaster1.xml" Id="Rb58ff476cedc42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a9acd60cfd4ccd" /><Relationship Type="http://schemas.openxmlformats.org/officeDocument/2006/relationships/notesMaster" Target="/ppt/notesMasters/notesMaster1.xml" Id="R09c8a3de626743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31832f421c4d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e8862702114d79" /><Relationship Type="http://schemas.openxmlformats.org/officeDocument/2006/relationships/slideLayout" Target="/ppt/slideLayouts/slideLayout1.xml" Id="R016a3f6affee41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6a3f6affee41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12ff1ba0834c4a"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9a2d963901474e32"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0dc785c037af4c92"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ac324ef4498a4bbb" /><Relationship Type="http://schemas.openxmlformats.org/officeDocument/2006/relationships/notesSlide" Target="/ppt/notesSlides/notesSlide1.xml" Id="R7c84590763f44e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1673afdda54a8b"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70be9c9171354f5e"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c7aca19de28e47c6"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57686469ee1446f7" /><Relationship Type="http://schemas.openxmlformats.org/officeDocument/2006/relationships/notesSlide" Target="/ppt/notesSlides/notesSlide2.xml" Id="Red2e9c53f12140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fd3708cff94b3f"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7cbb6ca851fb445e" /><Relationship Type="http://schemas.openxmlformats.org/officeDocument/2006/relationships/hyperlink" Target="file:///Users/paboelustodo/Library/CloudStorage/GoogleDrive-pablo.elustondo@gmail.com/My%20Drive%202/1-GIT-PROJECTS/aishop/ios/AIShop/AIShopVision/Sources/AIShopVisionEvaluate/main.swift" TargetMode="External" Id="R33752f4619ec4d8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4f331dd8bee34768" /><Relationship Type="http://schemas.openxmlformats.org/officeDocument/2006/relationships/notesSlide" Target="/ppt/notesSlides/notesSlide3.xml" Id="Ra37d432e9e0d48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3173fdf73d44f9" /><Relationship Type="http://schemas.openxmlformats.org/officeDocument/2006/relationships/hyperlink" Target="file:///Users/paboelustodo/Library/CloudStorage/GoogleDrive-pablo.elustondo@gmail.com/My%20Drive%202/1-GIT-PROJECTS/aishop/ios/AIShop/AIShop/App/ApplicationBootstrap.swift" TargetMode="External" Id="R0a8a1a1147704939" /><Relationship Type="http://schemas.openxmlformats.org/officeDocument/2006/relationships/hyperlink" Target="file:///Users/paboelustodo/Library/CloudStorage/GoogleDrive-pablo.elustondo@gmail.com/My%20Drive%202/1-GIT-PROJECTS/aishop/ios/AIShop/AIShop/Diagnostics/VisionHarnessModel.swift" TargetMode="External" Id="R7b84b647adb84a9a" /><Relationship Type="http://schemas.openxmlformats.org/officeDocument/2006/relationships/hyperlink" Target="file:///Users/paboelustodo/Library/CloudStorage/GoogleDrive-pablo.elustondo@gmail.com/My%20Drive%202/1-GIT-PROJECTS/aishop/e2e/ios/verify-app-bundle.rb" TargetMode="External" Id="R84800fbf1eaa4d2e" /><Relationship Type="http://schemas.openxmlformats.org/officeDocument/2006/relationships/notesSlide" Target="/ppt/notesSlides/notesSlide4.xml" Id="R7559e1d379f64e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89c1c5910646f9"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d97e1e3af2714204" /><Relationship Type="http://schemas.openxmlformats.org/officeDocument/2006/relationships/hyperlink" Target="file:///Users/paboelustodo/Library/CloudStorage/GoogleDrive-pablo.elustondo@gmail.com/My%20Drive%202/1-GIT-PROJECTS/aishop/ios/AIShop/AIShop/Diagnostics/VisionDiagnosticHarness.swift" TargetMode="External" Id="R1b07533ad1234311"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fb305e968c9f4f67" /><Relationship Type="http://schemas.openxmlformats.org/officeDocument/2006/relationships/notesSlide" Target="/ppt/notesSlides/notesSlide5.xml" Id="R20989348331c41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25ff5edbfa46fa" /><Relationship Type="http://schemas.openxmlformats.org/officeDocument/2006/relationships/hyperlink" Target="file:///Users/paboelustodo/Library/CloudStorage/GoogleDrive-pablo.elustondo@gmail.com/My%20Drive%202/1-GIT-PROJECTS/aishop/ios/AIShop/AIShop/Diagnostics/VisionHarnessModel.swift" TargetMode="External" Id="R01aa9d4045894c79"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fb457c79c88540fc"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b22c8f2bfdc24719" /><Relationship Type="http://schemas.openxmlformats.org/officeDocument/2006/relationships/notesSlide" Target="/ppt/notesSlides/notesSlide6.xml" Id="Rc88d0bf382274c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dc7391bc8d4d26"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16acd6264e4f413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9a133c449d4c4e0d" /><Relationship Type="http://schemas.openxmlformats.org/officeDocument/2006/relationships/hyperlink" Target="file:///Users/paboelustodo/Library/CloudStorage/GoogleDrive-pablo.elustondo@gmail.com/My%20Drive%202/1-GIT-PROJECTS/aishop/ios/AIShop/AIShopVision/Package.swift" TargetMode="External" Id="R02d42788694b4aa0" /><Relationship Type="http://schemas.openxmlformats.org/officeDocument/2006/relationships/notesSlide" Target="/ppt/notesSlides/notesSlide7.xml" Id="Rc8b409c5e0a547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aaa4a2272541c5" /><Relationship Type="http://schemas.openxmlformats.org/officeDocument/2006/relationships/hyperlink" Target="file:///Users/paboelustodo/Library/CloudStorage/GoogleDrive-pablo.elustondo@gmail.com/My%20Drive%202/1-GIT-PROJECTS/aishop/ios/AIShop/AIShopVision/Sources/AIShopVision/" TargetMode="External" Id="Rb30e8abb894e4f6d" /><Relationship Type="http://schemas.openxmlformats.org/officeDocument/2006/relationships/hyperlink" Target="file:///Users/paboelustodo/Library/CloudStorage/GoogleDrive-pablo.elustondo@gmail.com/My%20Drive%202/1-GIT-PROJECTS/aishop/ios/AIShop/AIShopVision/Tests/AIShopVisionTests/" TargetMode="External" Id="R4312bb0bbdb84b56"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c4d822f811814f96" /><Relationship Type="http://schemas.openxmlformats.org/officeDocument/2006/relationships/notesSlide" Target="/ppt/notesSlides/notesSlide8.xml" Id="R0673213479bc4e0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23EF708-802D-4597-90A3-6B7C2575B88C}"/>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2315D12F-8371-498E-8B59-6C9F74DFC4B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41177DAA-B90B-4969-8AE7-1F0D3F157DC7}"/>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243EDF10-B2E9-4562-989C-56797B9E15C5}"/>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82104A99-0C12-4FA9-A3C1-3DC1E840EC22}"/>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486C6D18-0813-47E6-808F-5AEAC60BA21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BEB8EC44-D518-499F-920E-1C5F9659911C}"/>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1D66725C-8E9B-47AD-ADB2-BE71D32BCF8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EF8CB87-20DC-4BB9-8B2E-F529D44EADA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518DEFA7-9FEF-458E-BE23-6822FB0F7E88}"/>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BCC225FC-403E-4AFA-8E31-21DAE3BA03E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215721D-8C02-4ADF-8CD7-D9FA1C75289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18EA2CAD-5BB0-41C9-B661-86D8F6D5A9A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20A57EB8-D90F-40E7-8EAC-2AED9038EA5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B5E42626-39D6-448A-8838-176A04BA0A2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a2d963901474e32"/>
              </a:rPr>
              <a:t>Fixture evaluator</a:t>
            </a:r>
          </a:p>
        </p:txBody>
      </p:sp>
      <p:sp>
        <p:nvSpPr>
          <p:cNvPr id="16" name="text-12">
            <a:extLst xmlns:a="http://schemas.openxmlformats.org/drawingml/2006/main">
              <a:ext uri="{FF2B5EF4-FFF2-40B4-BE49-F238E27FC236}">
                <a16:creationId xmlns:a16="http://schemas.microsoft.com/office/drawing/2014/main" id="{C612C9AB-8CC6-4D4E-B2C3-7B80B40112F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dc785c037af4c92"/>
              </a:rPr>
              <a:t>Annotation data</a:t>
            </a:r>
          </a:p>
        </p:txBody>
      </p:sp>
      <p:sp>
        <p:nvSpPr>
          <p:cNvPr id="17" name="text-13">
            <a:extLst xmlns:a="http://schemas.openxmlformats.org/drawingml/2006/main">
              <a:ext uri="{FF2B5EF4-FFF2-40B4-BE49-F238E27FC236}">
                <a16:creationId xmlns:a16="http://schemas.microsoft.com/office/drawing/2014/main" id="{9902B7BD-5089-45B3-8C48-B701FFFCAB3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c324ef4498a4bbb"/>
              </a:rPr>
              <a:t>Evaluator tests</a:t>
            </a:r>
          </a:p>
        </p:txBody>
      </p:sp>
      <p:sp>
        <p:nvSpPr>
          <p:cNvPr id="18" name="text-14">
            <a:extLst xmlns:a="http://schemas.openxmlformats.org/drawingml/2006/main">
              <a:ext uri="{FF2B5EF4-FFF2-40B4-BE49-F238E27FC236}">
                <a16:creationId xmlns:a16="http://schemas.microsoft.com/office/drawing/2014/main" id="{41711F20-4885-42F2-ADDE-B7180B5FD6C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9573341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5EFE05C7-3FC5-4405-B4C8-CAD137CFA31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0B5935C3-53A1-4844-92AA-1099E9026E8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580B2BCC-EF44-481B-9DCE-06D07E75780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A4C57BB7-3E6C-45A3-A0E1-4B49EE199E2E}"/>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AB75AF18-084F-4C2B-BB3D-DD96DB77FC18}"/>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A28F96C9-407A-4F6D-A0E8-F5AA41A1E0DF}"/>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C677B215-695B-4B69-83BE-E5239689B0A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08B9964F-641C-4871-9430-7009EA97C4DA}"/>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19A91D01-A192-4342-AFC0-209579B0582A}"/>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C3B8F3DB-67EF-41CC-A497-3B5388A3B8E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7549E8CC-9339-4FEB-836A-47A6F51A37C7}"/>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8DC62077-A178-47B3-84C5-A8123EFF9C9E}"/>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9B8EEEA7-0838-45B7-99FF-067BE7C0C180}"/>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7B307CE0-D795-444C-AE91-8B899895D33A}"/>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AE63E0F3-6B33-47B8-9944-CB8A70A5D22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128D768C-29FA-4BE7-9961-9819C18EB797}"/>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5D084D81-F3C0-4D7C-892E-01FD070DD165}"/>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220D286B-9D69-49B4-BD6B-16DA8E840DB5}"/>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ED3732D3-4CE3-4D20-B964-E5E71E5AAE3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9BFD3368-75B0-44AB-9D38-0D2B3246AC9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0be9c9171354f5e"/>
              </a:rPr>
              <a:t>Positive evaluation</a:t>
            </a:r>
          </a:p>
        </p:txBody>
      </p:sp>
      <p:sp>
        <p:nvSpPr>
          <p:cNvPr id="21" name="text-17">
            <a:extLst xmlns:a="http://schemas.openxmlformats.org/drawingml/2006/main">
              <a:ext uri="{FF2B5EF4-FFF2-40B4-BE49-F238E27FC236}">
                <a16:creationId xmlns:a16="http://schemas.microsoft.com/office/drawing/2014/main" id="{886562BB-92AC-49D1-949C-C137609B60C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7aca19de28e47c6"/>
              </a:rPr>
              <a:t>Negative evaluation</a:t>
            </a:r>
          </a:p>
        </p:txBody>
      </p:sp>
      <p:sp>
        <p:nvSpPr>
          <p:cNvPr id="22" name="text-18">
            <a:extLst xmlns:a="http://schemas.openxmlformats.org/drawingml/2006/main">
              <a:ext uri="{FF2B5EF4-FFF2-40B4-BE49-F238E27FC236}">
                <a16:creationId xmlns:a16="http://schemas.microsoft.com/office/drawing/2014/main" id="{F97DFC8F-645D-4AA2-862C-9EE45842045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7686469ee1446f7"/>
              </a:rPr>
              <a:t>Positive report</a:t>
            </a:r>
          </a:p>
        </p:txBody>
      </p:sp>
      <p:sp>
        <p:nvSpPr>
          <p:cNvPr id="23" name="text-19">
            <a:extLst xmlns:a="http://schemas.openxmlformats.org/drawingml/2006/main">
              <a:ext uri="{FF2B5EF4-FFF2-40B4-BE49-F238E27FC236}">
                <a16:creationId xmlns:a16="http://schemas.microsoft.com/office/drawing/2014/main" id="{1E4423BA-D4B2-4DD7-8C6B-DF0DD75B57E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15981838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3371FCC-D6D2-4ECB-9677-0CA1A9E40D9C}"/>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2A31355A-3E3B-4BBE-879A-32B17E95F9C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8D259872-A3FD-4A68-9946-FE4684F9588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BCC6C2BB-E6DD-43BE-B2F4-815E8482966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4EE6387A-C27A-40E7-8CA4-7B11ABABD47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A081D96-7C85-444A-8D2A-838EF6E790A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324E7D88-455F-4682-A914-EEC4F7C2A97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E0A2C96B-70DE-4338-823D-F3024D590BC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09114A0-58FA-4F3A-98BE-531B30931D4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2EE01FFA-D944-4E7C-A61A-DF5F76E6AB64}"/>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793316CC-0140-4D04-84F5-51C435B4B47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CFB4512-3F93-464F-9174-418F5305AB37}"/>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439217F1-D6A8-41B3-99B3-9DE66D0C30F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F228E2D8-BF08-402A-98DE-74C7FEA3D8D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DC0D411C-AFA2-45AF-9ED3-D90CEA877FB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cbb6ca851fb445e"/>
              </a:rPr>
              <a:t>Comparator</a:t>
            </a:r>
          </a:p>
        </p:txBody>
      </p:sp>
      <p:sp>
        <p:nvSpPr>
          <p:cNvPr id="16" name="text-12">
            <a:extLst xmlns:a="http://schemas.openxmlformats.org/drawingml/2006/main">
              <a:ext uri="{FF2B5EF4-FFF2-40B4-BE49-F238E27FC236}">
                <a16:creationId xmlns:a16="http://schemas.microsoft.com/office/drawing/2014/main" id="{5C4591C4-96FC-4FB6-B176-CE4FD16D331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3752f4619ec4d8c"/>
              </a:rPr>
              <a:t>Evaluation CLI</a:t>
            </a:r>
          </a:p>
        </p:txBody>
      </p:sp>
      <p:sp>
        <p:nvSpPr>
          <p:cNvPr id="17" name="text-13">
            <a:extLst xmlns:a="http://schemas.openxmlformats.org/drawingml/2006/main">
              <a:ext uri="{FF2B5EF4-FFF2-40B4-BE49-F238E27FC236}">
                <a16:creationId xmlns:a16="http://schemas.microsoft.com/office/drawing/2014/main" id="{4FB3B75F-2182-4817-8E91-45C967D4F1A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f331dd8bee34768"/>
              </a:rPr>
              <a:t>Comparator tests</a:t>
            </a:r>
          </a:p>
        </p:txBody>
      </p:sp>
      <p:sp>
        <p:nvSpPr>
          <p:cNvPr id="18" name="text-14">
            <a:extLst xmlns:a="http://schemas.openxmlformats.org/drawingml/2006/main">
              <a:ext uri="{FF2B5EF4-FFF2-40B4-BE49-F238E27FC236}">
                <a16:creationId xmlns:a16="http://schemas.microsoft.com/office/drawing/2014/main" id="{6C9515FD-9229-44F7-A0FE-623C7910581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11720794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4652E44F-17AA-484C-9FC6-D7847918FAB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285C905A-B079-4CEC-A994-54CD0116F78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7DA7D81A-CA38-445E-87C2-B2009DB5E472}"/>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DCD3D87A-229D-4E45-A63B-A69F174D66C1}"/>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D25B235F-A665-492B-8292-7C8A457EA203}"/>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849AE4E1-F88F-4B28-B2B6-63D11A42EC5E}"/>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F5B3047-C0C1-42F2-B0FC-FF5648743C9B}"/>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552C1437-E8CF-4A53-9B51-DB4A6BB61CAC}"/>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AFF8624E-B279-4345-AAF3-071E8E5018A7}"/>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1B676110-B730-4CB0-9C46-30F4CDB37F1E}"/>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BF88036-ADFD-42B1-AA1B-7348ADF447EE}"/>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2643D98D-4FCB-40EF-805F-EE911B997B2F}"/>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2954C086-9B96-4C78-88EA-DB1D0A791913}"/>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69CD10C6-548A-42CD-BED5-39872F796D30}"/>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AB18FD5-477D-4159-BCB9-6B89418E30FC}"/>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98E86BEA-87F3-479F-82B2-7FD39A5804E2}"/>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F0695E90-06C6-481B-9EF3-AF9348626753}"/>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0CC6230A-3C30-4D23-90C9-697DED8346D3}"/>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D96AF154-4F84-461A-87A9-76AC3C9DA01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01AAAEE6-C2B5-4401-8DFB-465F13CBB60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a8a1a1147704939"/>
              </a:rPr>
              <a:t>Bootstrap</a:t>
            </a:r>
          </a:p>
        </p:txBody>
      </p:sp>
      <p:sp>
        <p:nvSpPr>
          <p:cNvPr id="21" name="text-13">
            <a:extLst xmlns:a="http://schemas.openxmlformats.org/drawingml/2006/main">
              <a:ext uri="{FF2B5EF4-FFF2-40B4-BE49-F238E27FC236}">
                <a16:creationId xmlns:a16="http://schemas.microsoft.com/office/drawing/2014/main" id="{37D68400-43C3-4062-B171-8239BE46189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b84b647adb84a9a"/>
              </a:rPr>
              <a:t>Harness model</a:t>
            </a:r>
          </a:p>
        </p:txBody>
      </p:sp>
      <p:sp>
        <p:nvSpPr>
          <p:cNvPr id="22" name="text-14">
            <a:extLst xmlns:a="http://schemas.openxmlformats.org/drawingml/2006/main">
              <a:ext uri="{FF2B5EF4-FFF2-40B4-BE49-F238E27FC236}">
                <a16:creationId xmlns:a16="http://schemas.microsoft.com/office/drawing/2014/main" id="{732D4559-FDC4-4EFB-B5CD-EDCDAD03D3F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4800fbf1eaa4d2e"/>
              </a:rPr>
              <a:t>Bundle checks</a:t>
            </a:r>
          </a:p>
        </p:txBody>
      </p:sp>
      <p:sp>
        <p:nvSpPr>
          <p:cNvPr id="23" name="text-15">
            <a:extLst xmlns:a="http://schemas.openxmlformats.org/drawingml/2006/main">
              <a:ext uri="{FF2B5EF4-FFF2-40B4-BE49-F238E27FC236}">
                <a16:creationId xmlns:a16="http://schemas.microsoft.com/office/drawing/2014/main" id="{43EB7279-E7AF-4E1B-A7A2-C036BA622FB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10486293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81FBE5AF-31E3-468C-BA8A-99C98B9D0CE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9CABB10D-EC91-41C9-96BF-91915E7680B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D84678AB-60D9-4E69-9D2E-D624293D398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68B3C05B-8241-45AD-926A-79F597E7066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A96E1D05-3AC5-42A5-88BE-AEEC5B19B9E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7A76885-628D-4658-9D8B-D5635FF2CA3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4B75558F-9C03-4C8E-A113-9F43F82C106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681D5DFB-1C4B-42F0-A534-6F2F6AEBB5F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847F476-FB9A-4893-8965-B85CE1431AC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A17ABAB5-0B72-4DB0-B5AD-4A9811B03AF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8EA840A4-715D-42F9-87FC-4E9F2E7A50A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CDB12CA-B345-430B-A37F-5A693822DCF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A0EC1B18-F443-4B10-8DC7-7132586F81B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AC13B488-6A76-4800-BD45-298E4E368063}"/>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A3BDB7E4-79C7-4206-AD76-D5AEF8E45D3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5744ABD9-9C0D-4AC8-859C-070030F4BA9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97e1e3af2714204"/>
              </a:rPr>
              <a:t>Diagnostic scheme</a:t>
            </a:r>
          </a:p>
        </p:txBody>
      </p:sp>
      <p:sp>
        <p:nvSpPr>
          <p:cNvPr id="17" name="text-13">
            <a:extLst xmlns:a="http://schemas.openxmlformats.org/drawingml/2006/main">
              <a:ext uri="{FF2B5EF4-FFF2-40B4-BE49-F238E27FC236}">
                <a16:creationId xmlns:a16="http://schemas.microsoft.com/office/drawing/2014/main" id="{2AE28FB4-8C93-40CA-8EEB-995A51274CA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b07533ad1234311"/>
              </a:rPr>
              <a:t>Harness export</a:t>
            </a:r>
          </a:p>
        </p:txBody>
      </p:sp>
      <p:sp>
        <p:nvSpPr>
          <p:cNvPr id="18" name="text-14">
            <a:extLst xmlns:a="http://schemas.openxmlformats.org/drawingml/2006/main">
              <a:ext uri="{FF2B5EF4-FFF2-40B4-BE49-F238E27FC236}">
                <a16:creationId xmlns:a16="http://schemas.microsoft.com/office/drawing/2014/main" id="{9C623DAE-0043-4F98-A3BA-5327CBD34AD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b305e968c9f4f67"/>
              </a:rPr>
              <a:t>Phone verification</a:t>
            </a:r>
          </a:p>
        </p:txBody>
      </p:sp>
      <p:sp>
        <p:nvSpPr>
          <p:cNvPr id="19" name="text-15">
            <a:extLst xmlns:a="http://schemas.openxmlformats.org/drawingml/2006/main">
              <a:ext uri="{FF2B5EF4-FFF2-40B4-BE49-F238E27FC236}">
                <a16:creationId xmlns:a16="http://schemas.microsoft.com/office/drawing/2014/main" id="{325F9537-861A-426C-AC08-83EC11D8F61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4213239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60B94065-F9F7-4F8E-9925-97F0F72174F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BED30EEC-9721-4C87-BDC6-0F71C410D76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F851DBBA-F4C8-44B9-89E9-D32AF3CC8ED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E5965C6A-BA30-47F2-B1DD-A18D970A7339}"/>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33D06105-FFCA-44F7-93C3-5A67F277A20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6EE102E-D93D-4D62-A1F5-144D51420F1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B3DDB936-2F57-4E77-8592-5BBA064325A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A926A53C-795E-4A21-8B43-1F5E52A22A5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B7C55C4-BF58-4005-B91A-04DAF74EB07F}"/>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E60A2B4C-5198-4FE0-8FA8-82A05BC4CA6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CE755126-3792-4636-B473-A19B38EC601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19C2AAF-26DA-4161-AEB6-B08ECEB36C26}"/>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9F49F28A-0C6D-40BF-A529-98B75945E7A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30D4F208-14D0-488F-8DCC-22458AB1579C}"/>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E4C42187-809E-42C7-81CF-F43D58153FC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58991703-ABA4-42FF-A68F-0449D07B78F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1aa9d4045894c79"/>
              </a:rPr>
              <a:t>Harness replay</a:t>
            </a:r>
          </a:p>
        </p:txBody>
      </p:sp>
      <p:sp>
        <p:nvSpPr>
          <p:cNvPr id="17" name="text-13">
            <a:extLst xmlns:a="http://schemas.openxmlformats.org/drawingml/2006/main">
              <a:ext uri="{FF2B5EF4-FFF2-40B4-BE49-F238E27FC236}">
                <a16:creationId xmlns:a16="http://schemas.microsoft.com/office/drawing/2014/main" id="{65E2E493-B13F-47E3-BF6E-C70290B4569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b457c79c88540fc"/>
              </a:rPr>
              <a:t>Comparator preconditions</a:t>
            </a:r>
          </a:p>
        </p:txBody>
      </p:sp>
      <p:sp>
        <p:nvSpPr>
          <p:cNvPr id="18" name="text-14">
            <a:extLst xmlns:a="http://schemas.openxmlformats.org/drawingml/2006/main">
              <a:ext uri="{FF2B5EF4-FFF2-40B4-BE49-F238E27FC236}">
                <a16:creationId xmlns:a16="http://schemas.microsoft.com/office/drawing/2014/main" id="{C81D2A36-B7B1-488F-B619-C82EBBB2D97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22c8f2bfdc24719"/>
              </a:rPr>
              <a:t>Report resources</a:t>
            </a:r>
          </a:p>
        </p:txBody>
      </p:sp>
      <p:sp>
        <p:nvSpPr>
          <p:cNvPr id="19" name="text-15">
            <a:extLst xmlns:a="http://schemas.openxmlformats.org/drawingml/2006/main">
              <a:ext uri="{FF2B5EF4-FFF2-40B4-BE49-F238E27FC236}">
                <a16:creationId xmlns:a16="http://schemas.microsoft.com/office/drawing/2014/main" id="{855A885F-76A5-4BF7-9014-DA4FA312798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16661526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993D8987-C9F6-4921-958C-186A9653F6C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22ACB2BA-462E-42BA-9040-C87924AFCA4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629566EE-C3AB-46A0-A2A7-A90010BA0DC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BA0A2F4F-7C4C-4C2D-B955-EB1D8994EBAF}"/>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0CFBE71F-AC16-426F-A851-67B63D39A8E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41CC77C-B4FB-43FD-B839-920C50417F1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EFB9C4D1-772F-478A-8BBB-0371F12835F9}"/>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CCF3534E-3BC9-49E1-BD54-632096E0EBF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0D61EAE-D9C7-4494-88FF-12B490E939B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55D70AD9-DE5A-47E7-8AFA-D77C0AE672F8}"/>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E08947E6-E6CB-4D34-9376-D60B69E3B44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3BDBE11-49D8-4E04-BA23-595AAEF712F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EFA10C72-6F50-44C0-A0D5-944FA56AF44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8A09D973-37B6-4205-87D8-2A7BD092E59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E615F0C-3CB1-4C77-9FD6-CBCF163E53D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6acd6264e4f413c"/>
              </a:rPr>
              <a:t>Production pipeline</a:t>
            </a:r>
          </a:p>
        </p:txBody>
      </p:sp>
      <p:sp>
        <p:nvSpPr>
          <p:cNvPr id="16" name="text-12">
            <a:extLst xmlns:a="http://schemas.openxmlformats.org/drawingml/2006/main">
              <a:ext uri="{FF2B5EF4-FFF2-40B4-BE49-F238E27FC236}">
                <a16:creationId xmlns:a16="http://schemas.microsoft.com/office/drawing/2014/main" id="{7B109A4B-3489-4E41-9F77-5DCCB4E8020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a133c449d4c4e0d"/>
              </a:rPr>
              <a:t>Integration suite</a:t>
            </a:r>
          </a:p>
        </p:txBody>
      </p:sp>
      <p:sp>
        <p:nvSpPr>
          <p:cNvPr id="17" name="text-13">
            <a:extLst xmlns:a="http://schemas.openxmlformats.org/drawingml/2006/main">
              <a:ext uri="{FF2B5EF4-FFF2-40B4-BE49-F238E27FC236}">
                <a16:creationId xmlns:a16="http://schemas.microsoft.com/office/drawing/2014/main" id="{1F79746A-92DD-4301-A320-427207531B1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2d42788694b4aa0"/>
              </a:rPr>
              <a:t>Package boundaries</a:t>
            </a:r>
          </a:p>
        </p:txBody>
      </p:sp>
      <p:sp>
        <p:nvSpPr>
          <p:cNvPr id="18" name="text-14">
            <a:extLst xmlns:a="http://schemas.openxmlformats.org/drawingml/2006/main">
              <a:ext uri="{FF2B5EF4-FFF2-40B4-BE49-F238E27FC236}">
                <a16:creationId xmlns:a16="http://schemas.microsoft.com/office/drawing/2014/main" id="{8654FD0F-C033-4E52-BCA5-52060854177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14197224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E3E2D9D-D570-4577-901A-A18A28ABC67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77AB0BCC-E5F3-4BB7-A067-4C34D4A8CF0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F1F7BC4C-D409-4112-B9D2-60495F38D75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711F8C59-07FF-4DFE-AB8F-1578132DF6D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B551AED5-EFF4-4AEE-A79F-BC5DF595545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9F89B5C-2681-4D47-8809-66F6345E2601}"/>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474E7720-DFA6-4F80-A7E7-601A2E1AEFE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DB8B8FF4-F0FD-4208-BC1D-520ED181C21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A41C1AF5-5AB1-4D5D-9593-46E90309C43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0E74B6ED-98C8-4A7A-A4B3-34157083D347}"/>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074E9CC2-2A9C-4B59-A763-700A1D3C975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96533C5-2D9A-4FF8-AFDE-4C27C772A53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15098654-8783-4672-80CB-BADBE6BF275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E89AE66D-3A01-4DF3-B836-1EF9E917BC9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22F2DDBC-7E2D-418D-B0E0-2410AF2C2D4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30e8abb894e4f6d"/>
              </a:rPr>
              <a:t>Source package</a:t>
            </a:r>
          </a:p>
        </p:txBody>
      </p:sp>
      <p:sp>
        <p:nvSpPr>
          <p:cNvPr id="16" name="text-12">
            <a:extLst xmlns:a="http://schemas.openxmlformats.org/drawingml/2006/main">
              <a:ext uri="{FF2B5EF4-FFF2-40B4-BE49-F238E27FC236}">
                <a16:creationId xmlns:a16="http://schemas.microsoft.com/office/drawing/2014/main" id="{13A796A1-794A-4F95-AE68-184F60FBD8E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312bb0bbdb84b56"/>
              </a:rPr>
              <a:t>Test package</a:t>
            </a:r>
          </a:p>
        </p:txBody>
      </p:sp>
      <p:sp>
        <p:nvSpPr>
          <p:cNvPr id="17" name="text-13">
            <a:extLst xmlns:a="http://schemas.openxmlformats.org/drawingml/2006/main">
              <a:ext uri="{FF2B5EF4-FFF2-40B4-BE49-F238E27FC236}">
                <a16:creationId xmlns:a16="http://schemas.microsoft.com/office/drawing/2014/main" id="{D780C73E-0E7F-47D4-87F1-17C76EA1AC7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4d822f811814f96"/>
              </a:rPr>
              <a:t>Acceptance record</a:t>
            </a:r>
          </a:p>
        </p:txBody>
      </p:sp>
      <p:sp>
        <p:nvSpPr>
          <p:cNvPr id="18" name="text-14">
            <a:extLst xmlns:a="http://schemas.openxmlformats.org/drawingml/2006/main">
              <a:ext uri="{FF2B5EF4-FFF2-40B4-BE49-F238E27FC236}">
                <a16:creationId xmlns:a16="http://schemas.microsoft.com/office/drawing/2014/main" id="{1587E128-242F-43A6-B3CB-538ED6988D7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6676532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2026-09-21T02:08:23.8880000Z</dcterms:created>
  <dcterms:modified xsi:type="dcterms:W3CDTF">2026-09-21T02:08:23.8880000Z</dcterms:modified>
</coreProperties>
</file>