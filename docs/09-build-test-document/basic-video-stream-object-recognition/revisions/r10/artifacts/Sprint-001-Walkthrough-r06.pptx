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8578a107ea4a94" /><Relationship Type="http://schemas.openxmlformats.org/officeDocument/2006/relationships/extended-properties" Target="/docProps/app.xml" Id="R7bc39c378a184ea5" /><Relationship Type="http://schemas.openxmlformats.org/officeDocument/2006/relationships/officeDocument" Target="/ppt/presentation.xml" Id="Rb362f14d45ce4595" /></Relationships>
</file>

<file path=ppt/presentation.xml><?xml version="1.0" encoding="utf-8"?>
<p:presentation xmlns:p="http://schemas.openxmlformats.org/presentationml/2006/main">
  <p:sldMasterIdLst>
    <p:sldMasterId xmlns:r="http://schemas.openxmlformats.org/officeDocument/2006/relationships" id="2147483648" r:id="R131866a13a6b4ac9"/>
  </p:sldMasterIdLst>
  <p:notesMasterIdLst>
    <p:notesMasterId xmlns:r="http://schemas.openxmlformats.org/officeDocument/2006/relationships" r:id="Re319e21427bc468a"/>
  </p:notesMasterIdLst>
  <p:sldIdLst>
    <p:sldId xmlns:r="http://schemas.openxmlformats.org/officeDocument/2006/relationships" id="256" r:id="R3c3a6ac20420420c"/>
    <p:sldId xmlns:r="http://schemas.openxmlformats.org/officeDocument/2006/relationships" id="257" r:id="Rb9e48f050d1c45c4"/>
    <p:sldId xmlns:r="http://schemas.openxmlformats.org/officeDocument/2006/relationships" id="258" r:id="R5986926bb4d64220"/>
    <p:sldId xmlns:r="http://schemas.openxmlformats.org/officeDocument/2006/relationships" id="259" r:id="R8931508c45b9470e"/>
    <p:sldId xmlns:r="http://schemas.openxmlformats.org/officeDocument/2006/relationships" id="260" r:id="Rfe0080ed18f5431c"/>
    <p:sldId xmlns:r="http://schemas.openxmlformats.org/officeDocument/2006/relationships" id="261" r:id="Rf546bebb162848ef"/>
    <p:sldId xmlns:r="http://schemas.openxmlformats.org/officeDocument/2006/relationships" id="262" r:id="Rb947288a04ce4dc2"/>
    <p:sldId xmlns:r="http://schemas.openxmlformats.org/officeDocument/2006/relationships" id="263" r:id="R0f5b6e03152a49d9"/>
    <p:sldId xmlns:r="http://schemas.openxmlformats.org/officeDocument/2006/relationships" id="264" r:id="R69100cecad024e49"/>
    <p:sldId xmlns:r="http://schemas.openxmlformats.org/officeDocument/2006/relationships" id="265" r:id="Rdf40585d2010479f"/>
    <p:sldId xmlns:r="http://schemas.openxmlformats.org/officeDocument/2006/relationships" id="266" r:id="Rf5d4888757eb46f1"/>
    <p:sldId xmlns:r="http://schemas.openxmlformats.org/officeDocument/2006/relationships" id="267" r:id="Re65df0e04fd045dd"/>
    <p:sldId xmlns:r="http://schemas.openxmlformats.org/officeDocument/2006/relationships" id="268" r:id="R5ef0d495d00f4e15"/>
    <p:sldId xmlns:r="http://schemas.openxmlformats.org/officeDocument/2006/relationships" id="269" r:id="Ra746e6977595492e"/>
    <p:sldId xmlns:r="http://schemas.openxmlformats.org/officeDocument/2006/relationships" id="270" r:id="R0e5deb6cea164a01"/>
    <p:sldId xmlns:r="http://schemas.openxmlformats.org/officeDocument/2006/relationships" id="271" r:id="R50097fc7f44642a3"/>
    <p:sldId xmlns:r="http://schemas.openxmlformats.org/officeDocument/2006/relationships" id="272" r:id="R6038bb44affd44bf"/>
    <p:sldId xmlns:r="http://schemas.openxmlformats.org/officeDocument/2006/relationships" id="273" r:id="R7c15615762c1400e"/>
    <p:sldId xmlns:r="http://schemas.openxmlformats.org/officeDocument/2006/relationships" id="274" r:id="R30ec26f5d7ab452a"/>
    <p:sldId xmlns:r="http://schemas.openxmlformats.org/officeDocument/2006/relationships" id="275" r:id="R96a3fb3d2f42411b"/>
    <p:sldId xmlns:r="http://schemas.openxmlformats.org/officeDocument/2006/relationships" id="276" r:id="R28987da9f693427e"/>
    <p:sldId xmlns:r="http://schemas.openxmlformats.org/officeDocument/2006/relationships" id="277" r:id="R1b0d931f44d64863"/>
    <p:sldId xmlns:r="http://schemas.openxmlformats.org/officeDocument/2006/relationships" id="278" r:id="R7045c21d52f247f9"/>
    <p:sldId xmlns:r="http://schemas.openxmlformats.org/officeDocument/2006/relationships" id="279" r:id="Re4438402fb054cdf"/>
    <p:sldId xmlns:r="http://schemas.openxmlformats.org/officeDocument/2006/relationships" id="280" r:id="R88dbb693db3f4e1e"/>
    <p:sldId xmlns:r="http://schemas.openxmlformats.org/officeDocument/2006/relationships" id="281" r:id="R56dba40bf5b3495d"/>
    <p:sldId xmlns:r="http://schemas.openxmlformats.org/officeDocument/2006/relationships" id="282" r:id="R70363a268cb147aa"/>
    <p:sldId xmlns:r="http://schemas.openxmlformats.org/officeDocument/2006/relationships" id="283" r:id="Rd8e4889efe9a4077"/>
    <p:sldId xmlns:r="http://schemas.openxmlformats.org/officeDocument/2006/relationships" id="284" r:id="R6a13d347f5614b80"/>
    <p:sldId xmlns:r="http://schemas.openxmlformats.org/officeDocument/2006/relationships" id="285" r:id="Rcb24144510d7419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8f0be872e14d52" /><Relationship Type="http://schemas.openxmlformats.org/officeDocument/2006/relationships/slideMaster" Target="/ppt/slideMasters/slideMaster1.xml" Id="R131866a13a6b4ac9" /><Relationship Type="http://schemas.openxmlformats.org/officeDocument/2006/relationships/notesMaster" Target="/ppt/notesMasters/notesMaster1.xml" Id="Re319e21427bc468a" /><Relationship Type="http://schemas.openxmlformats.org/officeDocument/2006/relationships/presProps" Target="/ppt/presProps.xml" Id="Rded0416b2df34753" /><Relationship Type="http://schemas.openxmlformats.org/officeDocument/2006/relationships/tableStyles" Target="/ppt/tableStyles.xml" Id="Reb3282ebdf4d4eff" /><Relationship Type="http://schemas.openxmlformats.org/officeDocument/2006/relationships/slide" Target="/ppt/slides/slide1.xml" Id="R3c3a6ac20420420c" /><Relationship Type="http://schemas.openxmlformats.org/officeDocument/2006/relationships/slide" Target="/ppt/slides/slide2.xml" Id="Rb9e48f050d1c45c4" /><Relationship Type="http://schemas.openxmlformats.org/officeDocument/2006/relationships/slide" Target="/ppt/slides/slide3.xml" Id="R5986926bb4d64220" /><Relationship Type="http://schemas.openxmlformats.org/officeDocument/2006/relationships/slide" Target="/ppt/slides/slide4.xml" Id="R8931508c45b9470e" /><Relationship Type="http://schemas.openxmlformats.org/officeDocument/2006/relationships/slide" Target="/ppt/slides/slide5.xml" Id="Rfe0080ed18f5431c" /><Relationship Type="http://schemas.openxmlformats.org/officeDocument/2006/relationships/slide" Target="/ppt/slides/slide6.xml" Id="Rf546bebb162848ef" /><Relationship Type="http://schemas.openxmlformats.org/officeDocument/2006/relationships/slide" Target="/ppt/slides/slide7.xml" Id="Rb947288a04ce4dc2" /><Relationship Type="http://schemas.openxmlformats.org/officeDocument/2006/relationships/slide" Target="/ppt/slides/slide8.xml" Id="R0f5b6e03152a49d9" /><Relationship Type="http://schemas.openxmlformats.org/officeDocument/2006/relationships/slide" Target="/ppt/slides/slide9.xml" Id="R69100cecad024e49" /><Relationship Type="http://schemas.openxmlformats.org/officeDocument/2006/relationships/slide" Target="/ppt/slides/slide10.xml" Id="Rdf40585d2010479f" /><Relationship Type="http://schemas.openxmlformats.org/officeDocument/2006/relationships/slide" Target="/ppt/slides/slide11.xml" Id="Rf5d4888757eb46f1" /><Relationship Type="http://schemas.openxmlformats.org/officeDocument/2006/relationships/slide" Target="/ppt/slides/slide12.xml" Id="Re65df0e04fd045dd" /><Relationship Type="http://schemas.openxmlformats.org/officeDocument/2006/relationships/slide" Target="/ppt/slides/slide13.xml" Id="R5ef0d495d00f4e15" /><Relationship Type="http://schemas.openxmlformats.org/officeDocument/2006/relationships/slide" Target="/ppt/slides/slide14.xml" Id="Ra746e6977595492e" /><Relationship Type="http://schemas.openxmlformats.org/officeDocument/2006/relationships/slide" Target="/ppt/slides/slide15.xml" Id="R0e5deb6cea164a01" /><Relationship Type="http://schemas.openxmlformats.org/officeDocument/2006/relationships/slide" Target="/ppt/slides/slide16.xml" Id="R50097fc7f44642a3" /><Relationship Type="http://schemas.openxmlformats.org/officeDocument/2006/relationships/slide" Target="/ppt/slides/slide17.xml" Id="R6038bb44affd44bf" /><Relationship Type="http://schemas.openxmlformats.org/officeDocument/2006/relationships/slide" Target="/ppt/slides/slide18.xml" Id="R7c15615762c1400e" /><Relationship Type="http://schemas.openxmlformats.org/officeDocument/2006/relationships/slide" Target="/ppt/slides/slide19.xml" Id="R30ec26f5d7ab452a" /><Relationship Type="http://schemas.openxmlformats.org/officeDocument/2006/relationships/slide" Target="/ppt/slides/slide20.xml" Id="R96a3fb3d2f42411b" /><Relationship Type="http://schemas.openxmlformats.org/officeDocument/2006/relationships/slide" Target="/ppt/slides/slide21.xml" Id="R28987da9f693427e" /><Relationship Type="http://schemas.openxmlformats.org/officeDocument/2006/relationships/slide" Target="/ppt/slides/slide22.xml" Id="R1b0d931f44d64863" /><Relationship Type="http://schemas.openxmlformats.org/officeDocument/2006/relationships/slide" Target="/ppt/slides/slide23.xml" Id="R7045c21d52f247f9" /><Relationship Type="http://schemas.openxmlformats.org/officeDocument/2006/relationships/slide" Target="/ppt/slides/slide24.xml" Id="Re4438402fb054cdf" /><Relationship Type="http://schemas.openxmlformats.org/officeDocument/2006/relationships/slide" Target="/ppt/slides/slide25.xml" Id="R88dbb693db3f4e1e" /><Relationship Type="http://schemas.openxmlformats.org/officeDocument/2006/relationships/slide" Target="/ppt/slides/slide26.xml" Id="R56dba40bf5b3495d" /><Relationship Type="http://schemas.openxmlformats.org/officeDocument/2006/relationships/slide" Target="/ppt/slides/slide27.xml" Id="R70363a268cb147aa" /><Relationship Type="http://schemas.openxmlformats.org/officeDocument/2006/relationships/slide" Target="/ppt/slides/slide28.xml" Id="Rd8e4889efe9a4077" /><Relationship Type="http://schemas.openxmlformats.org/officeDocument/2006/relationships/slide" Target="/ppt/slides/slide29.xml" Id="R6a13d347f5614b80" /><Relationship Type="http://schemas.openxmlformats.org/officeDocument/2006/relationships/slide" Target="/ppt/slides/slide30.xml" Id="Rcb24144510d741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18c8d0c4645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10801595544aa7" /><Relationship Type="http://schemas.openxmlformats.org/officeDocument/2006/relationships/notesMaster" Target="/ppt/notesMasters/notesMaster1.xml" Id="R6d690d5ba1c443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203ad1ad334a79" /><Relationship Type="http://schemas.openxmlformats.org/officeDocument/2006/relationships/notesMaster" Target="/ppt/notesMasters/notesMaster1.xml" Id="Rf6ba8321b72d4b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b61bfbaf014814" /><Relationship Type="http://schemas.openxmlformats.org/officeDocument/2006/relationships/notesMaster" Target="/ppt/notesMasters/notesMaster1.xml" Id="Rd30d4f2d327545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4b4db499964a64" /><Relationship Type="http://schemas.openxmlformats.org/officeDocument/2006/relationships/notesMaster" Target="/ppt/notesMasters/notesMaster1.xml" Id="R6c7d5f75821948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780e6d125f4b46" /><Relationship Type="http://schemas.openxmlformats.org/officeDocument/2006/relationships/notesMaster" Target="/ppt/notesMasters/notesMaster1.xml" Id="R71b7a05d5f7e4a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087d24c2b44d62" /><Relationship Type="http://schemas.openxmlformats.org/officeDocument/2006/relationships/notesMaster" Target="/ppt/notesMasters/notesMaster1.xml" Id="R1fa4081c2f3b4a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94a15bf9694cf7" /><Relationship Type="http://schemas.openxmlformats.org/officeDocument/2006/relationships/notesMaster" Target="/ppt/notesMasters/notesMaster1.xml" Id="Rfc2d2eefd6bd44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b49d818014c0f" /><Relationship Type="http://schemas.openxmlformats.org/officeDocument/2006/relationships/notesMaster" Target="/ppt/notesMasters/notesMaster1.xml" Id="R6396048f031748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b31403c47040fb" /><Relationship Type="http://schemas.openxmlformats.org/officeDocument/2006/relationships/notesMaster" Target="/ppt/notesMasters/notesMaster1.xml" Id="Rf1048a43a22940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faf316f40441d6" /><Relationship Type="http://schemas.openxmlformats.org/officeDocument/2006/relationships/notesMaster" Target="/ppt/notesMasters/notesMaster1.xml" Id="Re656b3142b3f43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0922a72eee4000" /><Relationship Type="http://schemas.openxmlformats.org/officeDocument/2006/relationships/notesMaster" Target="/ppt/notesMasters/notesMaster1.xml" Id="R4d5042faf1ad4c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16202e82e44214" /><Relationship Type="http://schemas.openxmlformats.org/officeDocument/2006/relationships/notesMaster" Target="/ppt/notesMasters/notesMaster1.xml" Id="R053b201a737a45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d5eb6524ca4eef" /><Relationship Type="http://schemas.openxmlformats.org/officeDocument/2006/relationships/notesMaster" Target="/ppt/notesMasters/notesMaster1.xml" Id="R4b9f7bd0a20745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f6f7b737234cc4" /><Relationship Type="http://schemas.openxmlformats.org/officeDocument/2006/relationships/notesMaster" Target="/ppt/notesMasters/notesMaster1.xml" Id="R98253df600e245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eb175628ba4661" /><Relationship Type="http://schemas.openxmlformats.org/officeDocument/2006/relationships/notesMaster" Target="/ppt/notesMasters/notesMaster1.xml" Id="R9ff95829034546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c712157d8447ed" /><Relationship Type="http://schemas.openxmlformats.org/officeDocument/2006/relationships/notesMaster" Target="/ppt/notesMasters/notesMaster1.xml" Id="R21bcdaa21aa143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51c210d2cf4cf6" /><Relationship Type="http://schemas.openxmlformats.org/officeDocument/2006/relationships/notesMaster" Target="/ppt/notesMasters/notesMaster1.xml" Id="Re75b93cc8d8e4a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281463b4684c49" /><Relationship Type="http://schemas.openxmlformats.org/officeDocument/2006/relationships/notesMaster" Target="/ppt/notesMasters/notesMaster1.xml" Id="Rafa77f0ecff741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e18f56fecd45e6" /><Relationship Type="http://schemas.openxmlformats.org/officeDocument/2006/relationships/notesMaster" Target="/ppt/notesMasters/notesMaster1.xml" Id="Rc7b69456958845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3ab0994fe9449e" /><Relationship Type="http://schemas.openxmlformats.org/officeDocument/2006/relationships/notesMaster" Target="/ppt/notesMasters/notesMaster1.xml" Id="R24fba6080ea34d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a219bff9ea4cf9" /><Relationship Type="http://schemas.openxmlformats.org/officeDocument/2006/relationships/notesMaster" Target="/ppt/notesMasters/notesMaster1.xml" Id="Rd7a954a3f5a14a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4ac16d29cf4137" /><Relationship Type="http://schemas.openxmlformats.org/officeDocument/2006/relationships/notesMaster" Target="/ppt/notesMasters/notesMaster1.xml" Id="Rc6b9be87251747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011f0103a64dc6" /><Relationship Type="http://schemas.openxmlformats.org/officeDocument/2006/relationships/notesMaster" Target="/ppt/notesMasters/notesMaster1.xml" Id="R304b6e60ea89413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884b927cf1c4268" /><Relationship Type="http://schemas.openxmlformats.org/officeDocument/2006/relationships/notesMaster" Target="/ppt/notesMasters/notesMaster1.xml" Id="R71477be3d0a640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ac92efff2a45f6" /><Relationship Type="http://schemas.openxmlformats.org/officeDocument/2006/relationships/notesMaster" Target="/ppt/notesMasters/notesMaster1.xml" Id="R67651f46ddd3462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cdd2d62dd14817" /><Relationship Type="http://schemas.openxmlformats.org/officeDocument/2006/relationships/notesMaster" Target="/ppt/notesMasters/notesMaster1.xml" Id="R93e196e999714e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2c3e3fca284e90" /><Relationship Type="http://schemas.openxmlformats.org/officeDocument/2006/relationships/notesMaster" Target="/ppt/notesMasters/notesMaster1.xml" Id="R1c756ba7db2442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df48b4dbf4405f" /><Relationship Type="http://schemas.openxmlformats.org/officeDocument/2006/relationships/notesMaster" Target="/ppt/notesMasters/notesMaster1.xml" Id="R17cd246d23ad4e5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3454f38b324ccb" /><Relationship Type="http://schemas.openxmlformats.org/officeDocument/2006/relationships/notesMaster" Target="/ppt/notesMasters/notesMaster1.xml" Id="R957dcb6ebcca46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aaa9f7219042e8" /><Relationship Type="http://schemas.openxmlformats.org/officeDocument/2006/relationships/notesMaster" Target="/ppt/notesMasters/notesMaster1.xml" Id="Ra1dd0e1f23734a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Known product in video</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two videos under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Both fixtures enter the same local production pipeline. The expected difference is a possible-match episode for the positive video and no false candidate for the negative video. The next slide shows how the HITL selects one of these videos, observes the run, and keeps the evidence.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98a11a394a4a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75e36f0f4644b4" /><Relationship Type="http://schemas.openxmlformats.org/officeDocument/2006/relationships/slideLayout" Target="/ppt/slideLayouts/slideLayout1.xml" Id="Re2c13bbb08714f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c13bbb08714f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6d2f9476dc4d0f" /><Relationship Type="http://schemas.openxmlformats.org/officeDocument/2006/relationships/notesSlide" Target="/ppt/notesSlides/notesSlide1.xml" Id="R4b6a2f836b7040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97736e9001408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872fb0c460847e3" /><Relationship Type="http://schemas.openxmlformats.org/officeDocument/2006/relationships/notesSlide" Target="/ppt/notesSlides/notesSlide2.xml" Id="R51c3cd2f01a142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8e410e18f140d0" /><Relationship Type="http://schemas.openxmlformats.org/officeDocument/2006/relationships/image" Target="/ppt/media/image.jpeg" Id="R6b8972433dda4252" /><Relationship Type="http://schemas.openxmlformats.org/officeDocument/2006/relationships/image" Target="/ppt/media/image2.jpeg" Id="R0420532813554a43"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305093c0c0a642bd" /><Relationship Type="http://schemas.openxmlformats.org/officeDocument/2006/relationships/hyperlink" Target="file:///Users/paboelustodo/Library/CloudStorage/GoogleDrive-pablo.elustondo@gmail.com/My%20Drive%202/1-GIT-PROJECTS/aishop/ios/AIShop/AIShopVision/Tests/AIShopVisionTests/Resources" TargetMode="External" Id="Rc92e2fb044a54755" /><Relationship Type="http://schemas.openxmlformats.org/officeDocument/2006/relationships/hyperlink" Target="file:///Users/paboelustodo/Library/CloudStorage/GoogleDrive-pablo.elustondo@gmail.com/My%20Drive%202/1-GIT-PROJECTS/aishop/ios/AIShop/AIShop/Diagnostics/VisionDiagnosticHarness.swift" TargetMode="External" Id="Rbb8932d2cfa44105" /><Relationship Type="http://schemas.openxmlformats.org/officeDocument/2006/relationships/notesSlide" Target="/ppt/notesSlides/notesSlide3.xml" Id="Rbc7830d08eb149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1f0ab4ad454eaa" /><Relationship Type="http://schemas.openxmlformats.org/officeDocument/2006/relationships/hyperlink" Target="file:///Users/paboelustodo/Library/CloudStorage/GoogleDrive-pablo.elustondo@gmail.com/My%20Drive%202/1-GIT-PROJECTS/aishop/e2e/ios/run.zsh" TargetMode="External" Id="R56b56fb6e23340c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e4f2de25f3b740d7" /><Relationship Type="http://schemas.openxmlformats.org/officeDocument/2006/relationships/hyperlink" Target="file:///Users/paboelustodo/Library/CloudStorage/GoogleDrive-pablo.elustondo@gmail.com/My%20Drive%202/1-GIT-PROJECTS/aishop/ios/AIShop/AIShopTests/" TargetMode="External" Id="R99e93627c95c4c2a" /><Relationship Type="http://schemas.openxmlformats.org/officeDocument/2006/relationships/notesSlide" Target="/ppt/notesSlides/notesSlide4.xml" Id="R77b53fbd6a2345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245aec76fe4ae2" /><Relationship Type="http://schemas.openxmlformats.org/officeDocument/2006/relationships/hyperlink" Target="file:///Users/paboelustodo/Library/CloudStorage/GoogleDrive-pablo.elustondo@gmail.com/My%20Drive%202/1-GIT-PROJECTS/aishop/ios/AIShop/AIShopVision/Sources/AIShopVision/" TargetMode="External" Id="R28ad498d5bdc4b80" /><Relationship Type="http://schemas.openxmlformats.org/officeDocument/2006/relationships/hyperlink" Target="file:///Users/paboelustodo/Library/CloudStorage/GoogleDrive-pablo.elustondo@gmail.com/My%20Drive%202/1-GIT-PROJECTS/aishop/ios/AIShop/AIShop/Diagnostics/" TargetMode="External" Id="Rf660e9b89f15438e" /><Relationship Type="http://schemas.openxmlformats.org/officeDocument/2006/relationships/hyperlink" Target="file:///Users/paboelustodo/Library/CloudStorage/GoogleDrive-pablo.elustondo@gmail.com/My%20Drive%202/1-GIT-PROJECTS/aishop/ios/AIShop/AIShopVision/Sources/AIShopVisionEvaluation/" TargetMode="External" Id="R6d7518f209d24f29" /><Relationship Type="http://schemas.openxmlformats.org/officeDocument/2006/relationships/notesSlide" Target="/ppt/notesSlides/notesSlide5.xml" Id="R53448361bd2846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2635d72ce54e1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408fe148fb74a2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2733e3fbf739497c"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ac51bb5ac7b47c6" /><Relationship Type="http://schemas.openxmlformats.org/officeDocument/2006/relationships/notesSlide" Target="/ppt/notesSlides/notesSlide6.xml" Id="Rddbb8b6c712c44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a383382a774eb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bb16b67b2df4444"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3ea169a8b154261" /><Relationship Type="http://schemas.openxmlformats.org/officeDocument/2006/relationships/hyperlink" Target="file:///Users/paboelustodo/Library/CloudStorage/GoogleDrive-pablo.elustondo@gmail.com/My%20Drive%202/1-GIT-PROJECTS/aishop/ios/AIShop/AIShop/Diagnostics/VisionHarnessModel.swift" TargetMode="External" Id="Rf80ad13b1dfe47d6" /><Relationship Type="http://schemas.openxmlformats.org/officeDocument/2006/relationships/notesSlide" Target="/ppt/notesSlides/notesSlide7.xml" Id="R9c8bdeeebdf847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cca07693904378"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cfb532128adb43a7"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6a8b967dd9384381"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51360da92b9b4786" /><Relationship Type="http://schemas.openxmlformats.org/officeDocument/2006/relationships/notesSlide" Target="/ppt/notesSlides/notesSlide8.xml" Id="Rad193d3523974e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ad57ac1cdb4905"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82d901105cfc4781"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41dec6bd3b18426e" /><Relationship Type="http://schemas.openxmlformats.org/officeDocument/2006/relationships/notesSlide" Target="/ppt/notesSlides/notesSlide9.xml" Id="R546843a75f3a43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01a7593e3b4caf"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b9f098e30d694fd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5cf9f34fa31423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1bf33a0255c8494f" /><Relationship Type="http://schemas.openxmlformats.org/officeDocument/2006/relationships/notesSlide" Target="/ppt/notesSlides/notesSlide10.xml" Id="R9bf3b57faf9943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732d2417794ea6"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2f8f4d3a3a0b4123"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229cc418af4d47e8" /><Relationship Type="http://schemas.openxmlformats.org/officeDocument/2006/relationships/hyperlink" Target="file:///Users/paboelustodo/Library/CloudStorage/GoogleDrive-pablo.elustondo@gmail.com/My%20Drive%202/1-GIT-PROJECTS/aishop/ios/AIShop/AIShop/Diagnostics/DiagnosticFixture.swift" TargetMode="External" Id="R0d9a9e7f76a34c13" /><Relationship Type="http://schemas.openxmlformats.org/officeDocument/2006/relationships/notesSlide" Target="/ppt/notesSlides/notesSlide11.xml" Id="R76abfa3f5e8349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6c33c80c4d49e0"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ed3e2ea4359e433d"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8885d3337fd84b67" /><Relationship Type="http://schemas.openxmlformats.org/officeDocument/2006/relationships/notesSlide" Target="/ppt/notesSlides/notesSlide12.xml" Id="Rc5b9d42befe145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58655d1e094095"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702676e8e26f43ac"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c243d15b97af4559"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99b953d05d994914" /><Relationship Type="http://schemas.openxmlformats.org/officeDocument/2006/relationships/notesSlide" Target="/ppt/notesSlides/notesSlide13.xml" Id="Reeaf9c27968a41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86f1789ab54f6b"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63ba12edcfbb463e" /><Relationship Type="http://schemas.openxmlformats.org/officeDocument/2006/relationships/hyperlink" Target="file:///Users/paboelustodo/Library/CloudStorage/GoogleDrive-pablo.elustondo@gmail.com/My%20Drive%202/1-GIT-PROJECTS/aishop/e2e/ios/calibrate-scorer.rb" TargetMode="External" Id="Rd18b62cd2db24e75"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5ca747e3566d4b67" /><Relationship Type="http://schemas.openxmlformats.org/officeDocument/2006/relationships/notesSlide" Target="/ppt/notesSlides/notesSlide14.xml" Id="Re331d6a6d07e49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e1b58e8e024f04"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109d4b74d9254907"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3201c5a2502d435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6edabe0edc464e5b" /><Relationship Type="http://schemas.openxmlformats.org/officeDocument/2006/relationships/notesSlide" Target="/ppt/notesSlides/notesSlide15.xml" Id="R8ecbe5673dc646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fc7058f3b440f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306a7c404ee34f35"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d1b1c3655ba5445c" /><Relationship Type="http://schemas.openxmlformats.org/officeDocument/2006/relationships/hyperlink" Target="file:///Users/paboelustodo/Library/CloudStorage/GoogleDrive-pablo.elustondo@gmail.com/My%20Drive%202/1-GIT-PROJECTS/aishop/ios/AIShop/AIShop/Diagnostics/VisionDiagnosticHarness.swift" TargetMode="External" Id="R733c7a280b3e4d3f" /><Relationship Type="http://schemas.openxmlformats.org/officeDocument/2006/relationships/notesSlide" Target="/ppt/notesSlides/notesSlide16.xml" Id="R85c86fdb105245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63a4436ae5d428b"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b02bee792fa44531"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611fe1f59784344"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24ff94c76c6c4e4a" /><Relationship Type="http://schemas.openxmlformats.org/officeDocument/2006/relationships/notesSlide" Target="/ppt/notesSlides/notesSlide17.xml" Id="R7bda318a6ab344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191552854b34e40"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9604bef693794bd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02b53298e3904dcb"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2bc70b595f2c4d4f" /><Relationship Type="http://schemas.openxmlformats.org/officeDocument/2006/relationships/notesSlide" Target="/ppt/notesSlides/notesSlide18.xml" Id="R0288a67d715543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bdbbd7094884ac0"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cc4ef30988a340de"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d6f8901620164483"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28002084482840d2" /><Relationship Type="http://schemas.openxmlformats.org/officeDocument/2006/relationships/notesSlide" Target="/ppt/notesSlides/notesSlide19.xml" Id="R056ae1afd1f847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82d0d2987649e1"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59fcd373f39400d"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7fb245d1069d4e79"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d35e0562274434c" /><Relationship Type="http://schemas.openxmlformats.org/officeDocument/2006/relationships/notesSlide" Target="/ppt/notesSlides/notesSlide20.xml" Id="Ra5bb3aad792441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5deec7d8cb485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42fa26400374e2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60562b1ec574aef"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055e3143bfd84113" /><Relationship Type="http://schemas.openxmlformats.org/officeDocument/2006/relationships/notesSlide" Target="/ppt/notesSlides/notesSlide21.xml" Id="Ra68761833a3d44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1f2f51464624fa6"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f91edb231d74b3a"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1132b322539e465b" /><Relationship Type="http://schemas.openxmlformats.org/officeDocument/2006/relationships/hyperlink" Target="file:///Users/paboelustodo/Library/CloudStorage/GoogleDrive-pablo.elustondo@gmail.com/My%20Drive%202/1-GIT-PROJECTS/aishop/ios/AIShop/AIShop/Diagnostics/VisionHarnessModel.swift" TargetMode="External" Id="R37180e738b504c02" /><Relationship Type="http://schemas.openxmlformats.org/officeDocument/2006/relationships/notesSlide" Target="/ppt/notesSlides/notesSlide22.xml" Id="Rf26a820b8c5d43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3a1ff17c2e343c8"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b1e8071473844383"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3e04d10f12674c63"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737443f2b2fb4916" /><Relationship Type="http://schemas.openxmlformats.org/officeDocument/2006/relationships/notesSlide" Target="/ppt/notesSlides/notesSlide23.xml" Id="Ra3faf9b370d244b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aa019accc1f471b"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d6e3214846bf4d23"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934d44951777471b"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3561fb54a38c43f6" /><Relationship Type="http://schemas.openxmlformats.org/officeDocument/2006/relationships/notesSlide" Target="/ppt/notesSlides/notesSlide24.xml" Id="Rea693c56646b4c3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c1b695d39a54513"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12aed1c2d17a4021" /><Relationship Type="http://schemas.openxmlformats.org/officeDocument/2006/relationships/hyperlink" Target="file:///Users/paboelustodo/Library/CloudStorage/GoogleDrive-pablo.elustondo@gmail.com/My%20Drive%202/1-GIT-PROJECTS/aishop/ios/AIShop/AIShopVision/Sources/AIShopVisionEvaluate/main.swift" TargetMode="External" Id="Re45c42de1342436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c1708f88b5a4929" /><Relationship Type="http://schemas.openxmlformats.org/officeDocument/2006/relationships/notesSlide" Target="/ppt/notesSlides/notesSlide25.xml" Id="R8dd54ce7a1fe46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60e1756a8f44db2" /><Relationship Type="http://schemas.openxmlformats.org/officeDocument/2006/relationships/hyperlink" Target="file:///Users/paboelustodo/Library/CloudStorage/GoogleDrive-pablo.elustondo@gmail.com/My%20Drive%202/1-GIT-PROJECTS/aishop/ios/AIShop/AIShop/App/ApplicationBootstrap.swift" TargetMode="External" Id="R079fd4a60f424ef2" /><Relationship Type="http://schemas.openxmlformats.org/officeDocument/2006/relationships/hyperlink" Target="file:///Users/paboelustodo/Library/CloudStorage/GoogleDrive-pablo.elustondo@gmail.com/My%20Drive%202/1-GIT-PROJECTS/aishop/ios/AIShop/AIShop/Diagnostics/VisionHarnessModel.swift" TargetMode="External" Id="R60643d24489b4e1f" /><Relationship Type="http://schemas.openxmlformats.org/officeDocument/2006/relationships/hyperlink" Target="file:///Users/paboelustodo/Library/CloudStorage/GoogleDrive-pablo.elustondo@gmail.com/My%20Drive%202/1-GIT-PROJECTS/aishop/e2e/ios/verify-app-bundle.rb" TargetMode="External" Id="R5ad83376e6c24c85" /><Relationship Type="http://schemas.openxmlformats.org/officeDocument/2006/relationships/notesSlide" Target="/ppt/notesSlides/notesSlide26.xml" Id="R01604b53716f4a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762eb5fa1c04c3e"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cbbdf75a00194e23" /><Relationship Type="http://schemas.openxmlformats.org/officeDocument/2006/relationships/hyperlink" Target="file:///Users/paboelustodo/Library/CloudStorage/GoogleDrive-pablo.elustondo@gmail.com/My%20Drive%202/1-GIT-PROJECTS/aishop/ios/AIShop/AIShop/Diagnostics/VisionDiagnosticHarness.swift" TargetMode="External" Id="R5334cfed995946a0"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b557a1a84db84b14" /><Relationship Type="http://schemas.openxmlformats.org/officeDocument/2006/relationships/notesSlide" Target="/ppt/notesSlides/notesSlide27.xml" Id="Rfb967bddc5da41c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3864c91a5bd495e" /><Relationship Type="http://schemas.openxmlformats.org/officeDocument/2006/relationships/hyperlink" Target="file:///Users/paboelustodo/Library/CloudStorage/GoogleDrive-pablo.elustondo@gmail.com/My%20Drive%202/1-GIT-PROJECTS/aishop/ios/AIShop/AIShop/Diagnostics/VisionHarnessModel.swift" TargetMode="External" Id="R3d033b16f8ec4290"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cb1391ebbed64c39"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81c9c5afebb4ecc" /><Relationship Type="http://schemas.openxmlformats.org/officeDocument/2006/relationships/notesSlide" Target="/ppt/notesSlides/notesSlide28.xml" Id="R0d5a7a212d7548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661d31a436b49b0"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4fe3561210c42e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2c235cd47666468e" /><Relationship Type="http://schemas.openxmlformats.org/officeDocument/2006/relationships/hyperlink" Target="file:///Users/paboelustodo/Library/CloudStorage/GoogleDrive-pablo.elustondo@gmail.com/My%20Drive%202/1-GIT-PROJECTS/aishop/ios/AIShop/AIShopVision/Package.swift" TargetMode="External" Id="R46d8133c1d1f4ea4" /><Relationship Type="http://schemas.openxmlformats.org/officeDocument/2006/relationships/notesSlide" Target="/ppt/notesSlides/notesSlide29.xml" Id="Re2c7b3a775de45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9f93ae2a1ff4cb7" /><Relationship Type="http://schemas.openxmlformats.org/officeDocument/2006/relationships/hyperlink" Target="file:///Users/paboelustodo/Library/CloudStorage/GoogleDrive-pablo.elustondo@gmail.com/My%20Drive%202/1-GIT-PROJECTS/aishop/ios/AIShop/AIShopVision/Sources/AIShopVision/" TargetMode="External" Id="Rcc109869852a4362" /><Relationship Type="http://schemas.openxmlformats.org/officeDocument/2006/relationships/hyperlink" Target="file:///Users/paboelustodo/Library/CloudStorage/GoogleDrive-pablo.elustondo@gmail.com/My%20Drive%202/1-GIT-PROJECTS/aishop/ios/AIShop/AIShopVision/Tests/AIShopVisionTests/" TargetMode="External" Id="R4d6ddbbd068e44a8"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aa690fcd6f11416d" /><Relationship Type="http://schemas.openxmlformats.org/officeDocument/2006/relationships/notesSlide" Target="/ppt/notesSlides/notesSlide30.xml" Id="R5a25b846484a41e6"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7A61126-9133-461B-8779-CFC345743758}"/>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A2830B4A-EB9B-44A0-8DE4-D5E862DDBD5E}"/>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095EE569-32B9-4A4F-8142-95EDFC536C74}"/>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1257DF90-FE6E-4F2D-B58C-B13B3006510A}"/>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06 / working tree / 20 September 2026</a:t>
            </a:r>
          </a:p>
        </p:txBody>
      </p:sp>
    </p:spTree>
    <p:extLst>
      <p:ext uri="{BB962C8B-B14F-4D97-AF65-F5344CB8AC3E}">
        <p14:creationId xmlns:p14="http://schemas.microsoft.com/office/powerpoint/2010/main" val="7876285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453C5C5-66AD-4F18-9D17-75192072FA0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26C22DF2-C22A-4CE7-BCA0-9A9B90DE522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80C6D223-9B09-46A7-B56A-A0A48ACCB58C}"/>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F91F4098-A42F-45D5-94B7-46B99F7999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B10880F0-55AD-4261-9F6F-49E774CEEE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7940BD1-264B-4998-9733-0742E7F483B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715F3860-97BD-4DD1-850E-02F4406D1D1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72C2D34E-3193-4AE5-BA01-CE1265424DC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F2EE3C3-CC59-4355-90BE-39CC4413F4D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7925F5F3-2F79-4703-99B4-634E6AF0BCD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77AF0255-4124-4CCB-A5BB-8142CBCC6BD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62E98C2-EC93-4B1D-9344-86C161CBBAD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64995FD1-CB97-4E65-847F-9294A757CDF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EAAB63E3-EB31-4D51-8EBE-53F946C3824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32E53B08-3FDC-4673-BAEF-48D27C78084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872fb0c460847e3"/>
              </a:rPr>
              <a:t>Pipeline</a:t>
            </a:r>
          </a:p>
        </p:txBody>
      </p:sp>
      <p:sp>
        <p:nvSpPr>
          <p:cNvPr id="16" name="text-12">
            <a:extLst xmlns:a="http://schemas.openxmlformats.org/drawingml/2006/main">
              <a:ext uri="{FF2B5EF4-FFF2-40B4-BE49-F238E27FC236}">
                <a16:creationId xmlns:a16="http://schemas.microsoft.com/office/drawing/2014/main" id="{490C1BD0-D439-401C-B27B-2EB04C46DA1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7019446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DB568720-4010-4971-9C6C-7EE99C9273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two videos under test</a:t>
            </a:r>
          </a:p>
        </p:txBody>
      </p:sp>
      <p:sp>
        <p:nvSpPr>
          <p:cNvPr id="2" name="text-1">
            <a:extLst xmlns:a="http://schemas.openxmlformats.org/drawingml/2006/main">
              <a:ext uri="{FF2B5EF4-FFF2-40B4-BE49-F238E27FC236}">
                <a16:creationId xmlns:a16="http://schemas.microsoft.com/office/drawing/2014/main" id="{3470AAA8-C0A6-4201-B0CD-80B8001FBE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target case and a no-target control before the diagnostic journey</a:t>
            </a:r>
          </a:p>
        </p:txBody>
      </p:sp>
      <p:sp>
        <p:nvSpPr>
          <p:cNvPr id="3" name="text-2">
            <a:extLst xmlns:a="http://schemas.openxmlformats.org/drawingml/2006/main">
              <a:ext uri="{FF2B5EF4-FFF2-40B4-BE49-F238E27FC236}">
                <a16:creationId xmlns:a16="http://schemas.microsoft.com/office/drawing/2014/main" id="{214AE225-063E-45E5-9A10-092A44230C2F}"/>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test a clear expected outcome.</a:t>
            </a:r>
          </a:p>
        </p:txBody>
      </p:sp>
      <p:sp>
        <p:nvSpPr>
          <p:cNvPr id="4" name="">
            <a:extLst xmlns:a="http://schemas.openxmlformats.org/drawingml/2006/main">
              <a:ext uri="{FF2B5EF4-FFF2-40B4-BE49-F238E27FC236}">
                <a16:creationId xmlns:a16="http://schemas.microsoft.com/office/drawing/2014/main" id="{6C459200-DCF2-4D57-9064-D606EEFC6F93}"/>
              </a:ext>
            </a:extLst>
          </p:cNvPr>
          <p:cNvSpPr>
            <a:spLocks xmlns:a="http://schemas.openxmlformats.org/drawingml/2006/main" noGrp="1"/>
          </p:cNvSpPr>
          <p:nvPr/>
        </p:nvSpPr>
        <p:spPr>
          <a:xfrm xmlns:a="http://schemas.openxmlformats.org/drawingml/2006/main">
            <a:off x="1143000" y="2209800"/>
            <a:ext cx="5905500" cy="38862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b8972433dda4252"/>
          <a:srcRect xmlns:a="http://schemas.openxmlformats.org/drawingml/2006/main" l="0" t="37085" r="0" b="37085"/>
          <a:stretch xmlns:a="http://schemas.openxmlformats.org/drawingml/2006/main">
            <a:fillRect l="0" t="0" r="0" b="0"/>
          </a:stretch>
        </p:blipFill>
        <p:spPr>
          <a:xfrm xmlns:a="http://schemas.openxmlformats.org/drawingml/2006/main">
            <a:off x="1295400" y="2362200"/>
            <a:ext cx="5600700" cy="25717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83610355-70C7-4119-9AF9-C01AE2252928}"/>
              </a:ext>
            </a:extLst>
          </p:cNvPr>
          <p:cNvSpPr>
            <a:spLocks xmlns:a="http://schemas.openxmlformats.org/drawingml/2006/main" noGrp="1"/>
          </p:cNvSpPr>
          <p:nvPr/>
        </p:nvSpPr>
        <p:spPr>
          <a:xfrm xmlns:a="http://schemas.openxmlformats.org/drawingml/2006/main">
            <a:off x="1295400" y="5143500"/>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42BF4452-F4BC-4495-9296-9532F9C9AF1E}"/>
              </a:ext>
            </a:extLst>
          </p:cNvPr>
          <p:cNvSpPr>
            <a:spLocks xmlns:a="http://schemas.openxmlformats.org/drawingml/2006/main" noGrp="1"/>
          </p:cNvSpPr>
          <p:nvPr/>
        </p:nvSpPr>
        <p:spPr>
          <a:xfrm xmlns:a="http://schemas.openxmlformats.org/drawingml/2006/main">
            <a:off x="1295400" y="552450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05E5A083-5B5E-4DE2-9067-976A94774011}"/>
              </a:ext>
            </a:extLst>
          </p:cNvPr>
          <p:cNvSpPr>
            <a:spLocks xmlns:a="http://schemas.openxmlformats.org/drawingml/2006/main" noGrp="1"/>
          </p:cNvSpPr>
          <p:nvPr/>
        </p:nvSpPr>
        <p:spPr>
          <a:xfrm xmlns:a="http://schemas.openxmlformats.org/drawingml/2006/main">
            <a:off x="1295400" y="5953125"/>
            <a:ext cx="56007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7FE26FDA-D2E2-4ED5-9776-04EBE1A51929}"/>
              </a:ext>
            </a:extLst>
          </p:cNvPr>
          <p:cNvSpPr>
            <a:spLocks xmlns:a="http://schemas.openxmlformats.org/drawingml/2006/main" noGrp="1"/>
          </p:cNvSpPr>
          <p:nvPr/>
        </p:nvSpPr>
        <p:spPr>
          <a:xfrm xmlns:a="http://schemas.openxmlformats.org/drawingml/2006/main">
            <a:off x="8191500" y="2209800"/>
            <a:ext cx="5905500" cy="38862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420532813554a43"/>
          <a:srcRect xmlns:a="http://schemas.openxmlformats.org/drawingml/2006/main" l="0" t="37085" r="0" b="37085"/>
          <a:stretch xmlns:a="http://schemas.openxmlformats.org/drawingml/2006/main">
            <a:fillRect l="0" t="0" r="0" b="0"/>
          </a:stretch>
        </p:blipFill>
        <p:spPr>
          <a:xfrm xmlns:a="http://schemas.openxmlformats.org/drawingml/2006/main">
            <a:off x="8343900" y="2362200"/>
            <a:ext cx="5600700" cy="25717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61649DC4-85C9-4641-8FF6-5C52FA18D010}"/>
              </a:ext>
            </a:extLst>
          </p:cNvPr>
          <p:cNvSpPr>
            <a:spLocks xmlns:a="http://schemas.openxmlformats.org/drawingml/2006/main" noGrp="1"/>
          </p:cNvSpPr>
          <p:nvPr/>
        </p:nvSpPr>
        <p:spPr>
          <a:xfrm xmlns:a="http://schemas.openxmlformats.org/drawingml/2006/main">
            <a:off x="8343900" y="5143500"/>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229C5613-4570-439E-A01E-DFF575B983FE}"/>
              </a:ext>
            </a:extLst>
          </p:cNvPr>
          <p:cNvSpPr>
            <a:spLocks xmlns:a="http://schemas.openxmlformats.org/drawingml/2006/main" noGrp="1"/>
          </p:cNvSpPr>
          <p:nvPr/>
        </p:nvSpPr>
        <p:spPr>
          <a:xfrm xmlns:a="http://schemas.openxmlformats.org/drawingml/2006/main">
            <a:off x="8343900" y="552450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812748F1-1AE8-4468-BEC1-BA40ACB0A93A}"/>
              </a:ext>
            </a:extLst>
          </p:cNvPr>
          <p:cNvSpPr>
            <a:spLocks xmlns:a="http://schemas.openxmlformats.org/drawingml/2006/main" noGrp="1"/>
          </p:cNvSpPr>
          <p:nvPr/>
        </p:nvSpPr>
        <p:spPr>
          <a:xfrm xmlns:a="http://schemas.openxmlformats.org/drawingml/2006/main">
            <a:off x="8343900" y="5953125"/>
            <a:ext cx="56007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DCF9C0C5-B831-42BB-8FAE-0B33B6C6CEA5}"/>
              </a:ext>
            </a:extLst>
          </p:cNvPr>
          <p:cNvSpPr>
            <a:spLocks xmlns:a="http://schemas.openxmlformats.org/drawingml/2006/main" noGrp="1"/>
          </p:cNvSpPr>
          <p:nvPr/>
        </p:nvSpPr>
        <p:spPr>
          <a:xfrm xmlns:a="http://schemas.openxmlformats.org/drawingml/2006/main">
            <a:off x="1428750" y="6810375"/>
            <a:ext cx="123825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00" b="0">
                <a:solidFill>
                  <a:srgbClr val="102C43"/>
                </a:solidFill>
                <a:latin typeface="Arial"/>
                <a:ea typeface="Arial"/>
                <a:cs typeface="Arial"/>
              </a:defRPr>
            </a:pPr>
            <a:r>
              <a:rPr sz="2100" b="0">
                <a:solidFill>
                  <a:srgbClr val="102C43"/>
                </a:solidFill>
                <a:latin typeface="Arial"/>
                <a:ea typeface="Arial"/>
                <a:cs typeface="Arial"/>
              </a:rPr>
              <a:t>Both are local recorded videos. The diagnostic journey begins only after this choice.</a:t>
            </a:r>
          </a:p>
        </p:txBody>
      </p:sp>
      <p:sp>
        <p:nvSpPr>
          <p:cNvPr id="15" name="text-10">
            <a:extLst xmlns:a="http://schemas.openxmlformats.org/drawingml/2006/main">
              <a:ext uri="{FF2B5EF4-FFF2-40B4-BE49-F238E27FC236}">
                <a16:creationId xmlns:a16="http://schemas.microsoft.com/office/drawing/2014/main" id="{6A7016AF-1FB8-464D-A6BE-5119DB8D93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1">
            <a:extLst xmlns:a="http://schemas.openxmlformats.org/drawingml/2006/main">
              <a:ext uri="{FF2B5EF4-FFF2-40B4-BE49-F238E27FC236}">
                <a16:creationId xmlns:a16="http://schemas.microsoft.com/office/drawing/2014/main" id="{A1E852CB-E145-408F-A815-EFC7F5312DE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5093c0c0a642bd"/>
              </a:rPr>
              <a:t>Fixture annotations</a:t>
            </a:r>
          </a:p>
        </p:txBody>
      </p:sp>
      <p:sp>
        <p:nvSpPr>
          <p:cNvPr id="17" name="text-12">
            <a:extLst xmlns:a="http://schemas.openxmlformats.org/drawingml/2006/main">
              <a:ext uri="{FF2B5EF4-FFF2-40B4-BE49-F238E27FC236}">
                <a16:creationId xmlns:a16="http://schemas.microsoft.com/office/drawing/2014/main" id="{B04018DF-8EC6-40BF-B478-ACA20B15C6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92e2fb044a54755"/>
              </a:rPr>
              <a:t>Fixture resources</a:t>
            </a:r>
          </a:p>
        </p:txBody>
      </p:sp>
      <p:sp>
        <p:nvSpPr>
          <p:cNvPr id="18" name="text-13">
            <a:extLst xmlns:a="http://schemas.openxmlformats.org/drawingml/2006/main">
              <a:ext uri="{FF2B5EF4-FFF2-40B4-BE49-F238E27FC236}">
                <a16:creationId xmlns:a16="http://schemas.microsoft.com/office/drawing/2014/main" id="{25F1B43D-0504-4A55-805C-1874CC4F238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8932d2cfa44105"/>
              </a:rPr>
              <a:t>Harness screen</a:t>
            </a:r>
          </a:p>
        </p:txBody>
      </p:sp>
      <p:sp>
        <p:nvSpPr>
          <p:cNvPr id="19" name="text-14">
            <a:extLst xmlns:a="http://schemas.openxmlformats.org/drawingml/2006/main">
              <a:ext uri="{FF2B5EF4-FFF2-40B4-BE49-F238E27FC236}">
                <a16:creationId xmlns:a16="http://schemas.microsoft.com/office/drawing/2014/main" id="{2CEFC83D-33E9-46B1-A856-3D6D0882F5F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1486472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922ABB4-B185-4ADE-9DEE-9D21C4A4B98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89A7E34E-492B-43CB-BC9D-03048EF60C2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D2C6D6E9-9A84-4416-B361-73CAB13B7272}"/>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8A2CF0F-134F-4D6C-9AB5-81A17AD40A58}"/>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5012704-0DB2-43E5-98A1-68EF03C59464}"/>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C9C01757-E1E4-47ED-A8EC-CF805CB38A74}"/>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30575107-4DF6-4593-854A-0C856739CFF8}"/>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351C4478-3406-4067-A7E1-31816E78CDB2}"/>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E85B6A90-D5E6-4375-BE46-7993B08E6763}"/>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DD58DDDF-EDDC-4945-BC95-7513008665F9}"/>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F6205155-200C-4C2D-9950-F1532813EC5C}"/>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F0B8AFBF-6375-4E0D-8C6F-1C0C84CDF545}"/>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77DB167E-1873-4F58-B695-4B7953D569C9}"/>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BD090747-DBB5-4988-A243-7FB92DC4325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7F9B4F6B-15DD-4FBD-92DF-867052228A2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1A5C864E-A1A3-4ADD-8254-49BB5208BF2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6b56fb6e23340cc"/>
              </a:rPr>
              <a:t>Mac gate</a:t>
            </a:r>
          </a:p>
        </p:txBody>
      </p:sp>
      <p:sp>
        <p:nvSpPr>
          <p:cNvPr id="17" name="text-14">
            <a:extLst xmlns:a="http://schemas.openxmlformats.org/drawingml/2006/main">
              <a:ext uri="{FF2B5EF4-FFF2-40B4-BE49-F238E27FC236}">
                <a16:creationId xmlns:a16="http://schemas.microsoft.com/office/drawing/2014/main" id="{0459B12A-7FDA-4B08-8F7B-0B25749FE3C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f2de25f3b740d7"/>
              </a:rPr>
              <a:t>Integration tests</a:t>
            </a:r>
          </a:p>
        </p:txBody>
      </p:sp>
      <p:sp>
        <p:nvSpPr>
          <p:cNvPr id="18" name="text-15">
            <a:extLst xmlns:a="http://schemas.openxmlformats.org/drawingml/2006/main">
              <a:ext uri="{FF2B5EF4-FFF2-40B4-BE49-F238E27FC236}">
                <a16:creationId xmlns:a16="http://schemas.microsoft.com/office/drawing/2014/main" id="{B5F7E5DF-02AD-43D0-A3A0-A96C6B82115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e93627c95c4c2a"/>
              </a:rPr>
              <a:t>App tests</a:t>
            </a:r>
          </a:p>
        </p:txBody>
      </p:sp>
      <p:sp>
        <p:nvSpPr>
          <p:cNvPr id="19" name="text-16">
            <a:extLst xmlns:a="http://schemas.openxmlformats.org/drawingml/2006/main">
              <a:ext uri="{FF2B5EF4-FFF2-40B4-BE49-F238E27FC236}">
                <a16:creationId xmlns:a16="http://schemas.microsoft.com/office/drawing/2014/main" id="{50F453F1-B379-4323-9B20-57C3D2A6CE0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1946945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6CDC0F1A-3478-4658-B935-7618EEE477D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D0391E06-1ADC-4CB8-B5C5-580E929AFB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AFD1F927-3714-4E64-B211-A340ECD6B09E}"/>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09F5E7E9-0E30-4EE5-A084-95A05E0B0F47}"/>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5245DBE6-A26F-4796-A948-139358E4FC6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AB8E6A7D-FFA5-4419-BEA8-1C4564F210BA}"/>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9A2A2B-25E1-4110-8DA0-2751E6E94E0E}"/>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D964A14-E2A4-4AEA-AC16-4E372E4EC0B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D093802C-0E0B-4594-8077-28E813CAACA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005BC0AF-E02E-480B-9659-18E348A9037B}"/>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2BD4EA-FB87-452F-8F2F-A34EA18B149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7BE67DE0-4300-48A7-9C79-F48B7307FB4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483B15E0-8DD2-45DE-B752-3D34BEEBC59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D56E4EE4-0E0C-4BB4-A904-8567A6B2E5A0}"/>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802C7D-F2E2-4B4E-B0C1-4B06B430D0F5}"/>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E577130-9A05-4576-8FC4-A9A1CC5E484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3B9BF1B8-6C38-4D21-95DB-B15550C6B7D6}"/>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DE339F67-A362-490F-B24F-3E9F57A150D4}"/>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607B09-839C-4457-8EDB-A7C9589C90E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D0160F58-C330-414E-A0E6-5BFB08C0A40F}"/>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5FFDFA0A-4015-4F61-A41C-FB8F3A289D87}"/>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594C3165-A9DD-44CD-B09A-F62460BCBDA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72709783-F5D5-45B3-B230-4CEB52CA383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851DF704-8BF5-4C08-97F3-1DD7F0221C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ad498d5bdc4b80"/>
              </a:rPr>
              <a:t>Core package</a:t>
            </a:r>
          </a:p>
        </p:txBody>
      </p:sp>
      <p:sp>
        <p:nvSpPr>
          <p:cNvPr id="25" name="text-15">
            <a:extLst xmlns:a="http://schemas.openxmlformats.org/drawingml/2006/main">
              <a:ext uri="{FF2B5EF4-FFF2-40B4-BE49-F238E27FC236}">
                <a16:creationId xmlns:a16="http://schemas.microsoft.com/office/drawing/2014/main" id="{56B29CE4-CAA3-42E8-B376-6F2B7D35A7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60e9b89f15438e"/>
              </a:rPr>
              <a:t>Harness</a:t>
            </a:r>
          </a:p>
        </p:txBody>
      </p:sp>
      <p:sp>
        <p:nvSpPr>
          <p:cNvPr id="26" name="text-16">
            <a:extLst xmlns:a="http://schemas.openxmlformats.org/drawingml/2006/main">
              <a:ext uri="{FF2B5EF4-FFF2-40B4-BE49-F238E27FC236}">
                <a16:creationId xmlns:a16="http://schemas.microsoft.com/office/drawing/2014/main" id="{FB223B30-DA72-4FD9-AEF4-9FB3E711886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d7518f209d24f29"/>
              </a:rPr>
              <a:t>Evaluator</a:t>
            </a:r>
          </a:p>
        </p:txBody>
      </p:sp>
      <p:sp>
        <p:nvSpPr>
          <p:cNvPr id="27" name="text-17">
            <a:extLst xmlns:a="http://schemas.openxmlformats.org/drawingml/2006/main">
              <a:ext uri="{FF2B5EF4-FFF2-40B4-BE49-F238E27FC236}">
                <a16:creationId xmlns:a16="http://schemas.microsoft.com/office/drawing/2014/main" id="{42EC3653-6F73-4957-ADE6-3C1D3231146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3955215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791A5AD7-D933-40B5-AE31-BA53C3E9E26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9AC1DA20-1D7B-44B8-A1AA-EEEDA92113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10078A9F-1C88-492D-97D9-8FAEFACDF058}"/>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C9542BC-E7F8-42E2-A7A3-A77CBC85CD13}"/>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261C61E4-A28E-4DFA-A8C8-58CC2E6F4E8D}"/>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33D9083E-E8D4-4490-88E5-FFB8AE757F4D}"/>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581478-A20B-4C27-9DDA-7EC4925B8287}"/>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C042C13-EDCE-465B-833E-32BD4BB286B4}"/>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BFD983A6-31F6-43E4-A572-860D82F2B026}"/>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E588CD4A-C560-44F6-9CA4-DA31350788E7}"/>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9BDE60-FFA3-4CE1-A6CF-77BA6483D96C}"/>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2B5B8A7-CD4D-404D-929F-28AF541275F3}"/>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09A6E4C0-02DF-4E67-AA82-F87570D7B6E0}"/>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3D19C8B7-0FF7-439F-AA7D-3E789B15923A}"/>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CBB99A-28AA-4903-99CC-235661362C7C}"/>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71D899D-534B-4BF5-AC65-A258C4975FA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ECD36AB0-1C86-4D60-A676-D59A8AB2F2EE}"/>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6CEF7DBD-1E33-4EC5-A7C3-96A73FE1F700}"/>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5DC12C9-D4D9-491B-A2C4-E72F4EF1B47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88AC7285-72FC-4FB6-8E99-4E5DA71AC82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EB6D062D-6F28-4C29-9BE1-BFC1E266C55F}"/>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34C4110C-ECD9-4097-AD9E-0BEF5CD444B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EF8A9888-E70D-478E-B5C1-BBE8706D88D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4EF001F-5EBB-43BA-949D-602F84C8C7C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08fe148fb74a27"/>
              </a:rPr>
              <a:t>Pipeline source</a:t>
            </a:r>
          </a:p>
        </p:txBody>
      </p:sp>
      <p:sp>
        <p:nvSpPr>
          <p:cNvPr id="25" name="text-15">
            <a:extLst xmlns:a="http://schemas.openxmlformats.org/drawingml/2006/main">
              <a:ext uri="{FF2B5EF4-FFF2-40B4-BE49-F238E27FC236}">
                <a16:creationId xmlns:a16="http://schemas.microsoft.com/office/drawing/2014/main" id="{EDF23BC8-24AD-46ED-9CBC-BA98998D26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733e3fbf739497c"/>
              </a:rPr>
              <a:t>Recorder</a:t>
            </a:r>
          </a:p>
        </p:txBody>
      </p:sp>
      <p:sp>
        <p:nvSpPr>
          <p:cNvPr id="26" name="text-16">
            <a:extLst xmlns:a="http://schemas.openxmlformats.org/drawingml/2006/main">
              <a:ext uri="{FF2B5EF4-FFF2-40B4-BE49-F238E27FC236}">
                <a16:creationId xmlns:a16="http://schemas.microsoft.com/office/drawing/2014/main" id="{8811E5BC-798D-40AB-AC1D-9C7AC19685F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c51bb5ac7b47c6"/>
              </a:rPr>
              <a:t>Pipeline tests</a:t>
            </a:r>
          </a:p>
        </p:txBody>
      </p:sp>
      <p:sp>
        <p:nvSpPr>
          <p:cNvPr id="27" name="text-17">
            <a:extLst xmlns:a="http://schemas.openxmlformats.org/drawingml/2006/main">
              <a:ext uri="{FF2B5EF4-FFF2-40B4-BE49-F238E27FC236}">
                <a16:creationId xmlns:a16="http://schemas.microsoft.com/office/drawing/2014/main" id="{7EBFFDD5-478F-47EC-95CB-F9BEF1E14A7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5961047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46559514-E45E-4E9E-9B25-3F44DEAFAF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A2B51C2E-A3F8-467C-B5DC-6F4BF4DE988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956C22D2-102C-4CC6-93BD-6D6A32047D23}"/>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64E98B8-AA6E-4661-B1E1-9D87DAB17CDE}"/>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0FB2DD45-BF07-4380-A935-B738E5027447}"/>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66DEB433-03F6-4C38-98F9-0FE4B1D0912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82AFDF-7044-4ED5-B5BF-1DA5A6F783E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28DDED2-FE4D-4EAB-89D7-E5C908D3EC55}"/>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84F6B02D-FF0A-4336-A24E-6C364D7AC4AA}"/>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FD104DE-793F-4200-BA21-DA8162FB5683}"/>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895AF2-DBC2-47EC-A7F3-56A1988B0F1A}"/>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9516EBF-39E4-4F89-A62D-0D7172E0277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F8922D3D-E7DB-4FDD-A9BD-B8651826860E}"/>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76A7EDF-1A5F-41C1-827E-7D90136D587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9D83D0-30A4-4612-BE5A-801185802C67}"/>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0C02BE2-BDB4-40C5-BE56-B502700DA8BF}"/>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0CD32A64-C874-4E95-817A-1B0F7CCF230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D6612018-4D79-4B4A-9C3A-771F813F863D}"/>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5A4B11-FF46-4F5B-B702-182E3B17E13A}"/>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504A94CD-A180-4C5B-9A4C-B0BDF999E798}"/>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07D2BB29-63A9-4878-ACA9-6500A4D19540}"/>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41E2D61-8ACF-429E-BF6A-4B3CF76D78D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CDBC78C9-9A03-401E-AE6F-9D7D6E90A30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EE498A60-2510-4403-BAB3-308B320237D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bb16b67b2df4444"/>
              </a:rPr>
              <a:t>Pipeline</a:t>
            </a:r>
          </a:p>
        </p:txBody>
      </p:sp>
      <p:sp>
        <p:nvSpPr>
          <p:cNvPr id="25" name="text-15">
            <a:extLst xmlns:a="http://schemas.openxmlformats.org/drawingml/2006/main">
              <a:ext uri="{FF2B5EF4-FFF2-40B4-BE49-F238E27FC236}">
                <a16:creationId xmlns:a16="http://schemas.microsoft.com/office/drawing/2014/main" id="{FBE8AB94-7049-4534-8F65-96E7427E890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ea169a8b154261"/>
              </a:rPr>
              <a:t>Recorder</a:t>
            </a:r>
          </a:p>
        </p:txBody>
      </p:sp>
      <p:sp>
        <p:nvSpPr>
          <p:cNvPr id="26" name="text-16">
            <a:extLst xmlns:a="http://schemas.openxmlformats.org/drawingml/2006/main">
              <a:ext uri="{FF2B5EF4-FFF2-40B4-BE49-F238E27FC236}">
                <a16:creationId xmlns:a16="http://schemas.microsoft.com/office/drawing/2014/main" id="{46D2C4CC-11AA-4413-BDFC-EDFD17415B2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80ad13b1dfe47d6"/>
              </a:rPr>
              <a:t>Harness model</a:t>
            </a:r>
          </a:p>
        </p:txBody>
      </p:sp>
      <p:sp>
        <p:nvSpPr>
          <p:cNvPr id="27" name="text-17">
            <a:extLst xmlns:a="http://schemas.openxmlformats.org/drawingml/2006/main">
              <a:ext uri="{FF2B5EF4-FFF2-40B4-BE49-F238E27FC236}">
                <a16:creationId xmlns:a16="http://schemas.microsoft.com/office/drawing/2014/main" id="{ACB81B54-8079-421F-8E1B-1C029A5D075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3353361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93B0E1-8BAE-4A75-A16A-62415F9996F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DD2B31E0-5691-42B7-ACB3-CCCE6EE7192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453F9361-8AD5-48EB-B119-153787E90BB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97CABB66-02F1-469B-8BB4-C4815C6803D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731E73FF-BB5D-4FD4-BD02-FD9AFEA9E4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A2F3EA2-BFAE-497E-9931-E30E7770B5C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1FB41316-9164-495B-AC46-4D43627701E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FB508426-6483-4D93-8D43-3BEFB22E24C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52ADF27-AFC6-414B-8F22-7DC28A070F9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AE3A952E-C5ED-4518-9FA0-09528D08173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CCA985B-E467-45EB-AEB5-E582FEE2E05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31A0CA6-D0B9-4B71-AC4E-0352F03C66B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2BFD8472-28CB-4AF9-898D-AB511E33794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E7A81A25-04CA-4907-B135-9BC959F470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6E0B26B-47FE-4E6C-99F7-258B235AF25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fb532128adb43a7"/>
              </a:rPr>
              <a:t>Frame contract</a:t>
            </a:r>
          </a:p>
        </p:txBody>
      </p:sp>
      <p:sp>
        <p:nvSpPr>
          <p:cNvPr id="16" name="text-12">
            <a:extLst xmlns:a="http://schemas.openxmlformats.org/drawingml/2006/main">
              <a:ext uri="{FF2B5EF4-FFF2-40B4-BE49-F238E27FC236}">
                <a16:creationId xmlns:a16="http://schemas.microsoft.com/office/drawing/2014/main" id="{EA29C195-298F-49E4-8F72-BC5DF377053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a8b967dd9384381"/>
              </a:rPr>
              <a:t>Frame stream</a:t>
            </a:r>
          </a:p>
        </p:txBody>
      </p:sp>
      <p:sp>
        <p:nvSpPr>
          <p:cNvPr id="17" name="text-13">
            <a:extLst xmlns:a="http://schemas.openxmlformats.org/drawingml/2006/main">
              <a:ext uri="{FF2B5EF4-FFF2-40B4-BE49-F238E27FC236}">
                <a16:creationId xmlns:a16="http://schemas.microsoft.com/office/drawing/2014/main" id="{DF0FD1FC-D04A-4E1E-AB32-3AD74E78D3D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360da92b9b4786"/>
              </a:rPr>
              <a:t>Stream tests</a:t>
            </a:r>
          </a:p>
        </p:txBody>
      </p:sp>
      <p:sp>
        <p:nvSpPr>
          <p:cNvPr id="18" name="text-14">
            <a:extLst xmlns:a="http://schemas.openxmlformats.org/drawingml/2006/main">
              <a:ext uri="{FF2B5EF4-FFF2-40B4-BE49-F238E27FC236}">
                <a16:creationId xmlns:a16="http://schemas.microsoft.com/office/drawing/2014/main" id="{8C27FA03-F963-4BF7-8F9C-3D1E9134AE2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854159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039171F1-3551-4763-9A87-62BF80DA8C9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29535E3C-C618-47A7-9C8C-34FF60431BB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B22BEE08-CF41-43F4-AFF9-7F51B5AA600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AC6E5C4D-9106-42DA-9A80-8DC445E6CD3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D863BF1D-4BD5-4116-A985-22A2FB3D6C9A}"/>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5E020960-5938-4C9B-B701-B617C158427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B164D1-40BF-4F76-8B0D-56228B49C51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26F5D8D1-FFB2-4CB3-B0B2-BF621139C8B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98740129-1EF0-414E-BD8E-26095C03D54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E74A4A48-5283-4B63-809A-E77D4F1910BD}"/>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0F78E1-A261-42EA-AC07-81B482B44C42}"/>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195D662-4D95-4E87-98BA-4E520E74D46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9711C362-F4DC-490F-8501-537ED903255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0C0739E4-9938-4097-97CC-BDD3014E497C}"/>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866133-42B1-4142-A028-242B9C1EB8E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EE2432F-9278-4CDB-9B95-38A5D489EB0F}"/>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F95EA7D8-B398-4A7B-B7F9-3AEEE4BBAEC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F0AE87BF-94D4-4BA0-B5EA-F95C014A38A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AB06DE7-803B-46A4-B060-3EF840294EC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45645DB-5628-4455-8100-A815368B3AB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2d901105cfc4781"/>
              </a:rPr>
              <a:t>Stream implementation</a:t>
            </a:r>
          </a:p>
        </p:txBody>
      </p:sp>
      <p:sp>
        <p:nvSpPr>
          <p:cNvPr id="21" name="text-13">
            <a:extLst xmlns:a="http://schemas.openxmlformats.org/drawingml/2006/main">
              <a:ext uri="{FF2B5EF4-FFF2-40B4-BE49-F238E27FC236}">
                <a16:creationId xmlns:a16="http://schemas.microsoft.com/office/drawing/2014/main" id="{17EAB271-AFCF-4F55-A34A-15D8EB90251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1dec6bd3b18426e"/>
              </a:rPr>
              <a:t>Stream tests</a:t>
            </a:r>
          </a:p>
        </p:txBody>
      </p:sp>
      <p:sp>
        <p:nvSpPr>
          <p:cNvPr id="22" name="text-14">
            <a:extLst xmlns:a="http://schemas.openxmlformats.org/drawingml/2006/main">
              <a:ext uri="{FF2B5EF4-FFF2-40B4-BE49-F238E27FC236}">
                <a16:creationId xmlns:a16="http://schemas.microsoft.com/office/drawing/2014/main" id="{7730EA32-A617-4340-82AF-41700469331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567753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6FED8D7-EA05-4835-B60E-AAFD3C9E79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CACECB97-14CA-4CF4-8418-B8AEC145FF5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5C106959-9EF4-47F7-9CB2-385C7DF549C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0A376D1-EEE4-4DFA-A982-E0EDC5CB380A}"/>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CB816710-279C-448A-9EC9-84237108367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4753C022-53AC-4EAD-AD78-C29EEAD55F9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F9EFC22A-C0D9-426F-8AF6-9A94C6F15F4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41E8FB6-179D-4B31-A278-9C69CF1BAD96}"/>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FD3DAFEF-BA9A-41D8-A704-89EFC4BC825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93DBDD9-7F32-48AA-BBD3-1A494F54A0B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59A81A3-49F2-4FFB-BBF9-32128997015A}"/>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8BCB8C4-7DAE-489C-AECC-4C9B5012E6FE}"/>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21CF5F3C-ED1C-4380-BF76-B162CA33CD9B}"/>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71C1F16B-B5C5-4972-993E-AD2CB5C7932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F4BDBB12-5D54-434A-B8BB-B49D0774215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f098e30d694fdf"/>
              </a:rPr>
              <a:t>Stream implementation</a:t>
            </a:r>
          </a:p>
        </p:txBody>
      </p:sp>
      <p:sp>
        <p:nvSpPr>
          <p:cNvPr id="16" name="text-14">
            <a:extLst xmlns:a="http://schemas.openxmlformats.org/drawingml/2006/main">
              <a:ext uri="{FF2B5EF4-FFF2-40B4-BE49-F238E27FC236}">
                <a16:creationId xmlns:a16="http://schemas.microsoft.com/office/drawing/2014/main" id="{0435A9FB-57F4-4364-BC1F-052BEB3C8F9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5cf9f34fa314230"/>
              </a:rPr>
              <a:t>Integration suite</a:t>
            </a:r>
          </a:p>
        </p:txBody>
      </p:sp>
      <p:sp>
        <p:nvSpPr>
          <p:cNvPr id="17" name="text-15">
            <a:extLst xmlns:a="http://schemas.openxmlformats.org/drawingml/2006/main">
              <a:ext uri="{FF2B5EF4-FFF2-40B4-BE49-F238E27FC236}">
                <a16:creationId xmlns:a16="http://schemas.microsoft.com/office/drawing/2014/main" id="{0BE38A85-7633-4BA6-BE9D-CC1C60F980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f33a0255c8494f"/>
              </a:rPr>
              <a:t>Report builder</a:t>
            </a:r>
          </a:p>
        </p:txBody>
      </p:sp>
      <p:sp>
        <p:nvSpPr>
          <p:cNvPr id="18" name="text-16">
            <a:extLst xmlns:a="http://schemas.openxmlformats.org/drawingml/2006/main">
              <a:ext uri="{FF2B5EF4-FFF2-40B4-BE49-F238E27FC236}">
                <a16:creationId xmlns:a16="http://schemas.microsoft.com/office/drawing/2014/main" id="{63849A85-7DAB-4C0D-9998-B1280FF4723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9250023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8BCB157-8107-4629-9678-23F5F74CA6E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A6E44FE3-9035-49C5-85C1-69419F2DCD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85E1E411-F27A-48E9-8DC1-01D9CB9B370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E51AEBC-84B7-48D5-8601-F49D44662D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4A55D229-8331-4A59-A21B-CB0E1F0D5F4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256215C-76F6-4F1C-B84D-0F2A005A7CA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A641E2DA-440B-43B8-82CA-6E187E37341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32BF9BEA-170D-4BAC-9452-6B10F1BB14F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E393892-2A77-4E2A-AF69-A28AC42D2BB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FA906578-9B38-483E-80DA-0B5E06AC431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D62A05F4-E782-4742-94E0-C716E311267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596202F-F01B-4919-B186-CD9141FDF5B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0A3FD9B4-F441-4F5D-8265-A5C540CBAFB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92C3C865-765A-4BDE-B2F3-0BEA1A9FDE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94BF71DD-A564-49F4-9F3F-EBB582C140B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f8f4d3a3a0b4123"/>
              </a:rPr>
              <a:t>Local catalog</a:t>
            </a:r>
          </a:p>
        </p:txBody>
      </p:sp>
      <p:sp>
        <p:nvSpPr>
          <p:cNvPr id="16" name="text-12">
            <a:extLst xmlns:a="http://schemas.openxmlformats.org/drawingml/2006/main">
              <a:ext uri="{FF2B5EF4-FFF2-40B4-BE49-F238E27FC236}">
                <a16:creationId xmlns:a16="http://schemas.microsoft.com/office/drawing/2014/main" id="{4EA45DF0-9301-4843-8E34-2D55C322086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9cc418af4d47e8"/>
              </a:rPr>
              <a:t>Catalog tests</a:t>
            </a:r>
          </a:p>
        </p:txBody>
      </p:sp>
      <p:sp>
        <p:nvSpPr>
          <p:cNvPr id="17" name="text-13">
            <a:extLst xmlns:a="http://schemas.openxmlformats.org/drawingml/2006/main">
              <a:ext uri="{FF2B5EF4-FFF2-40B4-BE49-F238E27FC236}">
                <a16:creationId xmlns:a16="http://schemas.microsoft.com/office/drawing/2014/main" id="{27F847A7-C898-4A05-941F-EAEC4F1FC58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9a9e7f76a34c13"/>
              </a:rPr>
              <a:t>Diagnostic inputs</a:t>
            </a:r>
          </a:p>
        </p:txBody>
      </p:sp>
      <p:sp>
        <p:nvSpPr>
          <p:cNvPr id="18" name="text-14">
            <a:extLst xmlns:a="http://schemas.openxmlformats.org/drawingml/2006/main">
              <a:ext uri="{FF2B5EF4-FFF2-40B4-BE49-F238E27FC236}">
                <a16:creationId xmlns:a16="http://schemas.microsoft.com/office/drawing/2014/main" id="{388830CA-FC91-49C2-9B07-DF05D8C53E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708025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0FD1109-9289-43A5-854D-8BD8D70462F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A0870DB1-6B74-4BE6-8260-8FEF9AF618F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FB9ECFD5-7A8F-4597-B7B1-F8BC7297CCF5}"/>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44E4020-3DCA-4E1B-A154-47577F1875E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C2BB70F4-C8C7-48E6-B9E4-C8C5D4B8376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2C58529-C166-4A52-B058-BAE1350C9B1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93901104-E857-4E84-BDA4-C0957986A818}"/>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2D70C21-5595-4205-ACAC-0D0AB547E22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D3F7E11-91A4-463B-A226-083B3B6985AB}"/>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E4BB0D3-C0AB-4CBE-B7C3-01AFA6D7E119}"/>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7DC9FC32-59EB-4462-9586-908D6EB44D47}"/>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DDC9FA93-C62C-4988-9998-A7485FB8882A}"/>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280DFE87-E22A-40A0-8171-61A14557840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59B39F4F-3273-497F-9DFE-534387571DB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AB4531C-2006-4846-998F-338D1D6CBAA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3e2ea4359e433d"/>
              </a:rPr>
              <a:t>Vision adapter</a:t>
            </a:r>
          </a:p>
        </p:txBody>
      </p:sp>
      <p:sp>
        <p:nvSpPr>
          <p:cNvPr id="16" name="text-14">
            <a:extLst xmlns:a="http://schemas.openxmlformats.org/drawingml/2006/main">
              <a:ext uri="{FF2B5EF4-FFF2-40B4-BE49-F238E27FC236}">
                <a16:creationId xmlns:a16="http://schemas.microsoft.com/office/drawing/2014/main" id="{C24D6F9F-8919-4EE6-A1E6-63DA8B487AD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885d3337fd84b67"/>
              </a:rPr>
              <a:t>Vision tests</a:t>
            </a:r>
          </a:p>
        </p:txBody>
      </p:sp>
      <p:sp>
        <p:nvSpPr>
          <p:cNvPr id="17" name="text-15">
            <a:extLst xmlns:a="http://schemas.openxmlformats.org/drawingml/2006/main">
              <a:ext uri="{FF2B5EF4-FFF2-40B4-BE49-F238E27FC236}">
                <a16:creationId xmlns:a16="http://schemas.microsoft.com/office/drawing/2014/main" id="{C8233A71-0DCB-491F-8891-6AEB0F21EEE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8966602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F13D408-0F16-4D9A-9ADD-47CC45AF39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51D11176-B7FD-4803-86C1-68A9428657C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E4D55E24-FC07-4AAB-9A1E-4B9AC24F9E3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659DB91-EF15-4B98-8D2E-691A39249184}"/>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149C2CB-F6BA-45F3-8B0A-9634445682B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41F2B7DC-05E5-4AB9-9769-12FE1E56A43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78479E67-1C1B-4FE8-8DDB-9C4BCB4B502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AE55542-41A6-43A3-BA19-152DB7FF081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757BD3A9-3DDB-44AD-B675-4C16BDB951D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79ACA28-407B-433B-9E2A-E0D6C51C4893}"/>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F7F8988-2754-435B-9E55-C80966FFEF94}"/>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83539885-91A8-49A5-BA9C-D2E4C9C95C2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8809D20E-A42B-4184-9111-180BF9FDF58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FC5FDBC-54DA-4EA9-BA6E-D2BC979838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CD68071D-79FC-4351-912E-F6BCB97AF9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02676e8e26f43ac"/>
              </a:rPr>
              <a:t>Scorer and score type</a:t>
            </a:r>
          </a:p>
        </p:txBody>
      </p:sp>
      <p:sp>
        <p:nvSpPr>
          <p:cNvPr id="16" name="text-14">
            <a:extLst xmlns:a="http://schemas.openxmlformats.org/drawingml/2006/main">
              <a:ext uri="{FF2B5EF4-FFF2-40B4-BE49-F238E27FC236}">
                <a16:creationId xmlns:a16="http://schemas.microsoft.com/office/drawing/2014/main" id="{D06A47D3-0FF2-4183-8963-5178824C287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43d15b97af4559"/>
              </a:rPr>
              <a:t>Scorer tests</a:t>
            </a:r>
          </a:p>
        </p:txBody>
      </p:sp>
      <p:sp>
        <p:nvSpPr>
          <p:cNvPr id="17" name="text-15">
            <a:extLst xmlns:a="http://schemas.openxmlformats.org/drawingml/2006/main">
              <a:ext uri="{FF2B5EF4-FFF2-40B4-BE49-F238E27FC236}">
                <a16:creationId xmlns:a16="http://schemas.microsoft.com/office/drawing/2014/main" id="{CDA5221C-D495-41CA-90D5-FFE6B9E8001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b953d05d994914"/>
              </a:rPr>
              <a:t>Frozen profile</a:t>
            </a:r>
          </a:p>
        </p:txBody>
      </p:sp>
      <p:sp>
        <p:nvSpPr>
          <p:cNvPr id="18" name="text-16">
            <a:extLst xmlns:a="http://schemas.openxmlformats.org/drawingml/2006/main">
              <a:ext uri="{FF2B5EF4-FFF2-40B4-BE49-F238E27FC236}">
                <a16:creationId xmlns:a16="http://schemas.microsoft.com/office/drawing/2014/main" id="{7C5AAC12-9B81-48DB-92C0-F64A5928B84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3981553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F229844-25EA-4A52-9B45-F01C573D8A4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C60E2231-2EB0-4C4E-A4FE-20E5755D575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E99E7F78-1C33-460D-8439-20F3F0AE81F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EA517BE4-0893-4104-B179-4D472C701D6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F2B58640-AC20-4E2D-914A-E4FB1C1D7C7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51CFB7D-10BE-41E6-902C-3000E83C7E71}"/>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9B0EA361-C5F5-490B-9A69-7BF3ACBFDBD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8356C2DB-FA6B-4400-832D-C6727FE78C6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983811A-7BB5-4CE4-93C8-EF7A2AFB383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75F4B1A5-EC34-4175-9C16-338F8A5DEA1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F2C3E7A-BFFD-466C-903C-3604DB93BF7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28651D1-9BCE-4C5D-9634-60D07CFC0FD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B5EC883C-A914-4900-82DA-DBA1BD6ADE23}"/>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CDC71A82-CF07-4B63-BAC3-E31B542CDF0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B4693081-2652-4365-8ECC-2B8A072B63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F9997688-46EC-446B-ABF8-DEFD9D20447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3ba12edcfbb463e"/>
              </a:rPr>
              <a:t>Profile</a:t>
            </a:r>
          </a:p>
        </p:txBody>
      </p:sp>
      <p:sp>
        <p:nvSpPr>
          <p:cNvPr id="17" name="text-13">
            <a:extLst xmlns:a="http://schemas.openxmlformats.org/drawingml/2006/main">
              <a:ext uri="{FF2B5EF4-FFF2-40B4-BE49-F238E27FC236}">
                <a16:creationId xmlns:a16="http://schemas.microsoft.com/office/drawing/2014/main" id="{D1201641-38C3-4BCD-8228-5142BFACB93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8b62cd2db24e75"/>
              </a:rPr>
              <a:t>Calibration script</a:t>
            </a:r>
          </a:p>
        </p:txBody>
      </p:sp>
      <p:sp>
        <p:nvSpPr>
          <p:cNvPr id="18" name="text-14">
            <a:extLst xmlns:a="http://schemas.openxmlformats.org/drawingml/2006/main">
              <a:ext uri="{FF2B5EF4-FFF2-40B4-BE49-F238E27FC236}">
                <a16:creationId xmlns:a16="http://schemas.microsoft.com/office/drawing/2014/main" id="{2679C3B8-76FD-442A-9952-B7F72AD9057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ca747e3566d4b67"/>
              </a:rPr>
              <a:t>Aggregator</a:t>
            </a:r>
          </a:p>
        </p:txBody>
      </p:sp>
      <p:sp>
        <p:nvSpPr>
          <p:cNvPr id="19" name="text-15">
            <a:extLst xmlns:a="http://schemas.openxmlformats.org/drawingml/2006/main">
              <a:ext uri="{FF2B5EF4-FFF2-40B4-BE49-F238E27FC236}">
                <a16:creationId xmlns:a16="http://schemas.microsoft.com/office/drawing/2014/main" id="{7EA629ED-E644-4004-A896-585E4BC9633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9402140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D20EAAA-D1F5-4E94-9B6A-F693F525D5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12B437F-C381-44B6-A318-DB1B3B6B29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C128DA19-7C71-4A7A-8C69-04E3E91F03D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C10832C-4F90-4810-B905-B6CEC459B2B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07ED996F-1E08-49F8-9B28-A99E6B8187D0}"/>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B875D3B2-4C48-46DB-A7F2-49D8C971C2B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6BF3DE-BCC6-4CBA-8CC7-CE6AEFC59BC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109C577-8705-4B0D-BC90-AE67DE78DDE2}"/>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F80954FE-1129-43A8-B35F-C3452A594FD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3E1E9D63-EE90-4F50-84F7-E2FD68E68D1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E64DFA-9568-47E2-B6D6-CBAF6127706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BD58EE8-1FC7-456A-965D-9851F3064D9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0253FC6-C502-4FA5-8E38-71D37E9B3C6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0EF34C8A-12AD-46CC-8D04-B0472A98217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D3583E-8EBE-423D-8A3A-3CA81A42AC84}"/>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3E9BBE6-07C0-401B-B6E3-AEA7B2E5461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EA0C8465-E5EE-4C81-967C-8617DE30AED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B6556ACF-CBB2-4C8B-B9C9-25D7525A2E2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0808904F-DE15-48A0-98A0-677F5FC966C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FBEABB5-875A-4668-9BB3-669241FFDB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09d4b74d9254907"/>
              </a:rPr>
              <a:t>Episode aggregator</a:t>
            </a:r>
          </a:p>
        </p:txBody>
      </p:sp>
      <p:sp>
        <p:nvSpPr>
          <p:cNvPr id="21" name="text-13">
            <a:extLst xmlns:a="http://schemas.openxmlformats.org/drawingml/2006/main">
              <a:ext uri="{FF2B5EF4-FFF2-40B4-BE49-F238E27FC236}">
                <a16:creationId xmlns:a16="http://schemas.microsoft.com/office/drawing/2014/main" id="{EBDE17FC-4277-4ABE-9217-4E2656E618F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01c5a2502d4353"/>
              </a:rPr>
              <a:t>Episode tests</a:t>
            </a:r>
          </a:p>
        </p:txBody>
      </p:sp>
      <p:sp>
        <p:nvSpPr>
          <p:cNvPr id="22" name="text-14">
            <a:extLst xmlns:a="http://schemas.openxmlformats.org/drawingml/2006/main">
              <a:ext uri="{FF2B5EF4-FFF2-40B4-BE49-F238E27FC236}">
                <a16:creationId xmlns:a16="http://schemas.microsoft.com/office/drawing/2014/main" id="{C5C8CA09-6A2C-4FFF-BFF4-B4D69FE616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edabe0edc464e5b"/>
              </a:rPr>
              <a:t>Lifecycle integration</a:t>
            </a:r>
          </a:p>
        </p:txBody>
      </p:sp>
      <p:sp>
        <p:nvSpPr>
          <p:cNvPr id="23" name="text-15">
            <a:extLst xmlns:a="http://schemas.openxmlformats.org/drawingml/2006/main">
              <a:ext uri="{FF2B5EF4-FFF2-40B4-BE49-F238E27FC236}">
                <a16:creationId xmlns:a16="http://schemas.microsoft.com/office/drawing/2014/main" id="{40E9E608-4F96-40CD-BEB5-BD1D9D046B6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6554616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258201A-E9AA-48F5-BAE0-86BDDE88F22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9BC74024-45B5-4219-93EF-44389F280A4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428E845-1C76-47EB-8AD0-3B130B64E2E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82E5FD0C-0984-438B-A566-2C9B11D78C8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372F2E45-3E61-4205-9479-3546299DB55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9CDCAE3-F13F-4298-8692-42AEB1FA222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3CCA7E74-60CD-49B1-A4C2-6BCAF86034C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873E8C0-847F-4277-BF7D-79414FE2072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FA72627-705B-4B11-B722-CFF0F666087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67A3D62A-B14D-4C0B-A0BD-645A0E330B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6D5E312B-485E-4BF9-A922-4E6A853FB20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AD95705-9C4D-41FD-9E39-D674123504F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6A6DB5B2-D653-4E4E-AEB4-0F21D0A39AA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AF3032AE-EAB5-4C06-8EEF-E151D5B4EFD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26E5549-8E12-455A-AA19-DE9C250BC3C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6a7c404ee34f35"/>
              </a:rPr>
              <a:t>Episode and signal types</a:t>
            </a:r>
          </a:p>
        </p:txBody>
      </p:sp>
      <p:sp>
        <p:nvSpPr>
          <p:cNvPr id="16" name="text-12">
            <a:extLst xmlns:a="http://schemas.openxmlformats.org/drawingml/2006/main">
              <a:ext uri="{FF2B5EF4-FFF2-40B4-BE49-F238E27FC236}">
                <a16:creationId xmlns:a16="http://schemas.microsoft.com/office/drawing/2014/main" id="{64B3C171-AE25-4E02-880A-16DABD5477F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b1c3655ba5445c"/>
              </a:rPr>
              <a:t>Episode tests</a:t>
            </a:r>
          </a:p>
        </p:txBody>
      </p:sp>
      <p:sp>
        <p:nvSpPr>
          <p:cNvPr id="17" name="text-13">
            <a:extLst xmlns:a="http://schemas.openxmlformats.org/drawingml/2006/main">
              <a:ext uri="{FF2B5EF4-FFF2-40B4-BE49-F238E27FC236}">
                <a16:creationId xmlns:a16="http://schemas.microsoft.com/office/drawing/2014/main" id="{7235609E-A955-47CA-B2CF-7DA763A718F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3c7a280b3e4d3f"/>
              </a:rPr>
              <a:t>Harness display</a:t>
            </a:r>
          </a:p>
        </p:txBody>
      </p:sp>
      <p:sp>
        <p:nvSpPr>
          <p:cNvPr id="18" name="text-14">
            <a:extLst xmlns:a="http://schemas.openxmlformats.org/drawingml/2006/main">
              <a:ext uri="{FF2B5EF4-FFF2-40B4-BE49-F238E27FC236}">
                <a16:creationId xmlns:a16="http://schemas.microsoft.com/office/drawing/2014/main" id="{C77AC831-6577-41E5-8DFE-1ABF88D818A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20250101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FBB25E2-87F6-4B4F-9433-B42D2623FE3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8561F6B9-113D-412B-B98A-14A52B446E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171E09A6-C980-4812-A7C1-6D5276208E5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548640F-3FE7-48D5-83AC-934BF004FC50}"/>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B22BB9CF-AEFC-4F0F-8BA0-EDE52AB5733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985983C8-F419-4989-B426-F9A930DE73B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F5F2DA-CCF0-4696-B5F1-F025DB72500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383F775-285B-4C4C-B8F0-5EE761CB307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7F9136E8-675B-4D8A-B7A2-1E00D8AD8A9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D12AF28A-7BA3-4BF1-8EEE-F67661903F9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19B01C-9112-48B2-99EF-4476EAA2F5D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CCA0C1F-519E-42E3-87C5-C7D3D0E791C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63B31EDA-BCC3-4FCE-AD97-FD8FF22EF542}"/>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DC28C767-FBD4-4E7F-B864-AF0CAA18B320}"/>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E29F2A3-7989-46E3-BEF8-CAE1577EB2A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43773847-4FDB-4867-81D5-8F7EEBF4322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12ED456C-86D0-44A4-9287-444D6FABA65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7A00F540-E156-4A05-9873-35D76ABC6F9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7DA051C0-943B-4AAC-BF1B-B201DD802A5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0FF2BA0-0871-4781-96BD-8AD38F5A607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02bee792fa44531"/>
              </a:rPr>
              <a:t>Recorder</a:t>
            </a:r>
          </a:p>
        </p:txBody>
      </p:sp>
      <p:sp>
        <p:nvSpPr>
          <p:cNvPr id="21" name="text-13">
            <a:extLst xmlns:a="http://schemas.openxmlformats.org/drawingml/2006/main">
              <a:ext uri="{FF2B5EF4-FFF2-40B4-BE49-F238E27FC236}">
                <a16:creationId xmlns:a16="http://schemas.microsoft.com/office/drawing/2014/main" id="{55BF1ECC-04FF-4543-BFEB-932169AF9D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611fe1f59784344"/>
              </a:rPr>
              <a:t>Log writer</a:t>
            </a:r>
          </a:p>
        </p:txBody>
      </p:sp>
      <p:sp>
        <p:nvSpPr>
          <p:cNvPr id="22" name="text-14">
            <a:extLst xmlns:a="http://schemas.openxmlformats.org/drawingml/2006/main">
              <a:ext uri="{FF2B5EF4-FFF2-40B4-BE49-F238E27FC236}">
                <a16:creationId xmlns:a16="http://schemas.microsoft.com/office/drawing/2014/main" id="{BF499F5B-5EED-493C-9AC5-D21E8CBBF79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4ff94c76c6c4e4a"/>
              </a:rPr>
              <a:t>Report builder</a:t>
            </a:r>
          </a:p>
        </p:txBody>
      </p:sp>
      <p:sp>
        <p:nvSpPr>
          <p:cNvPr id="23" name="text-15">
            <a:extLst xmlns:a="http://schemas.openxmlformats.org/drawingml/2006/main">
              <a:ext uri="{FF2B5EF4-FFF2-40B4-BE49-F238E27FC236}">
                <a16:creationId xmlns:a16="http://schemas.microsoft.com/office/drawing/2014/main" id="{467D9A23-AF6B-47AA-A94D-C45E90B153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6246499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084395E-7787-44AD-A984-E1E35C6903D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AD734C04-F451-4E30-9F99-70BB361B5AC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80D7D22E-C882-4EAA-8CEE-1093E56757E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7AD97978-4139-439F-AC00-84519B56616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25872BD9-335A-4FE5-9235-B4368069AE1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5BB55D0-D4E9-4BFE-99A9-A3CB69C6A67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A9DB1D3-CA8B-4330-9D03-3A527F3D703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B0764AC3-97A3-4136-A429-A25B0BEE8FB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AA4CE15-DC01-4DC6-A5EE-5F20FD6CE0A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64D965CF-AB73-48F1-98BD-C0DC39DB9BB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9FC7D76E-4FDF-426C-A4B1-22BFA20D2CD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331697-280C-41BB-8EFD-A4FE7E9369B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8C525A20-140E-40B2-A881-775538777AB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0B9ECE8F-140C-476C-9FC6-4B55A8E055F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D8A5ED3-A618-4EB3-B5FD-C1FAE6A38FA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04bef693794bd3"/>
              </a:rPr>
              <a:t>Image store</a:t>
            </a:r>
          </a:p>
        </p:txBody>
      </p:sp>
      <p:sp>
        <p:nvSpPr>
          <p:cNvPr id="16" name="text-12">
            <a:extLst xmlns:a="http://schemas.openxmlformats.org/drawingml/2006/main">
              <a:ext uri="{FF2B5EF4-FFF2-40B4-BE49-F238E27FC236}">
                <a16:creationId xmlns:a16="http://schemas.microsoft.com/office/drawing/2014/main" id="{7618526B-02AF-45F1-BF10-5B30572C74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2b53298e3904dcb"/>
              </a:rPr>
              <a:t>Pipeline selection</a:t>
            </a:r>
          </a:p>
        </p:txBody>
      </p:sp>
      <p:sp>
        <p:nvSpPr>
          <p:cNvPr id="17" name="text-13">
            <a:extLst xmlns:a="http://schemas.openxmlformats.org/drawingml/2006/main">
              <a:ext uri="{FF2B5EF4-FFF2-40B4-BE49-F238E27FC236}">
                <a16:creationId xmlns:a16="http://schemas.microsoft.com/office/drawing/2014/main" id="{8F7D12DB-656B-4EED-BEFF-BBF43C58DA6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bc70b595f2c4d4f"/>
              </a:rPr>
              <a:t>Report tests</a:t>
            </a:r>
          </a:p>
        </p:txBody>
      </p:sp>
      <p:sp>
        <p:nvSpPr>
          <p:cNvPr id="18" name="text-14">
            <a:extLst xmlns:a="http://schemas.openxmlformats.org/drawingml/2006/main">
              <a:ext uri="{FF2B5EF4-FFF2-40B4-BE49-F238E27FC236}">
                <a16:creationId xmlns:a16="http://schemas.microsoft.com/office/drawing/2014/main" id="{5213A243-F550-46EC-AF5A-5518577A8CE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4594478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41FCF78-E3AE-417E-ADF0-2C29E9F3859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6E7D03A3-791A-4E6E-9E06-BA0EDE6EE21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28B1F4A8-755C-4EFA-95AA-E8C5C67FB9B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408338C8-CF36-4391-A7E2-F10B8D77A62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0543FD11-C0DB-4E00-8D2F-66217BF719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E0646C-6CF3-409A-95F4-2DAD79EC1BB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404EDEDC-B0EA-49C9-94FB-9FE2AD8EE50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F9931258-5C44-4EF6-9F16-D52CDE98252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6895CAA-8E9E-4D86-99CE-1363685472C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99DE71C-E67B-414C-B119-8DD9F52838F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55018ECF-F27D-4726-94F0-D6D05A4CD7D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21D57DD-B40F-4129-95A6-E54B18D5815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423BCEDE-6C4A-4DBE-A504-41221AF2A10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96C2470-BEA2-4941-9BB1-C8F100DCFEF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8F109CC-93F3-40B1-BDF6-F2B0A366386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c4ef30988a340de"/>
              </a:rPr>
              <a:t>Log schema</a:t>
            </a:r>
          </a:p>
        </p:txBody>
      </p:sp>
      <p:sp>
        <p:nvSpPr>
          <p:cNvPr id="16" name="text-12">
            <a:extLst xmlns:a="http://schemas.openxmlformats.org/drawingml/2006/main">
              <a:ext uri="{FF2B5EF4-FFF2-40B4-BE49-F238E27FC236}">
                <a16:creationId xmlns:a16="http://schemas.microsoft.com/office/drawing/2014/main" id="{8DCF9C50-4869-4A1B-B6CB-86520EFA5A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f8901620164483"/>
              </a:rPr>
              <a:t>Log validation</a:t>
            </a:r>
          </a:p>
        </p:txBody>
      </p:sp>
      <p:sp>
        <p:nvSpPr>
          <p:cNvPr id="17" name="text-13">
            <a:extLst xmlns:a="http://schemas.openxmlformats.org/drawingml/2006/main">
              <a:ext uri="{FF2B5EF4-FFF2-40B4-BE49-F238E27FC236}">
                <a16:creationId xmlns:a16="http://schemas.microsoft.com/office/drawing/2014/main" id="{D0A0D893-4703-46D5-85EB-26242A6D42A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002084482840d2"/>
              </a:rPr>
              <a:t>Log tests</a:t>
            </a:r>
          </a:p>
        </p:txBody>
      </p:sp>
      <p:sp>
        <p:nvSpPr>
          <p:cNvPr id="18" name="text-14">
            <a:extLst xmlns:a="http://schemas.openxmlformats.org/drawingml/2006/main">
              <a:ext uri="{FF2B5EF4-FFF2-40B4-BE49-F238E27FC236}">
                <a16:creationId xmlns:a16="http://schemas.microsoft.com/office/drawing/2014/main" id="{C2CF3AB6-D267-4D12-9E7E-3054CA228A6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4076352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023D0F3-2C98-49BF-8899-1134E0E544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75435C3-7276-41BD-8779-E361844A3B2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360CBF3-46B3-4EC3-AEB2-63E09B4FE2A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5AA5C73-AEDB-4F53-9695-C653BA77CB3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DAEBDFDD-E3F9-40D1-BD44-C6572E2F0AB3}"/>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8A824C13-71BC-43C4-BCA1-A24A79E2BB24}"/>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47A4629A-AFF3-4669-BFAB-A681DDD7156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CDC4D8A-59B3-41E3-B75D-91A55DFC80BE}"/>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14879293-9190-497F-A754-FE1487019E4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233E68F-A431-4BE1-9CB6-1D8834059563}"/>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E0CFC19-CEBB-4504-B7FB-17707E66AA24}"/>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123DF382-B494-479F-9C23-C5A3427C38B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8BE33AE8-2365-42C3-B527-6C69A72FDDC5}"/>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A3249173-32FC-4A0B-9762-D6B8DDCC60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BA32EA6E-9BB1-4845-AB61-C8993AD4A3A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59fcd373f39400d"/>
              </a:rPr>
              <a:t>Report builder</a:t>
            </a:r>
          </a:p>
        </p:txBody>
      </p:sp>
      <p:sp>
        <p:nvSpPr>
          <p:cNvPr id="16" name="text-14">
            <a:extLst xmlns:a="http://schemas.openxmlformats.org/drawingml/2006/main">
              <a:ext uri="{FF2B5EF4-FFF2-40B4-BE49-F238E27FC236}">
                <a16:creationId xmlns:a16="http://schemas.microsoft.com/office/drawing/2014/main" id="{A88033CD-5E0B-40CC-BD6E-05F944C4B6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fb245d1069d4e79"/>
              </a:rPr>
              <a:t>Report tests</a:t>
            </a:r>
          </a:p>
        </p:txBody>
      </p:sp>
      <p:sp>
        <p:nvSpPr>
          <p:cNvPr id="17" name="text-15">
            <a:extLst xmlns:a="http://schemas.openxmlformats.org/drawingml/2006/main">
              <a:ext uri="{FF2B5EF4-FFF2-40B4-BE49-F238E27FC236}">
                <a16:creationId xmlns:a16="http://schemas.microsoft.com/office/drawing/2014/main" id="{F2674B9F-C45D-438E-9A82-380365BDDB3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35e0562274434c"/>
              </a:rPr>
              <a:t>Integration replay</a:t>
            </a:r>
          </a:p>
        </p:txBody>
      </p:sp>
      <p:sp>
        <p:nvSpPr>
          <p:cNvPr id="18" name="text-16">
            <a:extLst xmlns:a="http://schemas.openxmlformats.org/drawingml/2006/main">
              <a:ext uri="{FF2B5EF4-FFF2-40B4-BE49-F238E27FC236}">
                <a16:creationId xmlns:a16="http://schemas.microsoft.com/office/drawing/2014/main" id="{0C6E8D27-1033-460F-922C-0BB4B811741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6757544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57E422E-4FCE-4161-91F7-596F78DC198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2C9B6288-FAB0-4717-99FB-CBFD6433B4A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2F113413-D0EC-46D3-8526-14AF8493564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67135D5-4355-4F04-B1A4-31838DBFAA2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ACE6AA26-E867-4C37-9919-16872C684DD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5AA8F29F-1C42-4CA3-B855-A20EBC923B0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DE2709-5FD9-4D70-9268-221C62A27F0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D5A4473-CA26-483F-B185-B14B1316B47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42B0831E-20D7-4150-9DFF-F5FC8197D72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0AC2DE7F-93B2-46E3-BE8B-92FEC9C8EB1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83F1B8-B211-4231-B3FE-BD1C8655BF0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F2D33C7-EE09-4441-B813-715CD46B796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D156253D-70DE-427E-94BF-BB9949F8616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89FB6EA0-4ACF-4590-A428-66AD1A4236B6}"/>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67EA86-0B68-43FA-8888-34F137E9ED5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977CE7E-13D0-45A3-A3DB-5FD74D066CF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B0B70858-2658-4AC2-9851-344331052E84}"/>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DC8BF4F5-9F6A-4D66-8597-E1FC3E0E256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320B35A4-E50A-4647-A478-690FCBB4046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C60513A-7789-4F06-84D2-2AAB83E79C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42fa26400374e25"/>
              </a:rPr>
              <a:t>Pipeline lifecycle</a:t>
            </a:r>
          </a:p>
        </p:txBody>
      </p:sp>
      <p:sp>
        <p:nvSpPr>
          <p:cNvPr id="21" name="text-13">
            <a:extLst xmlns:a="http://schemas.openxmlformats.org/drawingml/2006/main">
              <a:ext uri="{FF2B5EF4-FFF2-40B4-BE49-F238E27FC236}">
                <a16:creationId xmlns:a16="http://schemas.microsoft.com/office/drawing/2014/main" id="{139F2C5C-65D9-4203-B1BE-C617BCC66D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60562b1ec574aef"/>
              </a:rPr>
              <a:t>Lifecycle integration</a:t>
            </a:r>
          </a:p>
        </p:txBody>
      </p:sp>
      <p:sp>
        <p:nvSpPr>
          <p:cNvPr id="22" name="text-14">
            <a:extLst xmlns:a="http://schemas.openxmlformats.org/drawingml/2006/main">
              <a:ext uri="{FF2B5EF4-FFF2-40B4-BE49-F238E27FC236}">
                <a16:creationId xmlns:a16="http://schemas.microsoft.com/office/drawing/2014/main" id="{0E0203CD-633B-4980-B743-878BC38A7A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55e3143bfd84113"/>
              </a:rPr>
              <a:t>One-shot test</a:t>
            </a:r>
          </a:p>
        </p:txBody>
      </p:sp>
      <p:sp>
        <p:nvSpPr>
          <p:cNvPr id="23" name="text-15">
            <a:extLst xmlns:a="http://schemas.openxmlformats.org/drawingml/2006/main">
              <a:ext uri="{FF2B5EF4-FFF2-40B4-BE49-F238E27FC236}">
                <a16:creationId xmlns:a16="http://schemas.microsoft.com/office/drawing/2014/main" id="{453C051E-199B-4B75-B841-6AE604B392D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446674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95B0DF-EA09-4881-B086-8D476660D5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F97025D3-7E47-4470-AC56-E9B17C30CF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A72D700D-ED2F-4905-A172-40628E7DDBC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8ADC08A8-6255-425D-AF0E-67425E1D30D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3044D93A-157C-4FCE-82D7-19ADF1E0F98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CB40E53-E1DA-49B4-A033-C95144E6ED8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0875EAE0-26E3-4B4F-BFC8-9A26CDCA966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524A0A15-DEE5-4F87-A634-AAB45C16700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13D215F-3B07-46A8-B264-8FD480AAFC3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4634EA4A-C491-4E4E-97C6-85578DE25F9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74EA54EA-6657-4DCA-9627-30BB637DC8D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BF95AD4-CD01-47F3-8ACF-6C1AF1ABBA3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B3F67FD7-FCE8-4977-BB5A-4F4871A749C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2DCAF097-C1CF-4744-AE0E-77366D86775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66D9A21-EB9B-4772-9159-C2A3F8713B0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91edb231d74b3a"/>
              </a:rPr>
              <a:t>Pipeline error path</a:t>
            </a:r>
          </a:p>
        </p:txBody>
      </p:sp>
      <p:sp>
        <p:nvSpPr>
          <p:cNvPr id="16" name="text-12">
            <a:extLst xmlns:a="http://schemas.openxmlformats.org/drawingml/2006/main">
              <a:ext uri="{FF2B5EF4-FFF2-40B4-BE49-F238E27FC236}">
                <a16:creationId xmlns:a16="http://schemas.microsoft.com/office/drawing/2014/main" id="{120D4DB0-B186-4F81-94A7-826D25C9F62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32b322539e465b"/>
              </a:rPr>
              <a:t>Failure tests</a:t>
            </a:r>
          </a:p>
        </p:txBody>
      </p:sp>
      <p:sp>
        <p:nvSpPr>
          <p:cNvPr id="17" name="text-13">
            <a:extLst xmlns:a="http://schemas.openxmlformats.org/drawingml/2006/main">
              <a:ext uri="{FF2B5EF4-FFF2-40B4-BE49-F238E27FC236}">
                <a16:creationId xmlns:a16="http://schemas.microsoft.com/office/drawing/2014/main" id="{84D41947-F963-44D0-B51A-7BE879195FA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180e738b504c02"/>
              </a:rPr>
              <a:t>Harness model</a:t>
            </a:r>
          </a:p>
        </p:txBody>
      </p:sp>
      <p:sp>
        <p:nvSpPr>
          <p:cNvPr id="18" name="text-14">
            <a:extLst xmlns:a="http://schemas.openxmlformats.org/drawingml/2006/main">
              <a:ext uri="{FF2B5EF4-FFF2-40B4-BE49-F238E27FC236}">
                <a16:creationId xmlns:a16="http://schemas.microsoft.com/office/drawing/2014/main" id="{51DD0BD0-84F1-44F0-9AB3-77B3925134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45371845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B3E6A72-2213-4041-B543-65D0227ED36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4DEF7E72-D36E-41D8-9610-8DB8626700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076BEE1E-343E-454E-9DF5-5DCC2EA461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ACC5E350-D85A-41A8-BE26-A534AE0F42A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1193E905-FBA0-4492-9B93-B08400D1D38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72B7258-EC46-429B-872D-EE937B7AC93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0DFD16C5-DF94-413E-88D5-0FB91C785E2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AED5208C-9151-41D1-A026-13EA7921C12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1F65E68-D899-47A8-8CC6-4459A053C36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1D6183C9-6970-4645-BD57-21892CCAE5D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DD07154C-F81B-4015-A59D-E05E941CC35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E043126-4377-4A77-BA85-75FD57D2969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94CF07A-A57C-449C-BB13-BDFE52AD7A7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3BFD1C92-C49B-4EED-9BC6-3C605B96873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DFE364B-40EB-4312-A883-96C3D3420A1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1e8071473844383"/>
              </a:rPr>
              <a:t>Fixture evaluator</a:t>
            </a:r>
          </a:p>
        </p:txBody>
      </p:sp>
      <p:sp>
        <p:nvSpPr>
          <p:cNvPr id="16" name="text-12">
            <a:extLst xmlns:a="http://schemas.openxmlformats.org/drawingml/2006/main">
              <a:ext uri="{FF2B5EF4-FFF2-40B4-BE49-F238E27FC236}">
                <a16:creationId xmlns:a16="http://schemas.microsoft.com/office/drawing/2014/main" id="{3839E081-3246-4B30-9773-77360AC5C76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e04d10f12674c63"/>
              </a:rPr>
              <a:t>Annotation data</a:t>
            </a:r>
          </a:p>
        </p:txBody>
      </p:sp>
      <p:sp>
        <p:nvSpPr>
          <p:cNvPr id="17" name="text-13">
            <a:extLst xmlns:a="http://schemas.openxmlformats.org/drawingml/2006/main">
              <a:ext uri="{FF2B5EF4-FFF2-40B4-BE49-F238E27FC236}">
                <a16:creationId xmlns:a16="http://schemas.microsoft.com/office/drawing/2014/main" id="{C6701CFA-2626-4746-BE92-F0B718E62A7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7443f2b2fb4916"/>
              </a:rPr>
              <a:t>Evaluator tests</a:t>
            </a:r>
          </a:p>
        </p:txBody>
      </p:sp>
      <p:sp>
        <p:nvSpPr>
          <p:cNvPr id="18" name="text-14">
            <a:extLst xmlns:a="http://schemas.openxmlformats.org/drawingml/2006/main">
              <a:ext uri="{FF2B5EF4-FFF2-40B4-BE49-F238E27FC236}">
                <a16:creationId xmlns:a16="http://schemas.microsoft.com/office/drawing/2014/main" id="{6C70B960-6969-436D-BA55-B5552F72A22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1632783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1DDDB4A-47BA-4D98-A90C-7EE7BB8978B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756A5849-D478-4BFF-8F5B-BB949C2E54C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66CEE554-4562-4211-8308-62A609971AE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21A5688D-5443-44C6-A693-6FF925EF0A42}"/>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BBBA689A-C2BE-44F6-B6DC-F2FF8D23D316}"/>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37769416-8B36-4E2F-BE36-B8475CAA164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C096401-4FBD-4F67-94E5-727EAD84B5A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ADB3BCE6-A847-493F-95C3-997E75DE2102}"/>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33F7A51B-5907-4DAB-8FCA-1512FD57523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9521687B-6B3D-4791-9D76-CCBDA416341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5E4AF76-C04D-474C-8D06-75FCA0FFE53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C73DD828-03B4-4754-AF20-715F34C27A6F}"/>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863294E9-8BBE-45BD-8F69-510472C483B8}"/>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FD21BCE9-06F1-4726-97A8-F5D8A77D8A3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46CCEAE3-300F-436F-8C14-703DD024C5C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886E514C-CB0F-4EDC-AC27-D2857CB73399}"/>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4A48DEB2-E39D-4D02-A8E0-2EEF21799486}"/>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FE15D97E-BCF5-416D-BACF-D63B27CE553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565FF10F-C760-4B6A-83A5-755F5F8453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B26C3960-A47E-4D48-B341-7378C77640A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e3214846bf4d23"/>
              </a:rPr>
              <a:t>Positive evaluation</a:t>
            </a:r>
          </a:p>
        </p:txBody>
      </p:sp>
      <p:sp>
        <p:nvSpPr>
          <p:cNvPr id="21" name="text-17">
            <a:extLst xmlns:a="http://schemas.openxmlformats.org/drawingml/2006/main">
              <a:ext uri="{FF2B5EF4-FFF2-40B4-BE49-F238E27FC236}">
                <a16:creationId xmlns:a16="http://schemas.microsoft.com/office/drawing/2014/main" id="{E6658047-6F06-4A12-8B16-E0358A30F87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4d44951777471b"/>
              </a:rPr>
              <a:t>Negative evaluation</a:t>
            </a:r>
          </a:p>
        </p:txBody>
      </p:sp>
      <p:sp>
        <p:nvSpPr>
          <p:cNvPr id="22" name="text-18">
            <a:extLst xmlns:a="http://schemas.openxmlformats.org/drawingml/2006/main">
              <a:ext uri="{FF2B5EF4-FFF2-40B4-BE49-F238E27FC236}">
                <a16:creationId xmlns:a16="http://schemas.microsoft.com/office/drawing/2014/main" id="{5B8ECB26-2B02-4701-B2A3-1FF383C16CD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561fb54a38c43f6"/>
              </a:rPr>
              <a:t>Positive report</a:t>
            </a:r>
          </a:p>
        </p:txBody>
      </p:sp>
      <p:sp>
        <p:nvSpPr>
          <p:cNvPr id="23" name="text-19">
            <a:extLst xmlns:a="http://schemas.openxmlformats.org/drawingml/2006/main">
              <a:ext uri="{FF2B5EF4-FFF2-40B4-BE49-F238E27FC236}">
                <a16:creationId xmlns:a16="http://schemas.microsoft.com/office/drawing/2014/main" id="{1F9234B4-692B-4AEE-92B3-1BEAAAD3DA3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63584078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E5D1D0C-3F0F-4D95-9D9A-0686D59B2C2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C3748CC8-85BC-4ED9-9322-AF3F15F0C4A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0AF2A835-C3D8-4C38-9501-D5BC3EA94B7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71362BB4-92F3-4524-8111-8918BA7360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7FD8C15-842F-4C07-9F77-D6D36ABF58D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75451A9-2162-410A-B558-478F7236B36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B8037DEF-1888-4E28-95EF-7B1CF765D40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B4748F0A-DC19-47D9-B3D9-193EBBA6AFA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8A55D80-AA66-4B72-A20D-EA95393EF29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D5D3E213-D503-40EE-8CFB-61667CA476A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4F652D6B-9418-43BA-9ED5-3A98F63DEF0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6D5A35-3C1A-4B35-86F6-44AE9DE96E0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62954C43-D7CF-4B57-BD5C-7899FD1A6B1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E1248072-1B4E-4CB2-A8B3-92615F8C267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0BF11BC-FBF8-4661-9406-3B36DBFFFA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aed1c2d17a4021"/>
              </a:rPr>
              <a:t>Comparator</a:t>
            </a:r>
          </a:p>
        </p:txBody>
      </p:sp>
      <p:sp>
        <p:nvSpPr>
          <p:cNvPr id="16" name="text-12">
            <a:extLst xmlns:a="http://schemas.openxmlformats.org/drawingml/2006/main">
              <a:ext uri="{FF2B5EF4-FFF2-40B4-BE49-F238E27FC236}">
                <a16:creationId xmlns:a16="http://schemas.microsoft.com/office/drawing/2014/main" id="{5FF59A79-41A3-4C37-929D-3603353A9B7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5c42de1342436c"/>
              </a:rPr>
              <a:t>Evaluation CLI</a:t>
            </a:r>
          </a:p>
        </p:txBody>
      </p:sp>
      <p:sp>
        <p:nvSpPr>
          <p:cNvPr id="17" name="text-13">
            <a:extLst xmlns:a="http://schemas.openxmlformats.org/drawingml/2006/main">
              <a:ext uri="{FF2B5EF4-FFF2-40B4-BE49-F238E27FC236}">
                <a16:creationId xmlns:a16="http://schemas.microsoft.com/office/drawing/2014/main" id="{A1A93756-8AFB-4D57-8F97-93ED8CB5E05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c1708f88b5a4929"/>
              </a:rPr>
              <a:t>Comparator tests</a:t>
            </a:r>
          </a:p>
        </p:txBody>
      </p:sp>
      <p:sp>
        <p:nvSpPr>
          <p:cNvPr id="18" name="text-14">
            <a:extLst xmlns:a="http://schemas.openxmlformats.org/drawingml/2006/main">
              <a:ext uri="{FF2B5EF4-FFF2-40B4-BE49-F238E27FC236}">
                <a16:creationId xmlns:a16="http://schemas.microsoft.com/office/drawing/2014/main" id="{19FD51DE-283A-4934-A253-D4EC274FF4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6943844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D3FF31A-3518-4376-841E-29CC586E4D4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C0AAAD2F-D213-4935-AC28-A6BFC3A2E41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F099E3B8-6DB2-4118-BA81-924DBC83AD81}"/>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C646B85-7806-45BA-88CE-5AAAFD30FAD3}"/>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55695943-61BC-42F0-81A0-3E2251C2E23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78FE4548-B122-4DCA-89BF-337D0781E6F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15207B-B110-4136-83AD-42F5100596D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F440FB2-435B-4174-B539-000A647E09B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0D410241-CDFE-444C-A4AA-43AC11B4A311}"/>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3ECB7B8A-7DFE-4B1B-ADB7-F59CB970066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F29B8C-54D0-4343-8848-9111237E95E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15885AF-8E5C-494C-844F-1199122D9EB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513DBC85-0CE7-4088-90A8-7F71FF8CB32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83BE3FE6-9A28-45E1-9E80-DBE335BE30F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78E0EE-6A66-4773-BD19-28030A6ECA49}"/>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87A05B0-4A51-44F9-A5BD-A2FA6DE53B89}"/>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B08BCD4C-BB8C-4868-9860-38D9A0EDF18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89BD6C2C-73D9-47B8-BB84-6EC7BAB9EB7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26D68DE-11F0-4F70-AFD1-F154EE92BC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FBD722A-755A-4CB0-8946-24362A7DA77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79fd4a60f424ef2"/>
              </a:rPr>
              <a:t>Bootstrap</a:t>
            </a:r>
          </a:p>
        </p:txBody>
      </p:sp>
      <p:sp>
        <p:nvSpPr>
          <p:cNvPr id="21" name="text-13">
            <a:extLst xmlns:a="http://schemas.openxmlformats.org/drawingml/2006/main">
              <a:ext uri="{FF2B5EF4-FFF2-40B4-BE49-F238E27FC236}">
                <a16:creationId xmlns:a16="http://schemas.microsoft.com/office/drawing/2014/main" id="{2986911D-D2F1-4252-B71D-C0D6418C103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0643d24489b4e1f"/>
              </a:rPr>
              <a:t>Harness model</a:t>
            </a:r>
          </a:p>
        </p:txBody>
      </p:sp>
      <p:sp>
        <p:nvSpPr>
          <p:cNvPr id="22" name="text-14">
            <a:extLst xmlns:a="http://schemas.openxmlformats.org/drawingml/2006/main">
              <a:ext uri="{FF2B5EF4-FFF2-40B4-BE49-F238E27FC236}">
                <a16:creationId xmlns:a16="http://schemas.microsoft.com/office/drawing/2014/main" id="{C5476D2F-CE0E-4B95-944F-09AC1A23040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ad83376e6c24c85"/>
              </a:rPr>
              <a:t>Bundle checks</a:t>
            </a:r>
          </a:p>
        </p:txBody>
      </p:sp>
      <p:sp>
        <p:nvSpPr>
          <p:cNvPr id="23" name="text-15">
            <a:extLst xmlns:a="http://schemas.openxmlformats.org/drawingml/2006/main">
              <a:ext uri="{FF2B5EF4-FFF2-40B4-BE49-F238E27FC236}">
                <a16:creationId xmlns:a16="http://schemas.microsoft.com/office/drawing/2014/main" id="{083F6230-3442-47A9-A933-2D2504DD63D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19242183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58D250C-4AAE-4248-B46E-88AF982EE8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B28E359B-713C-4113-99AE-2ECFE3B4449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D09CD342-A2EF-4922-B81B-7F1E0E1D8E7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C7F9F030-3D60-4AF2-B9F3-4ED25AD973E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9C3D8619-57C2-4E99-A158-D5F602EA037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CD769D1-52EE-4D8B-B336-BE0DFE08196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BA576E1-AB4D-4C93-BE27-11F2A0161CB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CF88488F-A48C-431A-BF78-A9CC0E7E03A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97E6C5D-EC70-4682-9927-46E56230658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D1B697F3-711D-4C97-A184-47F4A0668FF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31AB77B6-E52B-415C-994B-AD082D544A0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21BB93F-FCFA-4680-A29E-CDD58B88CD7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28C866E6-DED4-4670-AD13-C85DB11CDD2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876AB1D4-0899-4C87-9C88-5F337D2CB82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E0F974A5-D61F-418D-A538-5DAF0A9405F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138B2BC-F3DC-4778-97A1-5D36DCFCEAC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bbdf75a00194e23"/>
              </a:rPr>
              <a:t>Diagnostic scheme</a:t>
            </a:r>
          </a:p>
        </p:txBody>
      </p:sp>
      <p:sp>
        <p:nvSpPr>
          <p:cNvPr id="17" name="text-13">
            <a:extLst xmlns:a="http://schemas.openxmlformats.org/drawingml/2006/main">
              <a:ext uri="{FF2B5EF4-FFF2-40B4-BE49-F238E27FC236}">
                <a16:creationId xmlns:a16="http://schemas.microsoft.com/office/drawing/2014/main" id="{4479B2BA-E57C-4B53-B940-CBCEEB9B43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34cfed995946a0"/>
              </a:rPr>
              <a:t>Harness export</a:t>
            </a:r>
          </a:p>
        </p:txBody>
      </p:sp>
      <p:sp>
        <p:nvSpPr>
          <p:cNvPr id="18" name="text-14">
            <a:extLst xmlns:a="http://schemas.openxmlformats.org/drawingml/2006/main">
              <a:ext uri="{FF2B5EF4-FFF2-40B4-BE49-F238E27FC236}">
                <a16:creationId xmlns:a16="http://schemas.microsoft.com/office/drawing/2014/main" id="{FBBFE226-4DC4-4519-A546-9473BD7CBD5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57a1a84db84b14"/>
              </a:rPr>
              <a:t>Phone verification</a:t>
            </a:r>
          </a:p>
        </p:txBody>
      </p:sp>
      <p:sp>
        <p:nvSpPr>
          <p:cNvPr id="19" name="text-15">
            <a:extLst xmlns:a="http://schemas.openxmlformats.org/drawingml/2006/main">
              <a:ext uri="{FF2B5EF4-FFF2-40B4-BE49-F238E27FC236}">
                <a16:creationId xmlns:a16="http://schemas.microsoft.com/office/drawing/2014/main" id="{6233C1A3-2946-48C3-B9BF-0879438BE9A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0225128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36A1DA1-E93F-4D41-B9C8-2B8BE8D6CD9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764C6D02-0AE3-4CC8-AB3D-14C31726CFA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73C568A8-16CB-4BA7-8BEF-DFA18DD220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FE2A70DF-BB85-48DE-8C2C-D5A830577AC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01C1E614-82B0-43C1-B50C-9506CC24F9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EC36607-98F8-41FB-8ED6-84ECFE1E621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41C791EC-3B81-4DC3-8B24-4902B791733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859B287D-ED6F-416E-AB04-FB1B88F4DB9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9B302D7-A1BB-46B6-BFAD-C80F9CE55E8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28ED6D5A-09AE-48EC-A6E4-777F4CA6008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CDBB8C84-A8F3-4962-9425-F855BE091B2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A394C83-B4E7-4CD2-AA26-85C2309D04F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31F3E088-D656-4EC7-84CC-C5B594F1B60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455C8753-AA7D-4765-93AF-AD836FF9A80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CBEF95B8-B1FC-4DE8-A21A-8BB3E78688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3709B7E-5947-46EE-A8D7-88F59203B3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033b16f8ec4290"/>
              </a:rPr>
              <a:t>Harness replay</a:t>
            </a:r>
          </a:p>
        </p:txBody>
      </p:sp>
      <p:sp>
        <p:nvSpPr>
          <p:cNvPr id="17" name="text-13">
            <a:extLst xmlns:a="http://schemas.openxmlformats.org/drawingml/2006/main">
              <a:ext uri="{FF2B5EF4-FFF2-40B4-BE49-F238E27FC236}">
                <a16:creationId xmlns:a16="http://schemas.microsoft.com/office/drawing/2014/main" id="{9AAFBDFD-09BA-48F7-86B0-DB77091CB23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b1391ebbed64c39"/>
              </a:rPr>
              <a:t>Comparator preconditions</a:t>
            </a:r>
          </a:p>
        </p:txBody>
      </p:sp>
      <p:sp>
        <p:nvSpPr>
          <p:cNvPr id="18" name="text-14">
            <a:extLst xmlns:a="http://schemas.openxmlformats.org/drawingml/2006/main">
              <a:ext uri="{FF2B5EF4-FFF2-40B4-BE49-F238E27FC236}">
                <a16:creationId xmlns:a16="http://schemas.microsoft.com/office/drawing/2014/main" id="{62856A46-E59F-436D-BCA8-E08E6020B6E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81c9c5afebb4ecc"/>
              </a:rPr>
              <a:t>Report resources</a:t>
            </a:r>
          </a:p>
        </p:txBody>
      </p:sp>
      <p:sp>
        <p:nvSpPr>
          <p:cNvPr id="19" name="text-15">
            <a:extLst xmlns:a="http://schemas.openxmlformats.org/drawingml/2006/main">
              <a:ext uri="{FF2B5EF4-FFF2-40B4-BE49-F238E27FC236}">
                <a16:creationId xmlns:a16="http://schemas.microsoft.com/office/drawing/2014/main" id="{6F88C2C1-423D-4EBF-A08B-AE2FA65C02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202423407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A04B6B-2133-48A7-8ED7-1B98849BD6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AA984657-C478-4AB4-BAA3-C4F7E79D29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EF60799-46F1-4AE2-AF58-F75544ABC36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1E0131D5-E62E-4D25-BB0C-0381EB2B2BF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F69B2B78-284E-4C0E-A962-40AD28EC1B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94CFF7B-3FCC-4DCB-8CCE-904E0C32125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99854851-DAD3-4C94-B27C-7F178B72F4D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E62E390D-F376-491F-BC6D-AFFCBCEEF3A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92DC3C0-2666-4868-823F-16B7CC2C820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8FFECC46-17D4-4EF1-894E-EBD423E2116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E7E8778D-2491-4E14-97A4-E35EB5A5903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4FA86FE-68B0-4517-94EE-0C4A5EF4CB1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DD72CAA7-0E9C-48DF-909B-455DFA0CE96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FC48477F-8389-4116-B239-98419D0CE4F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E516D34-7C6D-4531-BA9C-0F8F481F65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fe3561210c42ea"/>
              </a:rPr>
              <a:t>Production pipeline</a:t>
            </a:r>
          </a:p>
        </p:txBody>
      </p:sp>
      <p:sp>
        <p:nvSpPr>
          <p:cNvPr id="16" name="text-12">
            <a:extLst xmlns:a="http://schemas.openxmlformats.org/drawingml/2006/main">
              <a:ext uri="{FF2B5EF4-FFF2-40B4-BE49-F238E27FC236}">
                <a16:creationId xmlns:a16="http://schemas.microsoft.com/office/drawing/2014/main" id="{D37613BA-AEC4-4BD5-831C-150875DF77D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235cd47666468e"/>
              </a:rPr>
              <a:t>Integration suite</a:t>
            </a:r>
          </a:p>
        </p:txBody>
      </p:sp>
      <p:sp>
        <p:nvSpPr>
          <p:cNvPr id="17" name="text-13">
            <a:extLst xmlns:a="http://schemas.openxmlformats.org/drawingml/2006/main">
              <a:ext uri="{FF2B5EF4-FFF2-40B4-BE49-F238E27FC236}">
                <a16:creationId xmlns:a16="http://schemas.microsoft.com/office/drawing/2014/main" id="{CFAF2F2E-779A-41B1-8C0C-7E513C389BB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d8133c1d1f4ea4"/>
              </a:rPr>
              <a:t>Package boundaries</a:t>
            </a:r>
          </a:p>
        </p:txBody>
      </p:sp>
      <p:sp>
        <p:nvSpPr>
          <p:cNvPr id="18" name="text-14">
            <a:extLst xmlns:a="http://schemas.openxmlformats.org/drawingml/2006/main">
              <a:ext uri="{FF2B5EF4-FFF2-40B4-BE49-F238E27FC236}">
                <a16:creationId xmlns:a16="http://schemas.microsoft.com/office/drawing/2014/main" id="{B1D93412-3D5A-42E1-9E7F-0A8CEBAC350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8115590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918E71C-61D3-493C-A014-B1604303589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E962D189-B26E-4E6D-8903-A05ABEA94E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0D2F5500-2EB2-4FCE-BF87-AF716881FB6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CCE9F33D-30B6-4476-9B9E-F2534A4F61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4BCF0E96-D290-43A4-9557-A1A15FCB872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DA065C7-B285-49E4-95FE-236CCBFC7C2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08B5C786-2DE3-4977-BFF2-1820906B64C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58041383-5688-40C1-83DC-47910A4A605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FBF94F3-9999-4372-AF69-B04836062AA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F0D0D6A5-ED36-4B98-8FC6-E9358B3D2F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FD14CFB7-ADB9-439E-A296-80D602AA582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310C5F-9EC6-44A4-81F8-707941A2DF6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8583536D-E237-4980-B7E2-7E2CBA92FDE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605A52E2-66D2-4442-AA28-BE6BAF0D837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DAF671B-1D5F-4035-A76D-BAC06DF28D8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c109869852a4362"/>
              </a:rPr>
              <a:t>Source package</a:t>
            </a:r>
          </a:p>
        </p:txBody>
      </p:sp>
      <p:sp>
        <p:nvSpPr>
          <p:cNvPr id="16" name="text-12">
            <a:extLst xmlns:a="http://schemas.openxmlformats.org/drawingml/2006/main">
              <a:ext uri="{FF2B5EF4-FFF2-40B4-BE49-F238E27FC236}">
                <a16:creationId xmlns:a16="http://schemas.microsoft.com/office/drawing/2014/main" id="{A36D9BF6-6952-4448-B4CA-A2472D8FD8B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6ddbbd068e44a8"/>
              </a:rPr>
              <a:t>Test package</a:t>
            </a:r>
          </a:p>
        </p:txBody>
      </p:sp>
      <p:sp>
        <p:nvSpPr>
          <p:cNvPr id="17" name="text-13">
            <a:extLst xmlns:a="http://schemas.openxmlformats.org/drawingml/2006/main">
              <a:ext uri="{FF2B5EF4-FFF2-40B4-BE49-F238E27FC236}">
                <a16:creationId xmlns:a16="http://schemas.microsoft.com/office/drawing/2014/main" id="{AF1265AD-7593-4725-BB50-136FC517B46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a690fcd6f11416d"/>
              </a:rPr>
              <a:t>Acceptance record</a:t>
            </a:r>
          </a:p>
        </p:txBody>
      </p:sp>
      <p:sp>
        <p:nvSpPr>
          <p:cNvPr id="18" name="text-14">
            <a:extLst xmlns:a="http://schemas.openxmlformats.org/drawingml/2006/main">
              <a:ext uri="{FF2B5EF4-FFF2-40B4-BE49-F238E27FC236}">
                <a16:creationId xmlns:a16="http://schemas.microsoft.com/office/drawing/2014/main" id="{3C41319D-1233-445A-80AB-E3DAC659008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2119809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2026-09-21T01:55:26.3270000Z</dcterms:created>
  <dcterms:modified xsi:type="dcterms:W3CDTF">2026-09-21T01:55:26.3270000Z</dcterms:modified>
</coreProperties>
</file>