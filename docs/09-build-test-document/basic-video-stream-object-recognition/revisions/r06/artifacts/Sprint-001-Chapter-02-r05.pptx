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a361e5f8c64366" /><Relationship Type="http://schemas.openxmlformats.org/officeDocument/2006/relationships/extended-properties" Target="/docProps/app.xml" Id="R63b22f574b0047dc" /><Relationship Type="http://schemas.openxmlformats.org/officeDocument/2006/relationships/officeDocument" Target="/ppt/presentation.xml" Id="R95a1acf6836e4a98" /></Relationships>
</file>

<file path=ppt/presentation.xml><?xml version="1.0" encoding="utf-8"?>
<p:presentation xmlns:p="http://schemas.openxmlformats.org/presentationml/2006/main">
  <p:sldMasterIdLst>
    <p:sldMasterId xmlns:r="http://schemas.openxmlformats.org/officeDocument/2006/relationships" id="2147483648" r:id="R23dcaa9b28ef4145"/>
  </p:sldMasterIdLst>
  <p:notesMasterIdLst>
    <p:notesMasterId xmlns:r="http://schemas.openxmlformats.org/officeDocument/2006/relationships" r:id="Rc30bcd8118f24f0b"/>
  </p:notesMasterIdLst>
  <p:sldIdLst>
    <p:sldId xmlns:r="http://schemas.openxmlformats.org/officeDocument/2006/relationships" id="256" r:id="Re056d3f633a644c8"/>
    <p:sldId xmlns:r="http://schemas.openxmlformats.org/officeDocument/2006/relationships" id="257" r:id="R05d8a5ef53fa4124"/>
    <p:sldId xmlns:r="http://schemas.openxmlformats.org/officeDocument/2006/relationships" id="258" r:id="R095c0f7248b5449e"/>
    <p:sldId xmlns:r="http://schemas.openxmlformats.org/officeDocument/2006/relationships" id="259" r:id="Rbf9fb9ffd0b94bfb"/>
    <p:sldId xmlns:r="http://schemas.openxmlformats.org/officeDocument/2006/relationships" id="260" r:id="R3efe564ab1a34f2e"/>
    <p:sldId xmlns:r="http://schemas.openxmlformats.org/officeDocument/2006/relationships" id="261" r:id="R11acb78b6f8141d6"/>
    <p:sldId xmlns:r="http://schemas.openxmlformats.org/officeDocument/2006/relationships" id="262" r:id="Rc58519f603394cd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7b2d0ecdf14b01" /><Relationship Type="http://schemas.openxmlformats.org/officeDocument/2006/relationships/slideMaster" Target="/ppt/slideMasters/slideMaster1.xml" Id="R23dcaa9b28ef4145" /><Relationship Type="http://schemas.openxmlformats.org/officeDocument/2006/relationships/notesMaster" Target="/ppt/notesMasters/notesMaster1.xml" Id="Rc30bcd8118f24f0b" /><Relationship Type="http://schemas.openxmlformats.org/officeDocument/2006/relationships/presProps" Target="/ppt/presProps.xml" Id="R37f581de17d049a5" /><Relationship Type="http://schemas.openxmlformats.org/officeDocument/2006/relationships/tableStyles" Target="/ppt/tableStyles.xml" Id="R4d768fc67d2d4db7" /><Relationship Type="http://schemas.openxmlformats.org/officeDocument/2006/relationships/slide" Target="/ppt/slides/slide1.xml" Id="Re056d3f633a644c8" /><Relationship Type="http://schemas.openxmlformats.org/officeDocument/2006/relationships/slide" Target="/ppt/slides/slide2.xml" Id="R05d8a5ef53fa4124" /><Relationship Type="http://schemas.openxmlformats.org/officeDocument/2006/relationships/slide" Target="/ppt/slides/slide3.xml" Id="R095c0f7248b5449e" /><Relationship Type="http://schemas.openxmlformats.org/officeDocument/2006/relationships/slide" Target="/ppt/slides/slide4.xml" Id="Rbf9fb9ffd0b94bfb" /><Relationship Type="http://schemas.openxmlformats.org/officeDocument/2006/relationships/slide" Target="/ppt/slides/slide5.xml" Id="R3efe564ab1a34f2e" /><Relationship Type="http://schemas.openxmlformats.org/officeDocument/2006/relationships/slide" Target="/ppt/slides/slide6.xml" Id="R11acb78b6f8141d6" /><Relationship Type="http://schemas.openxmlformats.org/officeDocument/2006/relationships/slide" Target="/ppt/slides/slide7.xml" Id="Rc58519f603394c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ff8fad387e4b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2d28dcba43490f" /><Relationship Type="http://schemas.openxmlformats.org/officeDocument/2006/relationships/notesMaster" Target="/ppt/notesMasters/notesMaster1.xml" Id="R5830ea6fa22543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e6e0933228440e" /><Relationship Type="http://schemas.openxmlformats.org/officeDocument/2006/relationships/notesMaster" Target="/ppt/notesMasters/notesMaster1.xml" Id="R21536dff536d49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1d9cd7bf4045fe" /><Relationship Type="http://schemas.openxmlformats.org/officeDocument/2006/relationships/notesMaster" Target="/ppt/notesMasters/notesMaster1.xml" Id="R30998463e8bd47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80007209774818" /><Relationship Type="http://schemas.openxmlformats.org/officeDocument/2006/relationships/notesMaster" Target="/ppt/notesMasters/notesMaster1.xml" Id="Ra10f103b9c2144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691e0caea441e1" /><Relationship Type="http://schemas.openxmlformats.org/officeDocument/2006/relationships/notesMaster" Target="/ppt/notesMasters/notesMaster1.xml" Id="R63a0923987a24f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424b942cc845cb" /><Relationship Type="http://schemas.openxmlformats.org/officeDocument/2006/relationships/notesMaster" Target="/ppt/notesMasters/notesMaster1.xml" Id="R73184a017b07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5081627b644281" /><Relationship Type="http://schemas.openxmlformats.org/officeDocument/2006/relationships/notesMaster" Target="/ppt/notesMasters/notesMaster1.xml" Id="Rbf8f768d5a0048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92f9aeb65f42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afff185e4e456d" /><Relationship Type="http://schemas.openxmlformats.org/officeDocument/2006/relationships/slideLayout" Target="/ppt/slideLayouts/slideLayout1.xml" Id="R9bde58b213db47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de58b213db47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badd25a56f4d9e"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43212cd10cf740c5"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4b9280ce2f314169"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e50e0d900b2548f6" /><Relationship Type="http://schemas.openxmlformats.org/officeDocument/2006/relationships/notesSlide" Target="/ppt/notesSlides/notesSlide1.xml" Id="Rffd0b0046eeb44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99ac7928fa46c7"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666645ac1bc24b2c"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6670f553876749c5" /><Relationship Type="http://schemas.openxmlformats.org/officeDocument/2006/relationships/notesSlide" Target="/ppt/notesSlides/notesSlide2.xml" Id="Rd1897a86549943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961ca8c4e14cf8"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67d69167a13840f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4e357117a63489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27c91c3b46d64a64" /><Relationship Type="http://schemas.openxmlformats.org/officeDocument/2006/relationships/notesSlide" Target="/ppt/notesSlides/notesSlide3.xml" Id="R54fa6a170c7944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430928c52a42cd"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1142c60e6fe94673"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281278eb1e9d44ea" /><Relationship Type="http://schemas.openxmlformats.org/officeDocument/2006/relationships/hyperlink" Target="file:///Users/paboelustodo/Library/CloudStorage/GoogleDrive-pablo.elustondo@gmail.com/My%20Drive%202/1-GIT-PROJECTS/aishop/ios/AIShop/AIShop/Diagnostics/DiagnosticFixture.swift" TargetMode="External" Id="R3b3985cdf3224e6b" /><Relationship Type="http://schemas.openxmlformats.org/officeDocument/2006/relationships/notesSlide" Target="/ppt/notesSlides/notesSlide4.xml" Id="Ra84ce58d171944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dc0b3e38754860"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15b7037c487b4d51"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ca6f544116944cce" /><Relationship Type="http://schemas.openxmlformats.org/officeDocument/2006/relationships/notesSlide" Target="/ppt/notesSlides/notesSlide5.xml" Id="R4832da52d38d4f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8cf8a54da44cf6"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009a72ec5feb46a9"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eb520c82efef4bf6"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2c1481320c524188" /><Relationship Type="http://schemas.openxmlformats.org/officeDocument/2006/relationships/notesSlide" Target="/ppt/notesSlides/notesSlide6.xml" Id="R5382f3148ce64a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d1bf31351642bc"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8d993f1082824dd1" /><Relationship Type="http://schemas.openxmlformats.org/officeDocument/2006/relationships/hyperlink" Target="file:///Users/paboelustodo/Library/CloudStorage/GoogleDrive-pablo.elustondo@gmail.com/My%20Drive%202/1-GIT-PROJECTS/aishop/e2e/ios/calibrate-scorer.rb" TargetMode="External" Id="R142ec282bea74a05"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bdd42e9b678b48aa" /><Relationship Type="http://schemas.openxmlformats.org/officeDocument/2006/relationships/notesSlide" Target="/ppt/notesSlides/notesSlide7.xml" Id="Ra5d33e2701c440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89C58BF3-0521-4B9C-94B7-6D05AE989EF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B3DE5FAB-3A17-4902-BBEE-327B51A972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7F1FBDFE-4414-45BA-B7F4-CF0E9A5FC3F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299BCB02-E096-4CA8-8FBF-B1253447C7D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E955D7C7-BFA0-4E41-B681-DD106ECD7F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F52B1EF-783E-45BB-A910-B818AF206DB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19055161-3ACB-49A3-B539-4F6A1B06E4BE}"/>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52ECB87C-91F7-4318-AEF5-DEAB2938940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4080013-70CD-43CE-88DE-B7A528DC056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6F066D54-C41E-4B9E-8DF6-B448428CC1A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5474601-0EEC-4ABE-A652-47C6BF79249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129F845-73BD-4237-AE12-C0FC18BEA21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32954125-3E44-48C3-B204-84EE6D9237B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8C7DBF50-84A5-41EE-9BD3-D64D9E979C7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AA046C4-A7C9-4E18-A620-9095C32D3AB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212cd10cf740c5"/>
              </a:rPr>
              <a:t>Frame contract</a:t>
            </a:r>
          </a:p>
        </p:txBody>
      </p:sp>
      <p:sp>
        <p:nvSpPr>
          <p:cNvPr id="16" name="text-12">
            <a:extLst xmlns:a="http://schemas.openxmlformats.org/drawingml/2006/main">
              <a:ext uri="{FF2B5EF4-FFF2-40B4-BE49-F238E27FC236}">
                <a16:creationId xmlns:a16="http://schemas.microsoft.com/office/drawing/2014/main" id="{DA10BEDA-FB7D-4AE9-B27C-D1CE9D559B0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9280ce2f314169"/>
              </a:rPr>
              <a:t>Frame stream</a:t>
            </a:r>
          </a:p>
        </p:txBody>
      </p:sp>
      <p:sp>
        <p:nvSpPr>
          <p:cNvPr id="17" name="text-13">
            <a:extLst xmlns:a="http://schemas.openxmlformats.org/drawingml/2006/main">
              <a:ext uri="{FF2B5EF4-FFF2-40B4-BE49-F238E27FC236}">
                <a16:creationId xmlns:a16="http://schemas.microsoft.com/office/drawing/2014/main" id="{97F0C0CE-F8D0-4A31-8CA3-CD0C23258C1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50e0d900b2548f6"/>
              </a:rPr>
              <a:t>Stream tests</a:t>
            </a:r>
          </a:p>
        </p:txBody>
      </p:sp>
      <p:sp>
        <p:nvSpPr>
          <p:cNvPr id="18" name="text-14">
            <a:extLst xmlns:a="http://schemas.openxmlformats.org/drawingml/2006/main">
              <a:ext uri="{FF2B5EF4-FFF2-40B4-BE49-F238E27FC236}">
                <a16:creationId xmlns:a16="http://schemas.microsoft.com/office/drawing/2014/main" id="{29580B04-7BE9-4B70-91F7-7709587D0D0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8687880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57ACE5E4-3B09-4460-B40B-D01938C52D8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AEAFBDA5-7F15-401E-83BE-90604B25FAA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A228E789-BE60-4512-8778-194C738D35F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AE3519E3-FA36-4202-8828-18C8DCB1810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ED760680-FFCB-438C-9F56-465C4A3DC69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E41C1AE-612C-48DE-AE54-58217E2BA4D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0A8E03-C850-4BE4-A3C2-EEA16D6047D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D0C5C20-3803-4EC8-A796-6D7C6AE15F65}"/>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ECA6D76B-750A-4602-99F8-C2C41858506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0938A5D1-39E4-450F-B531-3673AD5E14D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7AA1722-84DC-4407-A426-54274C5062D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276B729-FB21-482C-8B3F-175B004CCF3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75737ACE-9995-4C5B-B849-9DCE5E0847A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A22ADCB8-B588-47F1-883A-037B00CA949E}"/>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52266B-323A-4A54-8107-510BE25CCBB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254F562C-1177-43B6-8C8E-A9C5FC95C9F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E78E4679-B661-45BF-A6E5-B5089B0AFEF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450B051F-45C1-4C7E-B42E-CDB09200868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D5E2D3F-D96E-4D3E-A225-30EA856A171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D6A670A-2CDA-4846-882D-7E9B053F6B6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6645ac1bc24b2c"/>
              </a:rPr>
              <a:t>Stream implementation</a:t>
            </a:r>
          </a:p>
        </p:txBody>
      </p:sp>
      <p:sp>
        <p:nvSpPr>
          <p:cNvPr id="21" name="text-13">
            <a:extLst xmlns:a="http://schemas.openxmlformats.org/drawingml/2006/main">
              <a:ext uri="{FF2B5EF4-FFF2-40B4-BE49-F238E27FC236}">
                <a16:creationId xmlns:a16="http://schemas.microsoft.com/office/drawing/2014/main" id="{BA1C545A-59B6-4407-AB7C-7B73B0FB4EF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70f553876749c5"/>
              </a:rPr>
              <a:t>Stream tests</a:t>
            </a:r>
          </a:p>
        </p:txBody>
      </p:sp>
      <p:sp>
        <p:nvSpPr>
          <p:cNvPr id="22" name="text-14">
            <a:extLst xmlns:a="http://schemas.openxmlformats.org/drawingml/2006/main">
              <a:ext uri="{FF2B5EF4-FFF2-40B4-BE49-F238E27FC236}">
                <a16:creationId xmlns:a16="http://schemas.microsoft.com/office/drawing/2014/main" id="{B2E4FF7F-FDBD-463E-9410-D3AADB04EBC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925850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26A1E24-23CF-4087-868A-C3330496DB5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D9C7B6F3-35D3-42C4-B56B-AC788273D53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5D0324AF-DE2F-4519-A395-62B1DF0FF18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09000A0F-D5BC-4800-92BB-C561E6D3409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0869C8C0-9EB7-4F14-A6A1-152601F67D5F}"/>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909C767D-CC48-40A4-9470-B1CCDB555D8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16EE6FA8-B6CB-4D94-BFF1-A47DA866207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9607282-015F-4F9C-A19B-BFA40C9747AD}"/>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F570EDC6-8B3D-4AFA-9AB6-9E173A731851}"/>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9584D3E-4B4A-4D1E-A1B1-1BEA69AF2C3B}"/>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2E82068F-DC26-41DA-AC58-060F846D7D12}"/>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CFDA4D40-E6F1-45C0-95E4-4D5AD3D2812C}"/>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F09B9A77-D1BD-4D33-B770-B8C3E7C455F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A61C2337-7447-47F5-ABF1-C35DEFC6D30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F0CAB1F-2130-4035-9FD1-1A2CBCA225D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d69167a13840f3"/>
              </a:rPr>
              <a:t>Stream implementation</a:t>
            </a:r>
          </a:p>
        </p:txBody>
      </p:sp>
      <p:sp>
        <p:nvSpPr>
          <p:cNvPr id="16" name="text-14">
            <a:extLst xmlns:a="http://schemas.openxmlformats.org/drawingml/2006/main">
              <a:ext uri="{FF2B5EF4-FFF2-40B4-BE49-F238E27FC236}">
                <a16:creationId xmlns:a16="http://schemas.microsoft.com/office/drawing/2014/main" id="{BE6A67FF-E66A-4261-92E9-4AD89F980BF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4e357117a63489d"/>
              </a:rPr>
              <a:t>Integration suite</a:t>
            </a:r>
          </a:p>
        </p:txBody>
      </p:sp>
      <p:sp>
        <p:nvSpPr>
          <p:cNvPr id="17" name="text-15">
            <a:extLst xmlns:a="http://schemas.openxmlformats.org/drawingml/2006/main">
              <a:ext uri="{FF2B5EF4-FFF2-40B4-BE49-F238E27FC236}">
                <a16:creationId xmlns:a16="http://schemas.microsoft.com/office/drawing/2014/main" id="{E1970204-496D-4135-AA46-596762AF33A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7c91c3b46d64a64"/>
              </a:rPr>
              <a:t>Report builder</a:t>
            </a:r>
          </a:p>
        </p:txBody>
      </p:sp>
      <p:sp>
        <p:nvSpPr>
          <p:cNvPr id="18" name="text-16">
            <a:extLst xmlns:a="http://schemas.openxmlformats.org/drawingml/2006/main">
              <a:ext uri="{FF2B5EF4-FFF2-40B4-BE49-F238E27FC236}">
                <a16:creationId xmlns:a16="http://schemas.microsoft.com/office/drawing/2014/main" id="{AA7BE0C0-D615-4A18-980D-3F0B8019B8C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395804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4E77597-BED6-4F47-A918-A66D379084B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EA75821C-FEB0-4AB8-AF6E-DB0614781C8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2026425E-2B2B-4EC4-AFD3-3044246392D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AC18A1CE-EAEF-4DD3-9E18-3CFBD47168C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82933DA4-C89C-4A74-AAEA-819F32ABF6A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78C4C2C-1161-42FC-A778-37C8E32CEDB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35DCC633-80EA-4162-9C42-49E6D7A25CC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C39AD411-C20F-468A-B84D-F9903B50C77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17202D4-5859-4821-8168-D47F2220481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86F471C-25F6-4F35-B847-6E493F28A87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9B9B342C-5491-4237-8B04-5D1F8D29F0A2}"/>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85A5729-74E6-4E7A-B575-8C7A8453AB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46C1DB73-5B35-4AB0-BAFD-F377DA9A14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611EA71D-C201-4E2F-8058-B87EF3C5793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3B7A38A-F74E-4038-9310-00898752CE1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42c60e6fe94673"/>
              </a:rPr>
              <a:t>Local catalog</a:t>
            </a:r>
          </a:p>
        </p:txBody>
      </p:sp>
      <p:sp>
        <p:nvSpPr>
          <p:cNvPr id="16" name="text-12">
            <a:extLst xmlns:a="http://schemas.openxmlformats.org/drawingml/2006/main">
              <a:ext uri="{FF2B5EF4-FFF2-40B4-BE49-F238E27FC236}">
                <a16:creationId xmlns:a16="http://schemas.microsoft.com/office/drawing/2014/main" id="{2AF5F378-7B48-49C4-A9F0-F95DF2F7BD9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1278eb1e9d44ea"/>
              </a:rPr>
              <a:t>Catalog tests</a:t>
            </a:r>
          </a:p>
        </p:txBody>
      </p:sp>
      <p:sp>
        <p:nvSpPr>
          <p:cNvPr id="17" name="text-13">
            <a:extLst xmlns:a="http://schemas.openxmlformats.org/drawingml/2006/main">
              <a:ext uri="{FF2B5EF4-FFF2-40B4-BE49-F238E27FC236}">
                <a16:creationId xmlns:a16="http://schemas.microsoft.com/office/drawing/2014/main" id="{D999762A-D574-426D-BFFB-F943D7CCAE3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3985cdf3224e6b"/>
              </a:rPr>
              <a:t>Diagnostic inputs</a:t>
            </a:r>
          </a:p>
        </p:txBody>
      </p:sp>
      <p:sp>
        <p:nvSpPr>
          <p:cNvPr id="18" name="text-14">
            <a:extLst xmlns:a="http://schemas.openxmlformats.org/drawingml/2006/main">
              <a:ext uri="{FF2B5EF4-FFF2-40B4-BE49-F238E27FC236}">
                <a16:creationId xmlns:a16="http://schemas.microsoft.com/office/drawing/2014/main" id="{E5440767-CCA8-4B25-8296-E775C692D5E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6969456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731B4DD-AE62-4C6E-B664-A6AE9E3C14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A3CEBF30-F30A-4C7D-99AD-DBD27AD8D48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9F0134AE-D2E4-4C3F-9144-8A4A5B5C8002}"/>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AE0A95F-D1D1-4A15-9837-596D92652339}"/>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BE198564-DCEF-4D83-87CA-7BFD2D4C80A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8652E93-1DFD-4AE3-9498-00206C549F1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99BAB88E-A7C2-411B-896D-C1BABF611B05}"/>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4381FE5-1057-45AF-805C-68DE79FAD41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9B7A7EE2-F3B4-4F44-AB3E-5906ADFF0F13}"/>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AFA3361-7CE3-4305-9891-1CC3D45DA2BE}"/>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11B6728D-0EBC-41D1-8237-8DCE85B0BAF8}"/>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31743C99-53AE-4E03-8369-779B3DFB5EE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E64CCBAB-70E7-4C42-9A37-D879871FD0FE}"/>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4BF0D5A8-5799-4D2E-8556-5765534C577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290C44B-F596-4A46-9915-137BB28DCCA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b7037c487b4d51"/>
              </a:rPr>
              <a:t>Vision adapter</a:t>
            </a:r>
          </a:p>
        </p:txBody>
      </p:sp>
      <p:sp>
        <p:nvSpPr>
          <p:cNvPr id="16" name="text-14">
            <a:extLst xmlns:a="http://schemas.openxmlformats.org/drawingml/2006/main">
              <a:ext uri="{FF2B5EF4-FFF2-40B4-BE49-F238E27FC236}">
                <a16:creationId xmlns:a16="http://schemas.microsoft.com/office/drawing/2014/main" id="{D0B994D1-6F6B-4784-BFE4-B794F0F31B2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a6f544116944cce"/>
              </a:rPr>
              <a:t>Vision tests</a:t>
            </a:r>
          </a:p>
        </p:txBody>
      </p:sp>
      <p:sp>
        <p:nvSpPr>
          <p:cNvPr id="17" name="text-15">
            <a:extLst xmlns:a="http://schemas.openxmlformats.org/drawingml/2006/main">
              <a:ext uri="{FF2B5EF4-FFF2-40B4-BE49-F238E27FC236}">
                <a16:creationId xmlns:a16="http://schemas.microsoft.com/office/drawing/2014/main" id="{D19323D3-9C27-4036-A79E-3B1D14DC14B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9519966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8501717-CD91-4E2B-85DF-4786E44AAE6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8DCE6A24-FF33-45A7-8A7F-54ADD7F13F5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DB407A8E-27F0-41A4-B858-7FED2181654C}"/>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B6D1115-8F57-47F8-87AB-8784996B0C8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9B423A4F-50F6-4E8C-B19E-F56068156F5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9A3668C-D2ED-45A1-946B-C104C37094EA}"/>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621360DC-E693-4058-ABAC-99666E033B83}"/>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1F044C38-136B-41BB-B5B0-E7949A80F744}"/>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6F5C3698-9673-4D03-97C7-E685C95B7440}"/>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DB171C34-73A3-40E9-9C01-006500D80E5A}"/>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B2149416-CA19-475E-80B8-C287AA918FB9}"/>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374BEA6-D39B-4C1E-8A2C-E973A9D64312}"/>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F4B3F017-DED0-45DE-81AE-68515942231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4678C227-AEF2-451F-85FD-4F61FAE636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BE5BAD1-27E8-4EB8-90E1-8771727A128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9a72ec5feb46a9"/>
              </a:rPr>
              <a:t>Scorer and score type</a:t>
            </a:r>
          </a:p>
        </p:txBody>
      </p:sp>
      <p:sp>
        <p:nvSpPr>
          <p:cNvPr id="16" name="text-14">
            <a:extLst xmlns:a="http://schemas.openxmlformats.org/drawingml/2006/main">
              <a:ext uri="{FF2B5EF4-FFF2-40B4-BE49-F238E27FC236}">
                <a16:creationId xmlns:a16="http://schemas.microsoft.com/office/drawing/2014/main" id="{35F158E3-B333-4402-BAC4-A46BD39497C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520c82efef4bf6"/>
              </a:rPr>
              <a:t>Scorer tests</a:t>
            </a:r>
          </a:p>
        </p:txBody>
      </p:sp>
      <p:sp>
        <p:nvSpPr>
          <p:cNvPr id="17" name="text-15">
            <a:extLst xmlns:a="http://schemas.openxmlformats.org/drawingml/2006/main">
              <a:ext uri="{FF2B5EF4-FFF2-40B4-BE49-F238E27FC236}">
                <a16:creationId xmlns:a16="http://schemas.microsoft.com/office/drawing/2014/main" id="{F90AA954-0D94-49E7-8E0E-F8866ADA180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1481320c524188"/>
              </a:rPr>
              <a:t>Frozen profile</a:t>
            </a:r>
          </a:p>
        </p:txBody>
      </p:sp>
      <p:sp>
        <p:nvSpPr>
          <p:cNvPr id="18" name="text-16">
            <a:extLst xmlns:a="http://schemas.openxmlformats.org/drawingml/2006/main">
              <a:ext uri="{FF2B5EF4-FFF2-40B4-BE49-F238E27FC236}">
                <a16:creationId xmlns:a16="http://schemas.microsoft.com/office/drawing/2014/main" id="{02481A88-4016-46D3-8875-D45D5B659C9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9615040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024E3F7-AC48-42DE-A295-EEC169BF2B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9C4B5E64-4964-41A7-AD23-418E8365FE7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EE17E8E1-076C-4F94-ACB4-5F286B2C095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3349550A-8A46-4767-999E-28F5E65D40E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4A868795-F8E8-40B0-9FB9-964F44E11F9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C4B3AB3-B0D9-4FCD-9BC2-4FC739D57F2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A12B6585-5B0B-4EEC-8149-C4A85CF67B4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36BE5BDD-6DDF-45F7-8131-77BD16D226A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68C6C49-B8BB-4D2D-94D7-CF784D47627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671D63D6-AF6B-4879-A2C1-D922DED628D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9BEF51D-29D9-44EE-A6A5-A8ED997AD1E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96EB684-2534-4621-A136-5C399FAEE59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BB4649EA-B1B9-4A33-8D62-84ECD9E1137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B3A7F68C-20AC-43C9-BB26-0A4CA264E14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824A3F1-B7E6-41EA-A37B-9E142A4EBA1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9A7F212F-09AE-4CCD-BF38-47E698A0F1B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d993f1082824dd1"/>
              </a:rPr>
              <a:t>Profile</a:t>
            </a:r>
          </a:p>
        </p:txBody>
      </p:sp>
      <p:sp>
        <p:nvSpPr>
          <p:cNvPr id="17" name="text-13">
            <a:extLst xmlns:a="http://schemas.openxmlformats.org/drawingml/2006/main">
              <a:ext uri="{FF2B5EF4-FFF2-40B4-BE49-F238E27FC236}">
                <a16:creationId xmlns:a16="http://schemas.microsoft.com/office/drawing/2014/main" id="{338148E3-D11F-4614-A9C9-5DBF7CDBC04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42ec282bea74a05"/>
              </a:rPr>
              <a:t>Calibration script</a:t>
            </a:r>
          </a:p>
        </p:txBody>
      </p:sp>
      <p:sp>
        <p:nvSpPr>
          <p:cNvPr id="18" name="text-14">
            <a:extLst xmlns:a="http://schemas.openxmlformats.org/drawingml/2006/main">
              <a:ext uri="{FF2B5EF4-FFF2-40B4-BE49-F238E27FC236}">
                <a16:creationId xmlns:a16="http://schemas.microsoft.com/office/drawing/2014/main" id="{954D7D97-7833-4EA1-9A17-E61CA967DA1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dd42e9b678b48aa"/>
              </a:rPr>
              <a:t>Aggregator</a:t>
            </a:r>
          </a:p>
        </p:txBody>
      </p:sp>
      <p:sp>
        <p:nvSpPr>
          <p:cNvPr id="19" name="text-15">
            <a:extLst xmlns:a="http://schemas.openxmlformats.org/drawingml/2006/main">
              <a:ext uri="{FF2B5EF4-FFF2-40B4-BE49-F238E27FC236}">
                <a16:creationId xmlns:a16="http://schemas.microsoft.com/office/drawing/2014/main" id="{9CFC3E63-9B6F-4905-B653-65A41D40F94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3754853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2026-09-21T01:14:37.4530000Z</dcterms:created>
  <dcterms:modified xsi:type="dcterms:W3CDTF">2026-09-21T01:14:37.4530000Z</dcterms:modified>
</coreProperties>
</file>