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48deff7e8148ff" /><Relationship Type="http://schemas.openxmlformats.org/officeDocument/2006/relationships/extended-properties" Target="/docProps/app.xml" Id="R03b8544b91a34238" /><Relationship Type="http://schemas.openxmlformats.org/officeDocument/2006/relationships/officeDocument" Target="/ppt/presentation.xml" Id="Rd19e4ea93bba4e6c" /></Relationships>
</file>

<file path=ppt/presentation.xml><?xml version="1.0" encoding="utf-8"?>
<p:presentation xmlns:p="http://schemas.openxmlformats.org/presentationml/2006/main">
  <p:sldMasterIdLst>
    <p:sldMasterId xmlns:r="http://schemas.openxmlformats.org/officeDocument/2006/relationships" id="2147483648" r:id="R6482c072d16f489e"/>
  </p:sldMasterIdLst>
  <p:notesMasterIdLst>
    <p:notesMasterId xmlns:r="http://schemas.openxmlformats.org/officeDocument/2006/relationships" r:id="R82f5216310864bc9"/>
  </p:notesMasterIdLst>
  <p:sldIdLst>
    <p:sldId xmlns:r="http://schemas.openxmlformats.org/officeDocument/2006/relationships" id="256" r:id="Re21d0ab046dc4400"/>
    <p:sldId xmlns:r="http://schemas.openxmlformats.org/officeDocument/2006/relationships" id="257" r:id="R27f48125f0e04929"/>
    <p:sldId xmlns:r="http://schemas.openxmlformats.org/officeDocument/2006/relationships" id="258" r:id="R942af25aa75a4416"/>
    <p:sldId xmlns:r="http://schemas.openxmlformats.org/officeDocument/2006/relationships" id="259" r:id="Rdf70e0a2ac5f4f73"/>
    <p:sldId xmlns:r="http://schemas.openxmlformats.org/officeDocument/2006/relationships" id="260" r:id="R6f0e5b0f0da44d1b"/>
    <p:sldId xmlns:r="http://schemas.openxmlformats.org/officeDocument/2006/relationships" id="261" r:id="R2f329311bb3a4f9d"/>
    <p:sldId xmlns:r="http://schemas.openxmlformats.org/officeDocument/2006/relationships" id="262" r:id="R50f29bb16dcb4f0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d513b6f07e4dcf" /><Relationship Type="http://schemas.openxmlformats.org/officeDocument/2006/relationships/slideMaster" Target="/ppt/slideMasters/slideMaster1.xml" Id="R6482c072d16f489e" /><Relationship Type="http://schemas.openxmlformats.org/officeDocument/2006/relationships/notesMaster" Target="/ppt/notesMasters/notesMaster1.xml" Id="R82f5216310864bc9" /><Relationship Type="http://schemas.openxmlformats.org/officeDocument/2006/relationships/presProps" Target="/ppt/presProps.xml" Id="R51d4cab8521f4575" /><Relationship Type="http://schemas.openxmlformats.org/officeDocument/2006/relationships/tableStyles" Target="/ppt/tableStyles.xml" Id="R8732e7f5968b4ade" /><Relationship Type="http://schemas.openxmlformats.org/officeDocument/2006/relationships/slide" Target="/ppt/slides/slide1.xml" Id="Re21d0ab046dc4400" /><Relationship Type="http://schemas.openxmlformats.org/officeDocument/2006/relationships/slide" Target="/ppt/slides/slide2.xml" Id="R27f48125f0e04929" /><Relationship Type="http://schemas.openxmlformats.org/officeDocument/2006/relationships/slide" Target="/ppt/slides/slide3.xml" Id="R942af25aa75a4416" /><Relationship Type="http://schemas.openxmlformats.org/officeDocument/2006/relationships/slide" Target="/ppt/slides/slide4.xml" Id="Rdf70e0a2ac5f4f73" /><Relationship Type="http://schemas.openxmlformats.org/officeDocument/2006/relationships/slide" Target="/ppt/slides/slide5.xml" Id="R6f0e5b0f0da44d1b" /><Relationship Type="http://schemas.openxmlformats.org/officeDocument/2006/relationships/slide" Target="/ppt/slides/slide6.xml" Id="R2f329311bb3a4f9d" /><Relationship Type="http://schemas.openxmlformats.org/officeDocument/2006/relationships/slide" Target="/ppt/slides/slide7.xml" Id="R50f29bb16dcb4f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4c7388ac2b43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05cffb90c043cb" /><Relationship Type="http://schemas.openxmlformats.org/officeDocument/2006/relationships/notesMaster" Target="/ppt/notesMasters/notesMaster1.xml" Id="R60c00f7dec6748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64b26970194c64" /><Relationship Type="http://schemas.openxmlformats.org/officeDocument/2006/relationships/notesMaster" Target="/ppt/notesMasters/notesMaster1.xml" Id="Rd2cc53545d8e45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a47ae29e2f4657" /><Relationship Type="http://schemas.openxmlformats.org/officeDocument/2006/relationships/notesMaster" Target="/ppt/notesMasters/notesMaster1.xml" Id="Re5fa6cbd863149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35c0f7bd5f41ee" /><Relationship Type="http://schemas.openxmlformats.org/officeDocument/2006/relationships/notesMaster" Target="/ppt/notesMasters/notesMaster1.xml" Id="R4a3512a6c0334b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5493440d7f47b5" /><Relationship Type="http://schemas.openxmlformats.org/officeDocument/2006/relationships/notesMaster" Target="/ppt/notesMasters/notesMaster1.xml" Id="Rf99b2f64b9ea4f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6545a24bce4d51" /><Relationship Type="http://schemas.openxmlformats.org/officeDocument/2006/relationships/notesMaster" Target="/ppt/notesMasters/notesMaster1.xml" Id="R58f8a71db54241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92fdc1e2294231" /><Relationship Type="http://schemas.openxmlformats.org/officeDocument/2006/relationships/notesMaster" Target="/ppt/notesMasters/notesMaster1.xml" Id="R3f1347f691614d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the first foundation for AIShopVision: a small, testable way to notice one known product while a prerecorded video is still playing.</a:t>
            </a:r>
          </a:p>
          <a:p xmlns:a="http://schemas.openxmlformats.org/drawingml/2006/main">
            <a:r>
              <a:t/>
            </a:r>
          </a:p>
          <a:p xmlns:a="http://schemas.openxmlformats.org/drawingml/2006/main">
            <a:r>
              <a:t>We begin with the intent, then the user journey and test strategy. The concrete reference is the banana image shown on the next slide. The positive fixture contains that banana; the negative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Both fixtures enter the same local production pipeline. The expected difference is a possible-match episode for the positive video and no false candidate for the negative video. The next slide shows how the HITL selects one of these videos, observes the run, and keeps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008e0b262740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b536550f874a99" /><Relationship Type="http://schemas.openxmlformats.org/officeDocument/2006/relationships/slideLayout" Target="/ppt/slideLayouts/slideLayout1.xml" Id="Re8ae5e97ce444e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ae5e97ce444e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9afd7679574ee0" /><Relationship Type="http://schemas.openxmlformats.org/officeDocument/2006/relationships/notesSlide" Target="/ppt/notesSlides/notesSlide1.xml" Id="R234bbf5126f14d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2c42cd29e54af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b5ab6805a954508" /><Relationship Type="http://schemas.openxmlformats.org/officeDocument/2006/relationships/notesSlide" Target="/ppt/notesSlides/notesSlide2.xml" Id="R51b86976e2c940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641eb627da4546" /><Relationship Type="http://schemas.openxmlformats.org/officeDocument/2006/relationships/image" Target="/ppt/media/image.jpeg" Id="Rb9d49d0db1cf4441" /><Relationship Type="http://schemas.openxmlformats.org/officeDocument/2006/relationships/image" Target="/ppt/media/image2.jpeg" Id="Rcdcf8392d3d64b3d"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c4b96de5e5af44dd" /><Relationship Type="http://schemas.openxmlformats.org/officeDocument/2006/relationships/hyperlink" Target="file:///Users/paboelustodo/Library/CloudStorage/GoogleDrive-pablo.elustondo@gmail.com/My%20Drive%202/1-GIT-PROJECTS/aishop/ios/AIShop/AIShopVision/Tests/AIShopVisionTests/Resources" TargetMode="External" Id="R765bd6a0179b4dae" /><Relationship Type="http://schemas.openxmlformats.org/officeDocument/2006/relationships/hyperlink" Target="file:///Users/paboelustodo/Library/CloudStorage/GoogleDrive-pablo.elustondo@gmail.com/My%20Drive%202/1-GIT-PROJECTS/aishop/ios/AIShop/AIShop/Diagnostics/VisionDiagnosticHarness.swift" TargetMode="External" Id="R9613a77273f04cfb" /><Relationship Type="http://schemas.openxmlformats.org/officeDocument/2006/relationships/notesSlide" Target="/ppt/notesSlides/notesSlide3.xml" Id="Rd6165ccdf54a4e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706f711f1e466e" /><Relationship Type="http://schemas.openxmlformats.org/officeDocument/2006/relationships/hyperlink" Target="file:///Users/paboelustodo/Library/CloudStorage/GoogleDrive-pablo.elustondo@gmail.com/My%20Drive%202/1-GIT-PROJECTS/aishop/e2e/ios/run.zsh" TargetMode="External" Id="R09b1a77292084c3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f6b31615d144ef0" /><Relationship Type="http://schemas.openxmlformats.org/officeDocument/2006/relationships/hyperlink" Target="file:///Users/paboelustodo/Library/CloudStorage/GoogleDrive-pablo.elustondo@gmail.com/My%20Drive%202/1-GIT-PROJECTS/aishop/ios/AIShop/AIShopTests/" TargetMode="External" Id="R687e193a29294e52" /><Relationship Type="http://schemas.openxmlformats.org/officeDocument/2006/relationships/notesSlide" Target="/ppt/notesSlides/notesSlide4.xml" Id="R958c3206eb894c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bab1cc5a854cba" /><Relationship Type="http://schemas.openxmlformats.org/officeDocument/2006/relationships/hyperlink" Target="file:///Users/paboelustodo/Library/CloudStorage/GoogleDrive-pablo.elustondo@gmail.com/My%20Drive%202/1-GIT-PROJECTS/aishop/ios/AIShop/AIShopVision/Sources/AIShopVision/" TargetMode="External" Id="R324864ba03414dae" /><Relationship Type="http://schemas.openxmlformats.org/officeDocument/2006/relationships/hyperlink" Target="file:///Users/paboelustodo/Library/CloudStorage/GoogleDrive-pablo.elustondo@gmail.com/My%20Drive%202/1-GIT-PROJECTS/aishop/ios/AIShop/AIShop/Diagnostics/" TargetMode="External" Id="R30e72af4cdc349a2" /><Relationship Type="http://schemas.openxmlformats.org/officeDocument/2006/relationships/hyperlink" Target="file:///Users/paboelustodo/Library/CloudStorage/GoogleDrive-pablo.elustondo@gmail.com/My%20Drive%202/1-GIT-PROJECTS/aishop/ios/AIShop/AIShopVision/Sources/AIShopVisionEvaluation/" TargetMode="External" Id="Rdbe06e23e38549da" /><Relationship Type="http://schemas.openxmlformats.org/officeDocument/2006/relationships/notesSlide" Target="/ppt/notesSlides/notesSlide5.xml" Id="Rdd616c6086eb42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09e1026a77471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48f1f8523bc144a9"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1e8f74e3d1694d95"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c552b9d6c393441a" /><Relationship Type="http://schemas.openxmlformats.org/officeDocument/2006/relationships/notesSlide" Target="/ppt/notesSlides/notesSlide6.xml" Id="Rf395bd24e5204d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b71b3fc1a2455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a5e0efc9ae24754"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aee63c230cd644cb" /><Relationship Type="http://schemas.openxmlformats.org/officeDocument/2006/relationships/hyperlink" Target="file:///Users/paboelustodo/Library/CloudStorage/GoogleDrive-pablo.elustondo@gmail.com/My%20Drive%202/1-GIT-PROJECTS/aishop/ios/AIShop/AIShop/Diagnostics/VisionHarnessModel.swift" TargetMode="External" Id="Rb92e3ddb49cc46a2" /><Relationship Type="http://schemas.openxmlformats.org/officeDocument/2006/relationships/notesSlide" Target="/ppt/notesSlides/notesSlide7.xml" Id="Rc286efe3eb904379"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7A61126-9133-461B-8779-CFC345743758}"/>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A2830B4A-EB9B-44A0-8DE4-D5E862DDBD5E}"/>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Known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 video</a:t>
            </a:r>
          </a:p>
        </p:txBody>
      </p:sp>
      <p:sp>
        <p:nvSpPr>
          <p:cNvPr id="3" name="text-2">
            <a:extLst xmlns:a="http://schemas.openxmlformats.org/drawingml/2006/main">
              <a:ext uri="{FF2B5EF4-FFF2-40B4-BE49-F238E27FC236}">
                <a16:creationId xmlns:a16="http://schemas.microsoft.com/office/drawing/2014/main" id="{095EE569-32B9-4A4F-8142-95EDFC536C74}"/>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1257DF90-FE6E-4F2D-B58C-B13B3006510A}"/>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06 / working tree / 20 September 2026</a:t>
            </a:r>
          </a:p>
        </p:txBody>
      </p:sp>
    </p:spTree>
    <p:extLst>
      <p:ext uri="{BB962C8B-B14F-4D97-AF65-F5344CB8AC3E}">
        <p14:creationId xmlns:p14="http://schemas.microsoft.com/office/powerpoint/2010/main" val="7876285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453C5C5-66AD-4F18-9D17-75192072FA0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26C22DF2-C22A-4CE7-BCA0-9A9B90DE522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80C6D223-9B09-46A7-B56A-A0A48ACCB58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F91F4098-A42F-45D5-94B7-46B99F79991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B10880F0-55AD-4261-9F6F-49E774CEEE0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7940BD1-264B-4998-9733-0742E7F483B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715F3860-97BD-4DD1-850E-02F4406D1D1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72C2D34E-3193-4AE5-BA01-CE1265424DCC}"/>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F2EE3C3-CC59-4355-90BE-39CC4413F4D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7925F5F3-2F79-4703-99B4-634E6AF0BCD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77AF0255-4124-4CCB-A5BB-8142CBCC6BD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62E98C2-EC93-4B1D-9344-86C161CBBAD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64995FD1-CB97-4E65-847F-9294A757CDF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EAAB63E3-EB31-4D51-8EBE-53F946C3824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32E53B08-3FDC-4673-BAEF-48D27C78084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b5ab6805a954508"/>
              </a:rPr>
              <a:t>Pipeline</a:t>
            </a:r>
          </a:p>
        </p:txBody>
      </p:sp>
      <p:sp>
        <p:nvSpPr>
          <p:cNvPr id="16" name="text-12">
            <a:extLst xmlns:a="http://schemas.openxmlformats.org/drawingml/2006/main">
              <a:ext uri="{FF2B5EF4-FFF2-40B4-BE49-F238E27FC236}">
                <a16:creationId xmlns:a16="http://schemas.microsoft.com/office/drawing/2014/main" id="{490C1BD0-D439-401C-B27B-2EB04C46DA1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7019446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DB568720-4010-4971-9C6C-7EE99C9273C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two videos under test</a:t>
            </a:r>
          </a:p>
        </p:txBody>
      </p:sp>
      <p:sp>
        <p:nvSpPr>
          <p:cNvPr id="2" name="text-1">
            <a:extLst xmlns:a="http://schemas.openxmlformats.org/drawingml/2006/main">
              <a:ext uri="{FF2B5EF4-FFF2-40B4-BE49-F238E27FC236}">
                <a16:creationId xmlns:a16="http://schemas.microsoft.com/office/drawing/2014/main" id="{3470AAA8-C0A6-4201-B0CD-80B8001FBEB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target case and a no-target control before the diagnostic journey</a:t>
            </a:r>
          </a:p>
        </p:txBody>
      </p:sp>
      <p:sp>
        <p:nvSpPr>
          <p:cNvPr id="3" name="text-2">
            <a:extLst xmlns:a="http://schemas.openxmlformats.org/drawingml/2006/main">
              <a:ext uri="{FF2B5EF4-FFF2-40B4-BE49-F238E27FC236}">
                <a16:creationId xmlns:a16="http://schemas.microsoft.com/office/drawing/2014/main" id="{214AE225-063E-45E5-9A10-092A44230C2F}"/>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test a clear expected outcome.</a:t>
            </a:r>
          </a:p>
        </p:txBody>
      </p:sp>
      <p:sp>
        <p:nvSpPr>
          <p:cNvPr id="4" name="">
            <a:extLst xmlns:a="http://schemas.openxmlformats.org/drawingml/2006/main">
              <a:ext uri="{FF2B5EF4-FFF2-40B4-BE49-F238E27FC236}">
                <a16:creationId xmlns:a16="http://schemas.microsoft.com/office/drawing/2014/main" id="{6C459200-DCF2-4D57-9064-D606EEFC6F93}"/>
              </a:ext>
            </a:extLst>
          </p:cNvPr>
          <p:cNvSpPr>
            <a:spLocks xmlns:a="http://schemas.openxmlformats.org/drawingml/2006/main" noGrp="1"/>
          </p:cNvSpPr>
          <p:nvPr/>
        </p:nvSpPr>
        <p:spPr>
          <a:xfrm xmlns:a="http://schemas.openxmlformats.org/drawingml/2006/main">
            <a:off x="1143000" y="2209800"/>
            <a:ext cx="5905500" cy="38862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d49d0db1cf4441"/>
          <a:srcRect xmlns:a="http://schemas.openxmlformats.org/drawingml/2006/main" l="0" t="37085" r="0" b="37085"/>
          <a:stretch xmlns:a="http://schemas.openxmlformats.org/drawingml/2006/main">
            <a:fillRect l="0" t="0" r="0" b="0"/>
          </a:stretch>
        </p:blipFill>
        <p:spPr>
          <a:xfrm xmlns:a="http://schemas.openxmlformats.org/drawingml/2006/main">
            <a:off x="1295400" y="2362200"/>
            <a:ext cx="5600700" cy="25717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83610355-70C7-4119-9AF9-C01AE2252928}"/>
              </a:ext>
            </a:extLst>
          </p:cNvPr>
          <p:cNvSpPr>
            <a:spLocks xmlns:a="http://schemas.openxmlformats.org/drawingml/2006/main" noGrp="1"/>
          </p:cNvSpPr>
          <p:nvPr/>
        </p:nvSpPr>
        <p:spPr>
          <a:xfrm xmlns:a="http://schemas.openxmlformats.org/drawingml/2006/main">
            <a:off x="1295400" y="5143500"/>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42BF4452-F4BC-4495-9296-9532F9C9AF1E}"/>
              </a:ext>
            </a:extLst>
          </p:cNvPr>
          <p:cNvSpPr>
            <a:spLocks xmlns:a="http://schemas.openxmlformats.org/drawingml/2006/main" noGrp="1"/>
          </p:cNvSpPr>
          <p:nvPr/>
        </p:nvSpPr>
        <p:spPr>
          <a:xfrm xmlns:a="http://schemas.openxmlformats.org/drawingml/2006/main">
            <a:off x="1295400" y="552450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05E5A083-5B5E-4DE2-9067-976A94774011}"/>
              </a:ext>
            </a:extLst>
          </p:cNvPr>
          <p:cNvSpPr>
            <a:spLocks xmlns:a="http://schemas.openxmlformats.org/drawingml/2006/main" noGrp="1"/>
          </p:cNvSpPr>
          <p:nvPr/>
        </p:nvSpPr>
        <p:spPr>
          <a:xfrm xmlns:a="http://schemas.openxmlformats.org/drawingml/2006/main">
            <a:off x="1295400" y="5953125"/>
            <a:ext cx="56007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7FE26FDA-D2E2-4ED5-9776-04EBE1A51929}"/>
              </a:ext>
            </a:extLst>
          </p:cNvPr>
          <p:cNvSpPr>
            <a:spLocks xmlns:a="http://schemas.openxmlformats.org/drawingml/2006/main" noGrp="1"/>
          </p:cNvSpPr>
          <p:nvPr/>
        </p:nvSpPr>
        <p:spPr>
          <a:xfrm xmlns:a="http://schemas.openxmlformats.org/drawingml/2006/main">
            <a:off x="8191500" y="2209800"/>
            <a:ext cx="5905500" cy="38862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dcf8392d3d64b3d"/>
          <a:srcRect xmlns:a="http://schemas.openxmlformats.org/drawingml/2006/main" l="0" t="37085" r="0" b="37085"/>
          <a:stretch xmlns:a="http://schemas.openxmlformats.org/drawingml/2006/main">
            <a:fillRect l="0" t="0" r="0" b="0"/>
          </a:stretch>
        </p:blipFill>
        <p:spPr>
          <a:xfrm xmlns:a="http://schemas.openxmlformats.org/drawingml/2006/main">
            <a:off x="8343900" y="2362200"/>
            <a:ext cx="5600700" cy="25717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61649DC4-85C9-4641-8FF6-5C52FA18D010}"/>
              </a:ext>
            </a:extLst>
          </p:cNvPr>
          <p:cNvSpPr>
            <a:spLocks xmlns:a="http://schemas.openxmlformats.org/drawingml/2006/main" noGrp="1"/>
          </p:cNvSpPr>
          <p:nvPr/>
        </p:nvSpPr>
        <p:spPr>
          <a:xfrm xmlns:a="http://schemas.openxmlformats.org/drawingml/2006/main">
            <a:off x="8343900" y="5143500"/>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229C5613-4570-439E-A01E-DFF575B983FE}"/>
              </a:ext>
            </a:extLst>
          </p:cNvPr>
          <p:cNvSpPr>
            <a:spLocks xmlns:a="http://schemas.openxmlformats.org/drawingml/2006/main" noGrp="1"/>
          </p:cNvSpPr>
          <p:nvPr/>
        </p:nvSpPr>
        <p:spPr>
          <a:xfrm xmlns:a="http://schemas.openxmlformats.org/drawingml/2006/main">
            <a:off x="8343900" y="552450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812748F1-1AE8-4468-BEC1-BA40ACB0A93A}"/>
              </a:ext>
            </a:extLst>
          </p:cNvPr>
          <p:cNvSpPr>
            <a:spLocks xmlns:a="http://schemas.openxmlformats.org/drawingml/2006/main" noGrp="1"/>
          </p:cNvSpPr>
          <p:nvPr/>
        </p:nvSpPr>
        <p:spPr>
          <a:xfrm xmlns:a="http://schemas.openxmlformats.org/drawingml/2006/main">
            <a:off x="8343900" y="5953125"/>
            <a:ext cx="56007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DCF9C0C5-B831-42BB-8FAE-0B33B6C6CEA5}"/>
              </a:ext>
            </a:extLst>
          </p:cNvPr>
          <p:cNvSpPr>
            <a:spLocks xmlns:a="http://schemas.openxmlformats.org/drawingml/2006/main" noGrp="1"/>
          </p:cNvSpPr>
          <p:nvPr/>
        </p:nvSpPr>
        <p:spPr>
          <a:xfrm xmlns:a="http://schemas.openxmlformats.org/drawingml/2006/main">
            <a:off x="1428750" y="6810375"/>
            <a:ext cx="123825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00" b="0">
                <a:solidFill>
                  <a:srgbClr val="102C43"/>
                </a:solidFill>
                <a:latin typeface="Arial"/>
                <a:ea typeface="Arial"/>
                <a:cs typeface="Arial"/>
              </a:defRPr>
            </a:pPr>
            <a:r>
              <a:rPr sz="2100" b="0">
                <a:solidFill>
                  <a:srgbClr val="102C43"/>
                </a:solidFill>
                <a:latin typeface="Arial"/>
                <a:ea typeface="Arial"/>
                <a:cs typeface="Arial"/>
              </a:rPr>
              <a:t>Both are local recorded videos. The diagnostic journey begins only after this choice.</a:t>
            </a:r>
          </a:p>
        </p:txBody>
      </p:sp>
      <p:sp>
        <p:nvSpPr>
          <p:cNvPr id="15" name="text-10">
            <a:extLst xmlns:a="http://schemas.openxmlformats.org/drawingml/2006/main">
              <a:ext uri="{FF2B5EF4-FFF2-40B4-BE49-F238E27FC236}">
                <a16:creationId xmlns:a16="http://schemas.microsoft.com/office/drawing/2014/main" id="{6A7016AF-1FB8-464D-A6BE-5119DB8D93A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1">
            <a:extLst xmlns:a="http://schemas.openxmlformats.org/drawingml/2006/main">
              <a:ext uri="{FF2B5EF4-FFF2-40B4-BE49-F238E27FC236}">
                <a16:creationId xmlns:a16="http://schemas.microsoft.com/office/drawing/2014/main" id="{A1E852CB-E145-408F-A815-EFC7F5312DE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4b96de5e5af44dd"/>
              </a:rPr>
              <a:t>Fixture annotations</a:t>
            </a:r>
          </a:p>
        </p:txBody>
      </p:sp>
      <p:sp>
        <p:nvSpPr>
          <p:cNvPr id="17" name="text-12">
            <a:extLst xmlns:a="http://schemas.openxmlformats.org/drawingml/2006/main">
              <a:ext uri="{FF2B5EF4-FFF2-40B4-BE49-F238E27FC236}">
                <a16:creationId xmlns:a16="http://schemas.microsoft.com/office/drawing/2014/main" id="{B04018DF-8EC6-40BF-B478-ACA20B15C6F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65bd6a0179b4dae"/>
              </a:rPr>
              <a:t>Fixture resources</a:t>
            </a:r>
          </a:p>
        </p:txBody>
      </p:sp>
      <p:sp>
        <p:nvSpPr>
          <p:cNvPr id="18" name="text-13">
            <a:extLst xmlns:a="http://schemas.openxmlformats.org/drawingml/2006/main">
              <a:ext uri="{FF2B5EF4-FFF2-40B4-BE49-F238E27FC236}">
                <a16:creationId xmlns:a16="http://schemas.microsoft.com/office/drawing/2014/main" id="{25F1B43D-0504-4A55-805C-1874CC4F238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613a77273f04cfb"/>
              </a:rPr>
              <a:t>Harness screen</a:t>
            </a:r>
          </a:p>
        </p:txBody>
      </p:sp>
      <p:sp>
        <p:nvSpPr>
          <p:cNvPr id="19" name="text-14">
            <a:extLst xmlns:a="http://schemas.openxmlformats.org/drawingml/2006/main">
              <a:ext uri="{FF2B5EF4-FFF2-40B4-BE49-F238E27FC236}">
                <a16:creationId xmlns:a16="http://schemas.microsoft.com/office/drawing/2014/main" id="{2CEFC83D-33E9-46B1-A856-3D6D0882F5F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1486472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922ABB4-B185-4ADE-9DEE-9D21C4A4B98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89A7E34E-492B-43CB-BC9D-03048EF60C2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2C6D6E9-9A84-4416-B361-73CAB13B7272}"/>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68A2CF0F-134F-4D6C-9AB5-81A17AD40A58}"/>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55012704-0DB2-43E5-98A1-68EF03C59464}"/>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C9C01757-E1E4-47ED-A8EC-CF805CB38A74}"/>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30575107-4DF6-4593-854A-0C856739CFF8}"/>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351C4478-3406-4067-A7E1-31816E78CDB2}"/>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E85B6A90-D5E6-4375-BE46-7993B08E6763}"/>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DD58DDDF-EDDC-4945-BC95-7513008665F9}"/>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F6205155-200C-4C2D-9950-F1532813EC5C}"/>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F0B8AFBF-6375-4E0D-8C6F-1C0C84CDF545}"/>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77DB167E-1873-4F58-B695-4B7953D569C9}"/>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BD090747-DBB5-4988-A243-7FB92DC4325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7F9B4F6B-15DD-4FBD-92DF-867052228A2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1A5C864E-A1A3-4ADD-8254-49BB5208BF2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9b1a77292084c3d"/>
              </a:rPr>
              <a:t>Mac gate</a:t>
            </a:r>
          </a:p>
        </p:txBody>
      </p:sp>
      <p:sp>
        <p:nvSpPr>
          <p:cNvPr id="17" name="text-14">
            <a:extLst xmlns:a="http://schemas.openxmlformats.org/drawingml/2006/main">
              <a:ext uri="{FF2B5EF4-FFF2-40B4-BE49-F238E27FC236}">
                <a16:creationId xmlns:a16="http://schemas.microsoft.com/office/drawing/2014/main" id="{0459B12A-7FDA-4B08-8F7B-0B25749FE3C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f6b31615d144ef0"/>
              </a:rPr>
              <a:t>Integration tests</a:t>
            </a:r>
          </a:p>
        </p:txBody>
      </p:sp>
      <p:sp>
        <p:nvSpPr>
          <p:cNvPr id="18" name="text-15">
            <a:extLst xmlns:a="http://schemas.openxmlformats.org/drawingml/2006/main">
              <a:ext uri="{FF2B5EF4-FFF2-40B4-BE49-F238E27FC236}">
                <a16:creationId xmlns:a16="http://schemas.microsoft.com/office/drawing/2014/main" id="{B5F7E5DF-02AD-43D0-A3A0-A96C6B82115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87e193a29294e52"/>
              </a:rPr>
              <a:t>App tests</a:t>
            </a:r>
          </a:p>
        </p:txBody>
      </p:sp>
      <p:sp>
        <p:nvSpPr>
          <p:cNvPr id="19" name="text-16">
            <a:extLst xmlns:a="http://schemas.openxmlformats.org/drawingml/2006/main">
              <a:ext uri="{FF2B5EF4-FFF2-40B4-BE49-F238E27FC236}">
                <a16:creationId xmlns:a16="http://schemas.microsoft.com/office/drawing/2014/main" id="{50F453F1-B379-4323-9B20-57C3D2A6CE0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946945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6CDC0F1A-3478-4658-B935-7618EEE477D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D0391E06-1ADC-4CB8-B5C5-580E929AFB2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AFD1F927-3714-4E64-B211-A340ECD6B09E}"/>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09F5E7E9-0E30-4EE5-A084-95A05E0B0F47}"/>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5245DBE6-A26F-4796-A948-139358E4FC6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AB8E6A7D-FFA5-4419-BEA8-1C4564F210BA}"/>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9A2A2B-25E1-4110-8DA0-2751E6E94E0E}"/>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D964A14-E2A4-4AEA-AC16-4E372E4EC0B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D093802C-0E0B-4594-8077-28E813CAACA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005BC0AF-E02E-480B-9659-18E348A9037B}"/>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2BD4EA-FB87-452F-8F2F-A34EA18B149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7BE67DE0-4300-48A7-9C79-F48B7307FB4C}"/>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483B15E0-8DD2-45DE-B752-3D34BEEBC59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D56E4EE4-0E0C-4BB4-A904-8567A6B2E5A0}"/>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802C7D-F2E2-4B4E-B0C1-4B06B430D0F5}"/>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E577130-9A05-4576-8FC4-A9A1CC5E484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3B9BF1B8-6C38-4D21-95DB-B15550C6B7D6}"/>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DE339F67-A362-490F-B24F-3E9F57A150D4}"/>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F607B09-839C-4457-8EDB-A7C9589C90EF}"/>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D0160F58-C330-414E-A0E6-5BFB08C0A40F}"/>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5FFDFA0A-4015-4F61-A41C-FB8F3A289D87}"/>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594C3165-A9DD-44CD-B09A-F62460BCBDA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72709783-F5D5-45B3-B230-4CEB52CA383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851DF704-8BF5-4C08-97F3-1DD7F0221CD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4864ba03414dae"/>
              </a:rPr>
              <a:t>Core package</a:t>
            </a:r>
          </a:p>
        </p:txBody>
      </p:sp>
      <p:sp>
        <p:nvSpPr>
          <p:cNvPr id="25" name="text-15">
            <a:extLst xmlns:a="http://schemas.openxmlformats.org/drawingml/2006/main">
              <a:ext uri="{FF2B5EF4-FFF2-40B4-BE49-F238E27FC236}">
                <a16:creationId xmlns:a16="http://schemas.microsoft.com/office/drawing/2014/main" id="{56B29CE4-CAA3-42E8-B376-6F2B7D35A72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0e72af4cdc349a2"/>
              </a:rPr>
              <a:t>Harness</a:t>
            </a:r>
          </a:p>
        </p:txBody>
      </p:sp>
      <p:sp>
        <p:nvSpPr>
          <p:cNvPr id="26" name="text-16">
            <a:extLst xmlns:a="http://schemas.openxmlformats.org/drawingml/2006/main">
              <a:ext uri="{FF2B5EF4-FFF2-40B4-BE49-F238E27FC236}">
                <a16:creationId xmlns:a16="http://schemas.microsoft.com/office/drawing/2014/main" id="{FB223B30-DA72-4FD9-AEF4-9FB3E711886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be06e23e38549da"/>
              </a:rPr>
              <a:t>Evaluator</a:t>
            </a:r>
          </a:p>
        </p:txBody>
      </p:sp>
      <p:sp>
        <p:nvSpPr>
          <p:cNvPr id="27" name="text-17">
            <a:extLst xmlns:a="http://schemas.openxmlformats.org/drawingml/2006/main">
              <a:ext uri="{FF2B5EF4-FFF2-40B4-BE49-F238E27FC236}">
                <a16:creationId xmlns:a16="http://schemas.microsoft.com/office/drawing/2014/main" id="{42EC3653-6F73-4957-ADE6-3C1D3231146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3955215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791A5AD7-D933-40B5-AE31-BA53C3E9E26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9AC1DA20-1D7B-44B8-A1AA-EEEDA92113E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10078A9F-1C88-492D-97D9-8FAEFACDF058}"/>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C9542BC-E7F8-42E2-A7A3-A77CBC85CD13}"/>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261C61E4-A28E-4DFA-A8C8-58CC2E6F4E8D}"/>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33D9083E-E8D4-4490-88E5-FFB8AE757F4D}"/>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581478-A20B-4C27-9DDA-7EC4925B8287}"/>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C042C13-EDCE-465B-833E-32BD4BB286B4}"/>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BFD983A6-31F6-43E4-A572-860D82F2B026}"/>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E588CD4A-C560-44F6-9CA4-DA31350788E7}"/>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9BDE60-FFA3-4CE1-A6CF-77BA6483D96C}"/>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2B5B8A7-CD4D-404D-929F-28AF541275F3}"/>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09A6E4C0-02DF-4E67-AA82-F87570D7B6E0}"/>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3D19C8B7-0FF7-439F-AA7D-3E789B15923A}"/>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9CBB99A-28AA-4903-99CC-235661362C7C}"/>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71D899D-534B-4BF5-AC65-A258C4975FA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ECD36AB0-1C86-4D60-A676-D59A8AB2F2EE}"/>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6CEF7DBD-1E33-4EC5-A7C3-96A73FE1F70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5DC12C9-D4D9-491B-A2C4-E72F4EF1B473}"/>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88AC7285-72FC-4FB6-8E99-4E5DA71AC82C}"/>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EB6D062D-6F28-4C29-9BE1-BFC1E266C55F}"/>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34C4110C-ECD9-4097-AD9E-0BEF5CD444B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EF8A9888-E70D-478E-B5C1-BBE8706D88D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24EF001F-5EBB-43BA-949D-602F84C8C7C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8f1f8523bc144a9"/>
              </a:rPr>
              <a:t>Pipeline source</a:t>
            </a:r>
          </a:p>
        </p:txBody>
      </p:sp>
      <p:sp>
        <p:nvSpPr>
          <p:cNvPr id="25" name="text-15">
            <a:extLst xmlns:a="http://schemas.openxmlformats.org/drawingml/2006/main">
              <a:ext uri="{FF2B5EF4-FFF2-40B4-BE49-F238E27FC236}">
                <a16:creationId xmlns:a16="http://schemas.microsoft.com/office/drawing/2014/main" id="{EDF23BC8-24AD-46ED-9CBC-BA98998D265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e8f74e3d1694d95"/>
              </a:rPr>
              <a:t>Recorder</a:t>
            </a:r>
          </a:p>
        </p:txBody>
      </p:sp>
      <p:sp>
        <p:nvSpPr>
          <p:cNvPr id="26" name="text-16">
            <a:extLst xmlns:a="http://schemas.openxmlformats.org/drawingml/2006/main">
              <a:ext uri="{FF2B5EF4-FFF2-40B4-BE49-F238E27FC236}">
                <a16:creationId xmlns:a16="http://schemas.microsoft.com/office/drawing/2014/main" id="{8811E5BC-798D-40AB-AC1D-9C7AC19685F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552b9d6c393441a"/>
              </a:rPr>
              <a:t>Pipeline tests</a:t>
            </a:r>
          </a:p>
        </p:txBody>
      </p:sp>
      <p:sp>
        <p:nvSpPr>
          <p:cNvPr id="27" name="text-17">
            <a:extLst xmlns:a="http://schemas.openxmlformats.org/drawingml/2006/main">
              <a:ext uri="{FF2B5EF4-FFF2-40B4-BE49-F238E27FC236}">
                <a16:creationId xmlns:a16="http://schemas.microsoft.com/office/drawing/2014/main" id="{7EBFFDD5-478F-47EC-95CB-F9BEF1E14A7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5961047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46559514-E45E-4E9E-9B25-3F44DEAFAF9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A2B51C2E-A3F8-467C-B5DC-6F4BF4DE988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956C22D2-102C-4CC6-93BD-6D6A32047D23}"/>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64E98B8-AA6E-4661-B1E1-9D87DAB17CDE}"/>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0FB2DD45-BF07-4380-A935-B738E5027447}"/>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66DEB433-03F6-4C38-98F9-0FE4B1D0912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82AFDF-7044-4ED5-B5BF-1DA5A6F783E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28DDED2-FE4D-4EAB-89D7-E5C908D3EC55}"/>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84F6B02D-FF0A-4336-A24E-6C364D7AC4AA}"/>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3FD104DE-793F-4200-BA21-DA8162FB5683}"/>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895AF2-DBC2-47EC-A7F3-56A1988B0F1A}"/>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9516EBF-39E4-4F89-A62D-0D7172E0277C}"/>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F8922D3D-E7DB-4FDD-A9BD-B8651826860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C76A7EDF-1A5F-41C1-827E-7D90136D587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59D83D0-30A4-4612-BE5A-801185802C67}"/>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0C02BE2-BDB4-40C5-BE56-B502700DA8BF}"/>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0CD32A64-C874-4E95-817A-1B0F7CCF2305}"/>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D6612018-4D79-4B4A-9C3A-771F813F863D}"/>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5A4B11-FF46-4F5B-B702-182E3B17E13A}"/>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504A94CD-A180-4C5B-9A4C-B0BDF999E798}"/>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07D2BB29-63A9-4878-ACA9-6500A4D19540}"/>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441E2D61-8ACF-429E-BF6A-4B3CF76D78D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CDBC78C9-9A03-401E-AE6F-9D7D6E90A30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EE498A60-2510-4403-BAB3-308B320237D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a5e0efc9ae24754"/>
              </a:rPr>
              <a:t>Pipeline</a:t>
            </a:r>
          </a:p>
        </p:txBody>
      </p:sp>
      <p:sp>
        <p:nvSpPr>
          <p:cNvPr id="25" name="text-15">
            <a:extLst xmlns:a="http://schemas.openxmlformats.org/drawingml/2006/main">
              <a:ext uri="{FF2B5EF4-FFF2-40B4-BE49-F238E27FC236}">
                <a16:creationId xmlns:a16="http://schemas.microsoft.com/office/drawing/2014/main" id="{FBE8AB94-7049-4534-8F65-96E7427E890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ee63c230cd644cb"/>
              </a:rPr>
              <a:t>Recorder</a:t>
            </a:r>
          </a:p>
        </p:txBody>
      </p:sp>
      <p:sp>
        <p:nvSpPr>
          <p:cNvPr id="26" name="text-16">
            <a:extLst xmlns:a="http://schemas.openxmlformats.org/drawingml/2006/main">
              <a:ext uri="{FF2B5EF4-FFF2-40B4-BE49-F238E27FC236}">
                <a16:creationId xmlns:a16="http://schemas.microsoft.com/office/drawing/2014/main" id="{46D2C4CC-11AA-4413-BDFC-EDFD17415B2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2e3ddb49cc46a2"/>
              </a:rPr>
              <a:t>Harness model</a:t>
            </a:r>
          </a:p>
        </p:txBody>
      </p:sp>
      <p:sp>
        <p:nvSpPr>
          <p:cNvPr id="27" name="text-17">
            <a:extLst xmlns:a="http://schemas.openxmlformats.org/drawingml/2006/main">
              <a:ext uri="{FF2B5EF4-FFF2-40B4-BE49-F238E27FC236}">
                <a16:creationId xmlns:a16="http://schemas.microsoft.com/office/drawing/2014/main" id="{ACB81B54-8079-421F-8E1B-1C029A5D075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335336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2026-09-21T01:55:28.8030000Z</dcterms:created>
  <dcterms:modified xsi:type="dcterms:W3CDTF">2026-09-21T01:55:28.8030000Z</dcterms:modified>
</coreProperties>
</file>