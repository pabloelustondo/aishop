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516654bae147d6" /><Relationship Type="http://schemas.openxmlformats.org/officeDocument/2006/relationships/extended-properties" Target="/docProps/app.xml" Id="R264b6980970d4728" /><Relationship Type="http://schemas.openxmlformats.org/officeDocument/2006/relationships/officeDocument" Target="/ppt/presentation.xml" Id="R31858bd03f9a4426" /></Relationships>
</file>

<file path=ppt/presentation.xml><?xml version="1.0" encoding="utf-8"?>
<p:presentation xmlns:p="http://schemas.openxmlformats.org/presentationml/2006/main">
  <p:sldMasterIdLst>
    <p:sldMasterId xmlns:r="http://schemas.openxmlformats.org/officeDocument/2006/relationships" id="2147483648" r:id="R87db3ec7400944f7"/>
  </p:sldMasterIdLst>
  <p:notesMasterIdLst>
    <p:notesMasterId xmlns:r="http://schemas.openxmlformats.org/officeDocument/2006/relationships" r:id="R5c2c682cbd494d55"/>
  </p:notesMasterIdLst>
  <p:sldIdLst>
    <p:sldId xmlns:r="http://schemas.openxmlformats.org/officeDocument/2006/relationships" id="256" r:id="R53ea4724c6414034"/>
    <p:sldId xmlns:r="http://schemas.openxmlformats.org/officeDocument/2006/relationships" id="257" r:id="Rb686cc48c21f45b8"/>
    <p:sldId xmlns:r="http://schemas.openxmlformats.org/officeDocument/2006/relationships" id="258" r:id="R519b15ebd119471f"/>
    <p:sldId xmlns:r="http://schemas.openxmlformats.org/officeDocument/2006/relationships" id="259" r:id="R8d196099996c482e"/>
    <p:sldId xmlns:r="http://schemas.openxmlformats.org/officeDocument/2006/relationships" id="260" r:id="Rdac204caaea04f82"/>
    <p:sldId xmlns:r="http://schemas.openxmlformats.org/officeDocument/2006/relationships" id="261" r:id="R18f00de46d9b4d90"/>
    <p:sldId xmlns:r="http://schemas.openxmlformats.org/officeDocument/2006/relationships" id="262" r:id="R4b4d0a947e254ec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0694bed47648d3" /><Relationship Type="http://schemas.openxmlformats.org/officeDocument/2006/relationships/slideMaster" Target="/ppt/slideMasters/slideMaster1.xml" Id="R87db3ec7400944f7" /><Relationship Type="http://schemas.openxmlformats.org/officeDocument/2006/relationships/notesMaster" Target="/ppt/notesMasters/notesMaster1.xml" Id="R5c2c682cbd494d55" /><Relationship Type="http://schemas.openxmlformats.org/officeDocument/2006/relationships/presProps" Target="/ppt/presProps.xml" Id="Ra6ce8ae9a1e545a8" /><Relationship Type="http://schemas.openxmlformats.org/officeDocument/2006/relationships/tableStyles" Target="/ppt/tableStyles.xml" Id="R91e3c6ea38164393" /><Relationship Type="http://schemas.openxmlformats.org/officeDocument/2006/relationships/slide" Target="/ppt/slides/slide1.xml" Id="R53ea4724c6414034" /><Relationship Type="http://schemas.openxmlformats.org/officeDocument/2006/relationships/slide" Target="/ppt/slides/slide2.xml" Id="Rb686cc48c21f45b8" /><Relationship Type="http://schemas.openxmlformats.org/officeDocument/2006/relationships/slide" Target="/ppt/slides/slide3.xml" Id="R519b15ebd119471f" /><Relationship Type="http://schemas.openxmlformats.org/officeDocument/2006/relationships/slide" Target="/ppt/slides/slide4.xml" Id="R8d196099996c482e" /><Relationship Type="http://schemas.openxmlformats.org/officeDocument/2006/relationships/slide" Target="/ppt/slides/slide5.xml" Id="Rdac204caaea04f82" /><Relationship Type="http://schemas.openxmlformats.org/officeDocument/2006/relationships/slide" Target="/ppt/slides/slide6.xml" Id="R18f00de46d9b4d90" /><Relationship Type="http://schemas.openxmlformats.org/officeDocument/2006/relationships/slide" Target="/ppt/slides/slide7.xml" Id="R4b4d0a947e25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1fc5e872a442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fe6c87cf794984" /><Relationship Type="http://schemas.openxmlformats.org/officeDocument/2006/relationships/notesMaster" Target="/ppt/notesMasters/notesMaster1.xml" Id="Rdc085ca3a7254f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f78b19857645ff" /><Relationship Type="http://schemas.openxmlformats.org/officeDocument/2006/relationships/notesMaster" Target="/ppt/notesMasters/notesMaster1.xml" Id="R9bfd8ab00fa343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636b177e7f4f6a" /><Relationship Type="http://schemas.openxmlformats.org/officeDocument/2006/relationships/notesMaster" Target="/ppt/notesMasters/notesMaster1.xml" Id="Re95f817dc17449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d1e2251b0c4b9c" /><Relationship Type="http://schemas.openxmlformats.org/officeDocument/2006/relationships/notesMaster" Target="/ppt/notesMasters/notesMaster1.xml" Id="R9e2e5fe618dc4b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0485ed8cca4c30" /><Relationship Type="http://schemas.openxmlformats.org/officeDocument/2006/relationships/notesMaster" Target="/ppt/notesMasters/notesMaster1.xml" Id="Rc9448720e0ed48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2fbf2978f04cdb" /><Relationship Type="http://schemas.openxmlformats.org/officeDocument/2006/relationships/notesMaster" Target="/ppt/notesMasters/notesMaster1.xml" Id="Rce155ac72cc948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34846e925c4cb5" /><Relationship Type="http://schemas.openxmlformats.org/officeDocument/2006/relationships/notesMaster" Target="/ppt/notesMasters/notesMaster1.xml" Id="Rab1dd76ac39f42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 I Shop Vision, the foundation built in Sprint One. This walkthrough is for Pablo and future maintainers who need to understand the design and check its evidence.</a:t>
            </a:r>
          </a:p>
          <a:p xmlns:a="http://schemas.openxmlformats.org/drawingml/2006/main">
            <a:r>
              <a:t/>
            </a:r>
          </a:p>
          <a:p xmlns:a="http://schemas.openxmlformats.org/drawingml/2006/main">
            <a:r>
              <a:t>Four short chapters explain the purpose and architecture, frame analysis, episodes and evidence, and verification on Mac and iPhone. Keep the clickable companion open when you want to inspect code or tests.</a:t>
            </a:r>
          </a:p>
          <a:p xmlns:a="http://schemas.openxmlformats.org/drawingml/2006/main">
            <a:r>
              <a:t/>
            </a:r>
          </a:p>
          <a:p xmlns:a="http://schemas.openxmlformats.org/drawingml/2006/main">
            <a:r>
              <a:t>We describe the September twentieth working tree based on commit ninety A five F eight B. The system analyzes prerecorded video for one banana reference. Live camera capture and general object detection remain outside this sprint. A physical iPhone demonstration and acceptance are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need is to notice when a known product may be visible, early enough to stop and inspect it. Sprint One tests that idea with a banana reference and two recorded videos.</a:t>
            </a:r>
          </a:p>
          <a:p xmlns:a="http://schemas.openxmlformats.org/drawingml/2006/main">
            <a:r>
              <a:t/>
            </a:r>
          </a:p>
          <a:p xmlns:a="http://schemas.openxmlformats.org/drawingml/2006/main">
            <a:r>
              <a:t>The important foundation is incremental processing. A result must appear while frames are still arriving. The pipeline then keeps the best evidence and summarizes the session without reading the video again.</a:t>
            </a:r>
          </a:p>
          <a:p xmlns:a="http://schemas.openxmlformats.org/drawingml/2006/main">
            <a:r>
              <a:t/>
            </a:r>
          </a:p>
          <a:p xmlns:a="http://schemas.openxmlformats.org/drawingml/2006/main">
            <a:r>
              <a:t>Possible match is deliberately provisional. A feature-print distance does not confirm a product identity. This sprint provides neither object boxes nor a live camera. Those limits keep the experiment small enough to test, and they prevent a successful fixture run from sounding like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journey has four steps. Choose banana present or no banana, then start the fixture. The harness plays local video and displays updates from the production pipeline.</a:t>
            </a:r>
          </a:p>
          <a:p xmlns:a="http://schemas.openxmlformats.org/drawingml/2006/main">
            <a:r>
              <a:t/>
            </a:r>
          </a:p>
          <a:p xmlns:a="http://schemas.openxmlformats.org/drawingml/2006/main">
            <a:r>
              <a:t>During the run, a possible match indicates an open candidate episode. The user can stop early or let the fixture finish. Either path should close an active episode and produce a session report.</a:t>
            </a:r>
          </a:p>
          <a:p xmlns:a="http://schemas.openxmlformats.org/drawingml/2006/main">
            <a:r>
              <a:t/>
            </a:r>
          </a:p>
          <a:p xmlns:a="http://schemas.openxmlformats.org/drawingml/2006/main">
            <a:r>
              <a:t>The report points to retained images and exposes frame counts and inference latency. Exporting the session log lets the Mac evaluate the phone's evidence. A stopped session is useful for lifecycle testing, but calibration requires complete fixture runs. No sign-in or server is involved in this diagnostic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Pablo,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e4a20b8b7b49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75eb064fcc4026" /><Relationship Type="http://schemas.openxmlformats.org/officeDocument/2006/relationships/slideLayout" Target="/ppt/slideLayouts/slideLayout1.xml" Id="Rae2ef0f834a446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2ef0f834a446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fc9ba204384f36" /><Relationship Type="http://schemas.openxmlformats.org/officeDocument/2006/relationships/notesSlide" Target="/ppt/notesSlides/notesSlide1.xml" Id="Ra71bfa6702a546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252ecf3c9f429d"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aecf1cec57f4f82" /><Relationship Type="http://schemas.openxmlformats.org/officeDocument/2006/relationships/notesSlide" Target="/ppt/notesSlides/notesSlide2.xml" Id="R1c7b5a92ff4543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72237fd2c64e0b" /><Relationship Type="http://schemas.openxmlformats.org/officeDocument/2006/relationships/hyperlink" Target="file:///Users/paboelustodo/Library/CloudStorage/GoogleDrive-pablo.elustondo@gmail.com/My%20Drive%202/1-GIT-PROJECTS/aishop/ios/AIShop/AIShop/Diagnostics/VisionDiagnosticHarness.swift" TargetMode="External" Id="R9d81edd33b484d16" /><Relationship Type="http://schemas.openxmlformats.org/officeDocument/2006/relationships/hyperlink" Target="file:///Users/paboelustodo/Library/CloudStorage/GoogleDrive-pablo.elustondo@gmail.com/My%20Drive%202/1-GIT-PROJECTS/aishop/ios/AIShop/AIShop/Diagnostics/VisionHarnessModel.swift" TargetMode="External" Id="R73974d4f77bc4efe" /><Relationship Type="http://schemas.openxmlformats.org/officeDocument/2006/relationships/notesSlide" Target="/ppt/notesSlides/notesSlide3.xml" Id="Re00eb90b51a347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14cea7fb2c4292" /><Relationship Type="http://schemas.openxmlformats.org/officeDocument/2006/relationships/hyperlink" Target="file:///Users/paboelustodo/Library/CloudStorage/GoogleDrive-pablo.elustondo@gmail.com/My%20Drive%202/1-GIT-PROJECTS/aishop/e2e/ios/run.zsh" TargetMode="External" Id="R286ddd49c18b4e4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3dcf2ab6bd24c78" /><Relationship Type="http://schemas.openxmlformats.org/officeDocument/2006/relationships/hyperlink" Target="file:///Users/paboelustodo/Library/CloudStorage/GoogleDrive-pablo.elustondo@gmail.com/My%20Drive%202/1-GIT-PROJECTS/aishop/ios/AIShop/AIShopTests/" TargetMode="External" Id="Rfbdcabeecdc74585" /><Relationship Type="http://schemas.openxmlformats.org/officeDocument/2006/relationships/notesSlide" Target="/ppt/notesSlides/notesSlide4.xml" Id="Rc022fb6af1294a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6812807c664584" /><Relationship Type="http://schemas.openxmlformats.org/officeDocument/2006/relationships/hyperlink" Target="file:///Users/paboelustodo/Library/CloudStorage/GoogleDrive-pablo.elustondo@gmail.com/My%20Drive%202/1-GIT-PROJECTS/aishop/ios/AIShop/AIShopVision/Sources/AIShopVision/" TargetMode="External" Id="R2bfd2913ea874c44" /><Relationship Type="http://schemas.openxmlformats.org/officeDocument/2006/relationships/hyperlink" Target="file:///Users/paboelustodo/Library/CloudStorage/GoogleDrive-pablo.elustondo@gmail.com/My%20Drive%202/1-GIT-PROJECTS/aishop/ios/AIShop/AIShop/Diagnostics/" TargetMode="External" Id="R652c8ed9a9ed46de" /><Relationship Type="http://schemas.openxmlformats.org/officeDocument/2006/relationships/hyperlink" Target="file:///Users/paboelustodo/Library/CloudStorage/GoogleDrive-pablo.elustondo@gmail.com/My%20Drive%202/1-GIT-PROJECTS/aishop/ios/AIShop/AIShopVision/Sources/AIShopVisionEvaluation/" TargetMode="External" Id="R55647340d6b64731" /><Relationship Type="http://schemas.openxmlformats.org/officeDocument/2006/relationships/notesSlide" Target="/ppt/notesSlides/notesSlide5.xml" Id="R420afe1afc1e4c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bf5ee930e84eb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faacad19a284868"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abd77889ab2e4dfa"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b5d43b039454004" /><Relationship Type="http://schemas.openxmlformats.org/officeDocument/2006/relationships/notesSlide" Target="/ppt/notesSlides/notesSlide6.xml" Id="R9cbbd4b2ad454f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daa135506149fd"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17165a52c154425"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c9fcee990c84b95" /><Relationship Type="http://schemas.openxmlformats.org/officeDocument/2006/relationships/hyperlink" Target="file:///Users/paboelustodo/Library/CloudStorage/GoogleDrive-pablo.elustondo@gmail.com/My%20Drive%202/1-GIT-PROJECTS/aishop/ios/AIShop/AIShop/Diagnostics/VisionHarnessModel.swift" TargetMode="External" Id="Rd39abccca4a44152" /><Relationship Type="http://schemas.openxmlformats.org/officeDocument/2006/relationships/notesSlide" Target="/ppt/notesSlides/notesSlide7.xml" Id="R6ff122b9b6694148"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879A010-6AB5-4D5D-8F9C-DD428BA7FC55}"/>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7231B39E-6D6C-4D49-99A0-8888F0B6CAFC}"/>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Streaming video</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candidate recognition</a:t>
            </a:r>
          </a:p>
        </p:txBody>
      </p:sp>
      <p:sp>
        <p:nvSpPr>
          <p:cNvPr id="3" name="text-2">
            <a:extLst xmlns:a="http://schemas.openxmlformats.org/drawingml/2006/main">
              <a:ext uri="{FF2B5EF4-FFF2-40B4-BE49-F238E27FC236}">
                <a16:creationId xmlns:a16="http://schemas.microsoft.com/office/drawing/2014/main" id="{74F0789B-AAF4-4099-9AF0-E3DF3454F3BC}"/>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51AE3C68-9FD7-45A5-B206-9FFBA92D3270}"/>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04 / working tree / 20 September 2026</a:t>
            </a:r>
          </a:p>
        </p:txBody>
      </p:sp>
    </p:spTree>
    <p:extLst>
      <p:ext uri="{BB962C8B-B14F-4D97-AF65-F5344CB8AC3E}">
        <p14:creationId xmlns:p14="http://schemas.microsoft.com/office/powerpoint/2010/main" val="8709476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7CA41EC-D0D0-4D59-BE4A-C08AF0C267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BF174082-20C6-4018-81C9-C50F452A4C3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52C9EB23-8467-4141-9E5E-5708BE2CBAD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D230F8CD-4BB7-4FE2-8A5D-A1AC96148F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87C3D64F-21F6-4E0A-ACD4-FEC60CB5BBC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874EA12-7992-4427-B90D-F5036B0F664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1A219060-0A52-4CDE-B817-A07B86822A0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93C47658-404F-4EDF-9F9F-E3FF809502A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0F82B32-3706-4007-8F4A-3EAF321B3EC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880B9AC1-E36B-4274-9B62-AD5E7BE1573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0E85F19F-8CC5-4427-9859-66E903DFCC1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423AFBF-70CF-409E-93D6-23552A13987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8E52E4CD-7F95-43C3-ADDE-18799D7AAFE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banana reference. Prerecorded video. Entirely local.</a:t>
            </a:r>
          </a:p>
        </p:txBody>
      </p:sp>
      <p:sp>
        <p:nvSpPr>
          <p:cNvPr id="14" name="text-10">
            <a:extLst xmlns:a="http://schemas.openxmlformats.org/drawingml/2006/main">
              <a:ext uri="{FF2B5EF4-FFF2-40B4-BE49-F238E27FC236}">
                <a16:creationId xmlns:a16="http://schemas.microsoft.com/office/drawing/2014/main" id="{ABC713B8-28AC-47F2-ADE0-620A07FE42F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1255883-7866-4050-A996-49A3375D9A0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ecf1cec57f4f82"/>
              </a:rPr>
              <a:t>Pipeline</a:t>
            </a:r>
          </a:p>
        </p:txBody>
      </p:sp>
      <p:sp>
        <p:nvSpPr>
          <p:cNvPr id="16" name="text-12">
            <a:extLst xmlns:a="http://schemas.openxmlformats.org/drawingml/2006/main">
              <a:ext uri="{FF2B5EF4-FFF2-40B4-BE49-F238E27FC236}">
                <a16:creationId xmlns:a16="http://schemas.microsoft.com/office/drawing/2014/main" id="{8D9D9BE9-425F-456E-B8AF-9BE45B5471E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20122458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8CC08B94-DCE6-4CCF-AE31-E9B2EA17617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use cases</a:t>
            </a:r>
          </a:p>
        </p:txBody>
      </p:sp>
      <p:sp>
        <p:nvSpPr>
          <p:cNvPr id="2" name="text-1">
            <a:extLst xmlns:a="http://schemas.openxmlformats.org/drawingml/2006/main">
              <a:ext uri="{FF2B5EF4-FFF2-40B4-BE49-F238E27FC236}">
                <a16:creationId xmlns:a16="http://schemas.microsoft.com/office/drawing/2014/main" id="{2ACF4079-B588-4026-A8EC-B308E947FED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offline diagnostic journey</a:t>
            </a:r>
          </a:p>
        </p:txBody>
      </p:sp>
      <p:sp>
        <p:nvSpPr>
          <p:cNvPr id="3" name="">
            <a:extLst xmlns:a="http://schemas.openxmlformats.org/drawingml/2006/main">
              <a:ext uri="{FF2B5EF4-FFF2-40B4-BE49-F238E27FC236}">
                <a16:creationId xmlns:a16="http://schemas.microsoft.com/office/drawing/2014/main" id="{086D7C0E-1F83-46CD-9BBC-061AE397C8AE}"/>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F1771FD-CF34-478B-817B-6AD8EAC74CD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 local fixture</a:t>
            </a:r>
          </a:p>
        </p:txBody>
      </p:sp>
      <p:sp>
        <p:nvSpPr>
          <p:cNvPr id="5" name="text-3">
            <a:extLst xmlns:a="http://schemas.openxmlformats.org/drawingml/2006/main">
              <a:ext uri="{FF2B5EF4-FFF2-40B4-BE49-F238E27FC236}">
                <a16:creationId xmlns:a16="http://schemas.microsoft.com/office/drawing/2014/main" id="{141E07DD-29D9-452A-995C-07832C4F6DF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Banana present or no banana</a:t>
            </a:r>
          </a:p>
        </p:txBody>
      </p:sp>
      <p:sp>
        <p:nvSpPr>
          <p:cNvPr id="6" name="">
            <a:extLst xmlns:a="http://schemas.openxmlformats.org/drawingml/2006/main">
              <a:ext uri="{FF2B5EF4-FFF2-40B4-BE49-F238E27FC236}">
                <a16:creationId xmlns:a16="http://schemas.microsoft.com/office/drawing/2014/main" id="{112E1F31-8C46-49D5-9310-880FA3921AA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7A4ADA-31A5-4B32-9DAC-A8F6D2187B98}"/>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4A3DE77-F612-4F4B-B5DB-94C87F0BFD5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Observe incoming evidence</a:t>
            </a:r>
          </a:p>
        </p:txBody>
      </p:sp>
      <p:sp>
        <p:nvSpPr>
          <p:cNvPr id="9" name="text-5">
            <a:extLst xmlns:a="http://schemas.openxmlformats.org/drawingml/2006/main">
              <a:ext uri="{FF2B5EF4-FFF2-40B4-BE49-F238E27FC236}">
                <a16:creationId xmlns:a16="http://schemas.microsoft.com/office/drawing/2014/main" id="{5FA140DD-9EB4-41C2-9EC1-CF39915D5412}"/>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Playback, scores, and possible match</a:t>
            </a:r>
          </a:p>
        </p:txBody>
      </p:sp>
      <p:sp>
        <p:nvSpPr>
          <p:cNvPr id="10" name="">
            <a:extLst xmlns:a="http://schemas.openxmlformats.org/drawingml/2006/main">
              <a:ext uri="{FF2B5EF4-FFF2-40B4-BE49-F238E27FC236}">
                <a16:creationId xmlns:a16="http://schemas.microsoft.com/office/drawing/2014/main" id="{CFC42FF6-1FDE-4756-8156-C21585EAC8A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228DCE-D3AA-4DE4-8689-B6A806E8D822}"/>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400705F-7C99-4DDA-AC9F-FD3328E7320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Stop or reach the end</a:t>
            </a:r>
          </a:p>
        </p:txBody>
      </p:sp>
      <p:sp>
        <p:nvSpPr>
          <p:cNvPr id="13" name="text-7">
            <a:extLst xmlns:a="http://schemas.openxmlformats.org/drawingml/2006/main">
              <a:ext uri="{FF2B5EF4-FFF2-40B4-BE49-F238E27FC236}">
                <a16:creationId xmlns:a16="http://schemas.microsoft.com/office/drawing/2014/main" id="{9EAC767A-72CA-49D7-9A78-DD522BC2E221}"/>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Close any open episode and inspect the report</a:t>
            </a:r>
          </a:p>
        </p:txBody>
      </p:sp>
      <p:sp>
        <p:nvSpPr>
          <p:cNvPr id="14" name="">
            <a:extLst xmlns:a="http://schemas.openxmlformats.org/drawingml/2006/main">
              <a:ext uri="{FF2B5EF4-FFF2-40B4-BE49-F238E27FC236}">
                <a16:creationId xmlns:a16="http://schemas.microsoft.com/office/drawing/2014/main" id="{409D6647-B6AE-4A8D-8902-2CACEEAA33B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196D46-71F4-41E4-8D10-3C25A19DF96B}"/>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807B776-9387-481F-805B-304CE99BEDB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Export and compare</a:t>
            </a:r>
          </a:p>
        </p:txBody>
      </p:sp>
      <p:sp>
        <p:nvSpPr>
          <p:cNvPr id="17" name="text-9">
            <a:extLst xmlns:a="http://schemas.openxmlformats.org/drawingml/2006/main">
              <a:ext uri="{FF2B5EF4-FFF2-40B4-BE49-F238E27FC236}">
                <a16:creationId xmlns:a16="http://schemas.microsoft.com/office/drawing/2014/main" id="{11737CD4-6644-430B-8F15-97045F12133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the phone log for comparison on the Mac</a:t>
            </a:r>
          </a:p>
        </p:txBody>
      </p:sp>
      <p:sp>
        <p:nvSpPr>
          <p:cNvPr id="18" name="text-10">
            <a:extLst xmlns:a="http://schemas.openxmlformats.org/drawingml/2006/main">
              <a:ext uri="{FF2B5EF4-FFF2-40B4-BE49-F238E27FC236}">
                <a16:creationId xmlns:a16="http://schemas.microsoft.com/office/drawing/2014/main" id="{745C4F5C-8105-4018-95DD-1902827C606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user sees evidence while analysis is running.</a:t>
            </a:r>
          </a:p>
        </p:txBody>
      </p:sp>
      <p:sp>
        <p:nvSpPr>
          <p:cNvPr id="19" name="text-11">
            <a:extLst xmlns:a="http://schemas.openxmlformats.org/drawingml/2006/main">
              <a:ext uri="{FF2B5EF4-FFF2-40B4-BE49-F238E27FC236}">
                <a16:creationId xmlns:a16="http://schemas.microsoft.com/office/drawing/2014/main" id="{9D08B3B3-C435-46DC-BC90-EFDD959381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665C0CC8-0CA4-44BD-A429-272D96E96E6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d81edd33b484d16"/>
              </a:rPr>
              <a:t>Harness screen</a:t>
            </a:r>
          </a:p>
        </p:txBody>
      </p:sp>
      <p:sp>
        <p:nvSpPr>
          <p:cNvPr id="21" name="text-13">
            <a:extLst xmlns:a="http://schemas.openxmlformats.org/drawingml/2006/main">
              <a:ext uri="{FF2B5EF4-FFF2-40B4-BE49-F238E27FC236}">
                <a16:creationId xmlns:a16="http://schemas.microsoft.com/office/drawing/2014/main" id="{E8783CFB-6373-46DB-B62B-CD536AD9DC1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974d4f77bc4efe"/>
              </a:rPr>
              <a:t>Harness model</a:t>
            </a:r>
          </a:p>
        </p:txBody>
      </p:sp>
      <p:sp>
        <p:nvSpPr>
          <p:cNvPr id="22" name="text-14">
            <a:extLst xmlns:a="http://schemas.openxmlformats.org/drawingml/2006/main">
              <a:ext uri="{FF2B5EF4-FFF2-40B4-BE49-F238E27FC236}">
                <a16:creationId xmlns:a16="http://schemas.microsoft.com/office/drawing/2014/main" id="{99299572-0632-4732-AE45-E640AB0F039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730334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9C140DA-63A4-4786-B0C6-47D6C217FA2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CC605417-86A4-463A-8566-BFEE8E81D8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C92DE62-93A7-4B23-8577-333C675B116E}"/>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0233E975-CA83-4365-976E-81408EE5A852}"/>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C4C033BE-0D5C-4D24-A1CC-A574BF4E7887}"/>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C421FDD7-6DB8-4C6E-934C-757B6FDA11A0}"/>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F798575-858B-4B75-8E85-F7A9866289AF}"/>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520B00C0-1096-470A-A6F4-82E1C52D728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A93F74BA-1F98-46C6-85B6-038F3F6A259F}"/>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14478DB-4296-4C2F-94F4-344D7D34A365}"/>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6CABD053-94EB-402F-B120-82BE5E4D7EE8}"/>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502064DC-6232-482E-86D5-6736CABC4239}"/>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8437CA0F-30FF-428C-BE7C-6808E4920048}"/>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D0C9A97F-FC9B-471D-9905-17B094E111D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AE87BF9-6963-4C5A-9065-25DFC121E06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3190C9C0-A194-4892-B4FE-949B918A9C6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6ddd49c18b4e49"/>
              </a:rPr>
              <a:t>Mac gate</a:t>
            </a:r>
          </a:p>
        </p:txBody>
      </p:sp>
      <p:sp>
        <p:nvSpPr>
          <p:cNvPr id="17" name="text-14">
            <a:extLst xmlns:a="http://schemas.openxmlformats.org/drawingml/2006/main">
              <a:ext uri="{FF2B5EF4-FFF2-40B4-BE49-F238E27FC236}">
                <a16:creationId xmlns:a16="http://schemas.microsoft.com/office/drawing/2014/main" id="{5A4130E9-A5DB-4B04-A9D3-2D1CD86147E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3dcf2ab6bd24c78"/>
              </a:rPr>
              <a:t>Integration tests</a:t>
            </a:r>
          </a:p>
        </p:txBody>
      </p:sp>
      <p:sp>
        <p:nvSpPr>
          <p:cNvPr id="18" name="text-15">
            <a:extLst xmlns:a="http://schemas.openxmlformats.org/drawingml/2006/main">
              <a:ext uri="{FF2B5EF4-FFF2-40B4-BE49-F238E27FC236}">
                <a16:creationId xmlns:a16="http://schemas.microsoft.com/office/drawing/2014/main" id="{6B026733-7825-4738-B939-8148FE24229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dcabeecdc74585"/>
              </a:rPr>
              <a:t>App tests</a:t>
            </a:r>
          </a:p>
        </p:txBody>
      </p:sp>
      <p:sp>
        <p:nvSpPr>
          <p:cNvPr id="19" name="text-16">
            <a:extLst xmlns:a="http://schemas.openxmlformats.org/drawingml/2006/main">
              <a:ext uri="{FF2B5EF4-FFF2-40B4-BE49-F238E27FC236}">
                <a16:creationId xmlns:a16="http://schemas.microsoft.com/office/drawing/2014/main" id="{7D81A368-827A-4655-A643-085388E9DE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0509175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B8D4FA35-4031-4715-BFA9-D0FD9CE5AF3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F789132-777F-4972-8D0D-AE0B0CDEF4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1609224D-DE7F-4B01-B1A1-F31626A13CB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4975711-468D-4C4A-86B7-F45F5B30DF90}"/>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A95FE36D-E63E-4C93-8EEB-346225835891}"/>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2241D875-9156-4ED6-B55B-586CD6FBA15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AF4471-0788-4D02-965E-332A29161DD6}"/>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7273CE78-DDD1-445A-8A13-BB02E49B063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F36F184E-7A01-42AB-AE8F-FBBBA3678361}"/>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2F4DD848-F982-4CA3-80CF-44683B4EEA0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5A4D3C-B318-4858-B3A0-FF298C36A780}"/>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7186954-D643-40D9-8044-78B023132EE0}"/>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FC0144DE-A2A5-4658-BFAE-CB0C654B80E5}"/>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CE0D9D3D-0849-42CF-815C-AE859DA889DD}"/>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3E87DC-D274-4ADB-899C-9762B45F4A70}"/>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3D63069-21FA-4522-B238-731E5237825F}"/>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F77FC118-1A9F-4661-A78E-269404B7092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B8156569-34A3-488B-A86A-681C24554C64}"/>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C6A1F11-D3C3-4ABB-A888-255164251D7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62EEFE34-1B9F-4AE9-9AF5-20F42186F67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FD855190-E7B6-4720-B167-71035D12454E}"/>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4A13A903-CAD0-493F-9F75-EC61177EC11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151EA20-A6AB-4AE2-B8D6-C3ACD0C646E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6EBF7FE-9CAA-4B05-AFC3-862199005B5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bfd2913ea874c44"/>
              </a:rPr>
              <a:t>Core package</a:t>
            </a:r>
          </a:p>
        </p:txBody>
      </p:sp>
      <p:sp>
        <p:nvSpPr>
          <p:cNvPr id="25" name="text-15">
            <a:extLst xmlns:a="http://schemas.openxmlformats.org/drawingml/2006/main">
              <a:ext uri="{FF2B5EF4-FFF2-40B4-BE49-F238E27FC236}">
                <a16:creationId xmlns:a16="http://schemas.microsoft.com/office/drawing/2014/main" id="{43B2EBBF-2E7F-42CF-951F-77799C02ED7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2c8ed9a9ed46de"/>
              </a:rPr>
              <a:t>Harness</a:t>
            </a:r>
          </a:p>
        </p:txBody>
      </p:sp>
      <p:sp>
        <p:nvSpPr>
          <p:cNvPr id="26" name="text-16">
            <a:extLst xmlns:a="http://schemas.openxmlformats.org/drawingml/2006/main">
              <a:ext uri="{FF2B5EF4-FFF2-40B4-BE49-F238E27FC236}">
                <a16:creationId xmlns:a16="http://schemas.microsoft.com/office/drawing/2014/main" id="{5097CF27-A7F4-4FC2-84F9-B4E40FB20A9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647340d6b64731"/>
              </a:rPr>
              <a:t>Evaluator</a:t>
            </a:r>
          </a:p>
        </p:txBody>
      </p:sp>
      <p:sp>
        <p:nvSpPr>
          <p:cNvPr id="27" name="text-17">
            <a:extLst xmlns:a="http://schemas.openxmlformats.org/drawingml/2006/main">
              <a:ext uri="{FF2B5EF4-FFF2-40B4-BE49-F238E27FC236}">
                <a16:creationId xmlns:a16="http://schemas.microsoft.com/office/drawing/2014/main" id="{C6560276-D66D-4047-910F-1303A67F7C2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5727299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6C40CA52-D2F8-468C-9A3F-130988C6247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17832D48-BBA6-4509-AC33-809B26E2F0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A58763A-C614-4528-B1F6-B1FCD41DB619}"/>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65FFF53-32AB-4B66-A968-400A1311C799}"/>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5A4E71A0-C296-4680-9BC4-F3AD8EB6B0B3}"/>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FFFBCC9B-7470-485F-8C1A-77D3244406B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E44F6C-7583-4843-85DC-A23E5ECC920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08EFBC1-3E04-40C4-A9D6-A0E25DE1DDFE}"/>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9F965156-7A8F-4250-BB8C-A57E3B00176C}"/>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C9D92B50-FEC2-4341-B579-F54D54B9E6FC}"/>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582E3A-144E-4B39-84C9-46A43E1DE42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AE99F8B-7F45-4B8E-893E-78C37C34D9E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5DE64295-8CE6-4A91-B44F-3727F01C851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E4EA461A-2265-41DA-8CAE-D1E273DE835C}"/>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5AFB1F-3613-428A-A459-051CAE8168BD}"/>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21EBA3A-1BCC-4A3B-B370-05FA5745E572}"/>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6375D7C4-2902-40FB-8923-AFEAF6411D21}"/>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3C9609C9-5D22-4F26-A919-01A3165A42D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6B041A-B330-4372-BAD7-ACB8CD685A97}"/>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7C28C5E0-6EBC-41D9-9139-DE159F5FD5E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1CCBDB41-54D6-44F0-9063-13E56798853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21BEFC9C-D6CD-497D-8C7E-942DE6FCA6B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43C83C7B-DF02-489C-A75D-E43D2A643CB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D2372481-FA66-4D57-BAD3-71524A7CB0A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aacad19a284868"/>
              </a:rPr>
              <a:t>Pipeline source</a:t>
            </a:r>
          </a:p>
        </p:txBody>
      </p:sp>
      <p:sp>
        <p:nvSpPr>
          <p:cNvPr id="25" name="text-15">
            <a:extLst xmlns:a="http://schemas.openxmlformats.org/drawingml/2006/main">
              <a:ext uri="{FF2B5EF4-FFF2-40B4-BE49-F238E27FC236}">
                <a16:creationId xmlns:a16="http://schemas.microsoft.com/office/drawing/2014/main" id="{B77A97C5-6DC2-4133-B12D-EAF1AB5FC9B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d77889ab2e4dfa"/>
              </a:rPr>
              <a:t>Recorder</a:t>
            </a:r>
          </a:p>
        </p:txBody>
      </p:sp>
      <p:sp>
        <p:nvSpPr>
          <p:cNvPr id="26" name="text-16">
            <a:extLst xmlns:a="http://schemas.openxmlformats.org/drawingml/2006/main">
              <a:ext uri="{FF2B5EF4-FFF2-40B4-BE49-F238E27FC236}">
                <a16:creationId xmlns:a16="http://schemas.microsoft.com/office/drawing/2014/main" id="{2CFCB48F-0920-4489-98EB-A0022B82E00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5d43b039454004"/>
              </a:rPr>
              <a:t>Pipeline tests</a:t>
            </a:r>
          </a:p>
        </p:txBody>
      </p:sp>
      <p:sp>
        <p:nvSpPr>
          <p:cNvPr id="27" name="text-17">
            <a:extLst xmlns:a="http://schemas.openxmlformats.org/drawingml/2006/main">
              <a:ext uri="{FF2B5EF4-FFF2-40B4-BE49-F238E27FC236}">
                <a16:creationId xmlns:a16="http://schemas.microsoft.com/office/drawing/2014/main" id="{B0F5CF2F-6025-4E00-8541-6347FFEFC69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034029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54A0224-7B89-4FCD-B822-BE6079E5866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CF538A95-6DF0-424E-9909-A8A98180F6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7C044FE6-F688-44B2-9902-5FDDFF99CCB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8CDC258-362C-45BB-9B65-831F2832B270}"/>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A9668502-CC11-4545-BB6C-CEB646D43C6C}"/>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9FF85DB2-3AF3-4A38-87A5-28618B0610F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B1EEA4-E0A6-47AF-8CCF-B70FC5A9D46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4183DDF-63A4-4269-84F7-6852ED5FFC2F}"/>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87667753-6A1A-432D-8FE7-2F9753FF513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6C8E6C9-4757-4A7E-8EC4-37CF8AF7B40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500F51-4323-4CFC-B82C-CC13B2AD79EF}"/>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ED78F833-8B7B-4C20-A656-EAE410791D8E}"/>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D56C7421-EC15-4B73-AA09-43DEF92B22D2}"/>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13A6613-C869-4BB7-8DE5-382118E37C4B}"/>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4319DB-4D1B-4D6A-8908-43F4F484252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91F68FE7-E7AE-4607-80EE-DF92C73BAFB7}"/>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4446F3F1-F0F8-4156-8CF2-61D6FB92ABF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F5B3405D-1A24-4E9B-9D8C-39206F0CE16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9B64B2-F2F9-4A3E-97B9-7B12C9FA97B5}"/>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9428E13-DC14-4CA4-AA90-FC1F6CDC051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E5D02C74-5569-47A2-A56D-C68E7CACCAB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A02DBFDF-D1DF-4B6D-A72C-D26C5060609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B72631E7-F82D-432B-8D62-1F00008D6CE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AE99E6B1-93C1-4CC7-8228-516548CB6DC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7165a52c154425"/>
              </a:rPr>
              <a:t>Pipeline</a:t>
            </a:r>
          </a:p>
        </p:txBody>
      </p:sp>
      <p:sp>
        <p:nvSpPr>
          <p:cNvPr id="25" name="text-15">
            <a:extLst xmlns:a="http://schemas.openxmlformats.org/drawingml/2006/main">
              <a:ext uri="{FF2B5EF4-FFF2-40B4-BE49-F238E27FC236}">
                <a16:creationId xmlns:a16="http://schemas.microsoft.com/office/drawing/2014/main" id="{8379BFBB-C36F-41F0-8C4B-4689C349B93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9fcee990c84b95"/>
              </a:rPr>
              <a:t>Recorder</a:t>
            </a:r>
          </a:p>
        </p:txBody>
      </p:sp>
      <p:sp>
        <p:nvSpPr>
          <p:cNvPr id="26" name="text-16">
            <a:extLst xmlns:a="http://schemas.openxmlformats.org/drawingml/2006/main">
              <a:ext uri="{FF2B5EF4-FFF2-40B4-BE49-F238E27FC236}">
                <a16:creationId xmlns:a16="http://schemas.microsoft.com/office/drawing/2014/main" id="{AADB76F0-930B-4F75-811E-CD9D0C17F5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39abccca4a44152"/>
              </a:rPr>
              <a:t>Harness model</a:t>
            </a:r>
          </a:p>
        </p:txBody>
      </p:sp>
      <p:sp>
        <p:nvSpPr>
          <p:cNvPr id="27" name="text-17">
            <a:extLst xmlns:a="http://schemas.openxmlformats.org/drawingml/2006/main">
              <a:ext uri="{FF2B5EF4-FFF2-40B4-BE49-F238E27FC236}">
                <a16:creationId xmlns:a16="http://schemas.microsoft.com/office/drawing/2014/main" id="{E06BBA31-6A55-4E18-9C5B-94CA8AC066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5539046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2026-09-20T23:12:24.7440000Z</dcterms:created>
  <dcterms:modified xsi:type="dcterms:W3CDTF">2026-09-20T23:12:24.7440000Z</dcterms:modified>
</coreProperties>
</file>