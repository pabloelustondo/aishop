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950f10ed9b48e4" /><Relationship Type="http://schemas.openxmlformats.org/officeDocument/2006/relationships/extended-properties" Target="/docProps/app.xml" Id="R2a8caf74f88f40dd" /><Relationship Type="http://schemas.openxmlformats.org/officeDocument/2006/relationships/officeDocument" Target="/ppt/presentation.xml" Id="Rbaf9a5dcaee24f0a" /></Relationships>
</file>

<file path=ppt/presentation.xml><?xml version="1.0" encoding="utf-8"?>
<p:presentation xmlns:p="http://schemas.openxmlformats.org/presentationml/2006/main">
  <p:sldMasterIdLst>
    <p:sldMasterId xmlns:r="http://schemas.openxmlformats.org/officeDocument/2006/relationships" id="2147483648" r:id="Refd82fa5bdaa4e4b"/>
  </p:sldMasterIdLst>
  <p:notesMasterIdLst>
    <p:notesMasterId xmlns:r="http://schemas.openxmlformats.org/officeDocument/2006/relationships" r:id="R205d4d261bee4f6c"/>
  </p:notesMasterIdLst>
  <p:sldIdLst>
    <p:sldId xmlns:r="http://schemas.openxmlformats.org/officeDocument/2006/relationships" id="256" r:id="Rfcf53c5cf7dd478b"/>
    <p:sldId xmlns:r="http://schemas.openxmlformats.org/officeDocument/2006/relationships" id="257" r:id="Rf90dc226099f4d16"/>
    <p:sldId xmlns:r="http://schemas.openxmlformats.org/officeDocument/2006/relationships" id="258" r:id="R59c6a63da00a427f"/>
    <p:sldId xmlns:r="http://schemas.openxmlformats.org/officeDocument/2006/relationships" id="259" r:id="Rf0c40516adac4a8c"/>
    <p:sldId xmlns:r="http://schemas.openxmlformats.org/officeDocument/2006/relationships" id="260" r:id="Ra3a62aaef2664d6e"/>
    <p:sldId xmlns:r="http://schemas.openxmlformats.org/officeDocument/2006/relationships" id="261" r:id="R1fa5f41c4fb64d88"/>
    <p:sldId xmlns:r="http://schemas.openxmlformats.org/officeDocument/2006/relationships" id="262" r:id="R048b1ee49af748d1"/>
    <p:sldId xmlns:r="http://schemas.openxmlformats.org/officeDocument/2006/relationships" id="263" r:id="R85fb2301b3964fe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5e1ed800c94e3b" /><Relationship Type="http://schemas.openxmlformats.org/officeDocument/2006/relationships/slideMaster" Target="/ppt/slideMasters/slideMaster1.xml" Id="Refd82fa5bdaa4e4b" /><Relationship Type="http://schemas.openxmlformats.org/officeDocument/2006/relationships/notesMaster" Target="/ppt/notesMasters/notesMaster1.xml" Id="R205d4d261bee4f6c" /><Relationship Type="http://schemas.openxmlformats.org/officeDocument/2006/relationships/presProps" Target="/ppt/presProps.xml" Id="R9534ab228b3d4693" /><Relationship Type="http://schemas.openxmlformats.org/officeDocument/2006/relationships/tableStyles" Target="/ppt/tableStyles.xml" Id="Reb598747744e4891" /><Relationship Type="http://schemas.openxmlformats.org/officeDocument/2006/relationships/slide" Target="/ppt/slides/slide1.xml" Id="Rfcf53c5cf7dd478b" /><Relationship Type="http://schemas.openxmlformats.org/officeDocument/2006/relationships/slide" Target="/ppt/slides/slide2.xml" Id="Rf90dc226099f4d16" /><Relationship Type="http://schemas.openxmlformats.org/officeDocument/2006/relationships/slide" Target="/ppt/slides/slide3.xml" Id="R59c6a63da00a427f" /><Relationship Type="http://schemas.openxmlformats.org/officeDocument/2006/relationships/slide" Target="/ppt/slides/slide4.xml" Id="Rf0c40516adac4a8c" /><Relationship Type="http://schemas.openxmlformats.org/officeDocument/2006/relationships/slide" Target="/ppt/slides/slide5.xml" Id="Ra3a62aaef2664d6e" /><Relationship Type="http://schemas.openxmlformats.org/officeDocument/2006/relationships/slide" Target="/ppt/slides/slide6.xml" Id="R1fa5f41c4fb64d88" /><Relationship Type="http://schemas.openxmlformats.org/officeDocument/2006/relationships/slide" Target="/ppt/slides/slide7.xml" Id="R048b1ee49af748d1" /><Relationship Type="http://schemas.openxmlformats.org/officeDocument/2006/relationships/slide" Target="/ppt/slides/slide8.xml" Id="R85fb2301b3964f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58fbfd19be42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7c394fd5764e79" /><Relationship Type="http://schemas.openxmlformats.org/officeDocument/2006/relationships/notesMaster" Target="/ppt/notesMasters/notesMaster1.xml" Id="Ra6a51d8106fe43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42ab8c18e74d94" /><Relationship Type="http://schemas.openxmlformats.org/officeDocument/2006/relationships/notesMaster" Target="/ppt/notesMasters/notesMaster1.xml" Id="Reb449eb3e7a747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306ef3678d4a88" /><Relationship Type="http://schemas.openxmlformats.org/officeDocument/2006/relationships/notesMaster" Target="/ppt/notesMasters/notesMaster1.xml" Id="R1d9ab5d33e47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ec6c8addc94f11" /><Relationship Type="http://schemas.openxmlformats.org/officeDocument/2006/relationships/notesMaster" Target="/ppt/notesMasters/notesMaster1.xml" Id="Raa44c3c2f35746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7f4a9c1fd74b98" /><Relationship Type="http://schemas.openxmlformats.org/officeDocument/2006/relationships/notesMaster" Target="/ppt/notesMasters/notesMaster1.xml" Id="Rc2b2230ab97249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e9aa3f5b17451c" /><Relationship Type="http://schemas.openxmlformats.org/officeDocument/2006/relationships/notesMaster" Target="/ppt/notesMasters/notesMaster1.xml" Id="Re2a0c978c230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a9ffe855f64c3b" /><Relationship Type="http://schemas.openxmlformats.org/officeDocument/2006/relationships/notesMaster" Target="/ppt/notesMasters/notesMaster1.xml" Id="Rd00d40acd2064d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fa10ddcbb44570" /><Relationship Type="http://schemas.openxmlformats.org/officeDocument/2006/relationships/notesMaster" Target="/ppt/notesMasters/notesMaster1.xml" Id="R398eaee58c2c4c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2e1094caa14c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8fd86d427d48fc" /><Relationship Type="http://schemas.openxmlformats.org/officeDocument/2006/relationships/slideLayout" Target="/ppt/slideLayouts/slideLayout1.xml" Id="Ra838a59724f14a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38a59724f14a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67f50c663641f6"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0bffb8f95a714580"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b3735d048e3b43a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b787d04de5c4825" /><Relationship Type="http://schemas.openxmlformats.org/officeDocument/2006/relationships/notesSlide" Target="/ppt/notesSlides/notesSlide1.xml" Id="Rf28e84142e9f4c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11c5909f214f0f"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c09796db21884e6d"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0b3a5a9dfe2b438e" /><Relationship Type="http://schemas.openxmlformats.org/officeDocument/2006/relationships/hyperlink" Target="file:///Users/paboelustodo/Library/CloudStorage/GoogleDrive-pablo.elustondo@gmail.com/My%20Drive%202/1-GIT-PROJECTS/aishop/ios/AIShop/AIShop/Diagnostics/VisionDiagnosticHarness.swift" TargetMode="External" Id="Rc0bc85f0c89b4887" /><Relationship Type="http://schemas.openxmlformats.org/officeDocument/2006/relationships/notesSlide" Target="/ppt/notesSlides/notesSlide2.xml" Id="R7b2e43325e1149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0d74711c754764"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b5e04383c4a340e6"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65267b386b664c8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4d1c09ad118644e1" /><Relationship Type="http://schemas.openxmlformats.org/officeDocument/2006/relationships/notesSlide" Target="/ppt/notesSlides/notesSlide3.xml" Id="Re9434186692844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f60714854149b0"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a05371c9fc25425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750e3c8a8bb4d68"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4a21d3df0a5a4d77" /><Relationship Type="http://schemas.openxmlformats.org/officeDocument/2006/relationships/notesSlide" Target="/ppt/notesSlides/notesSlide4.xml" Id="Rac70a8c8501445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9dd89eac854dc1"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9f781906d6f3464d"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c9189969d1434b11"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8185429f0bf54325" /><Relationship Type="http://schemas.openxmlformats.org/officeDocument/2006/relationships/notesSlide" Target="/ppt/notesSlides/notesSlide5.xml" Id="Ra7201521e14a45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be620052e74046"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ee1a0396520414e"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b5ddef99f8ce4dd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11dec29f0cb4ec8" /><Relationship Type="http://schemas.openxmlformats.org/officeDocument/2006/relationships/notesSlide" Target="/ppt/notesSlides/notesSlide6.xml" Id="R5e1ab1c92b9941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d50368503246a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1926c68a9954b16"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73f2fad04a64e42"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054919bf6e654920" /><Relationship Type="http://schemas.openxmlformats.org/officeDocument/2006/relationships/notesSlide" Target="/ppt/notesSlides/notesSlide7.xml" Id="R3ab6497e73b64e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b480133f1d464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459a615631546a6"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f42ddaa8bc164ea6" /><Relationship Type="http://schemas.openxmlformats.org/officeDocument/2006/relationships/hyperlink" Target="file:///Users/paboelustodo/Library/CloudStorage/GoogleDrive-pablo.elustondo@gmail.com/My%20Drive%202/1-GIT-PROJECTS/aishop/ios/AIShop/AIShop/Diagnostics/VisionHarnessModel.swift" TargetMode="External" Id="R1f3e3608153d458b" /><Relationship Type="http://schemas.openxmlformats.org/officeDocument/2006/relationships/notesSlide" Target="/ppt/notesSlides/notesSlide8.xml" Id="Rdd27355ad1124c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B8E1EC3D-BADE-4CE2-9704-93A9246FECB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85AC9C8-947E-489F-9828-678C935B97D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90518E0C-52AC-4497-B926-968837FC555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005741A-F219-4AFE-A163-B9587CA5ADA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1FCFE58E-AD7E-469F-8F49-8527591AE01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66777A4E-CB70-4803-BF83-96A1218D0137}"/>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6E1C5F-BFE4-4797-AD8B-C5D0C7C731D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3D8A174-369E-4EA6-8280-9FC3B9DBB10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6F722C0B-4E37-451E-915C-3C0843E02F7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6DC273CA-602D-400C-A316-62D4988C3EF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55EA3D-D2E6-446E-A306-C86CDE062E56}"/>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E2878E1-499E-455A-A09C-B158626F84E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9D7470E6-2812-4818-B4C2-266C59E4695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44BB3D88-09DD-4B11-B2B2-3211A099E3B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C5C20A-382E-4119-AD21-1C7437676BB3}"/>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AAB8EC4-A49E-40C4-B38B-E278C784F22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6F2BE625-D542-4B58-B0A3-B205C22EE64D}"/>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D1A555DD-A796-41F8-852D-2B7C58F2B8B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7559B5C8-4DCE-4D31-91E1-6D36E64923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C77995D-D440-4EDB-A33E-5ACCC8B84E0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bffb8f95a714580"/>
              </a:rPr>
              <a:t>Episode aggregator</a:t>
            </a:r>
          </a:p>
        </p:txBody>
      </p:sp>
      <p:sp>
        <p:nvSpPr>
          <p:cNvPr id="21" name="text-13">
            <a:extLst xmlns:a="http://schemas.openxmlformats.org/drawingml/2006/main">
              <a:ext uri="{FF2B5EF4-FFF2-40B4-BE49-F238E27FC236}">
                <a16:creationId xmlns:a16="http://schemas.microsoft.com/office/drawing/2014/main" id="{1F4D773A-4297-4A14-9ACC-6AB6EBEC0AE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735d048e3b43a5"/>
              </a:rPr>
              <a:t>Episode tests</a:t>
            </a:r>
          </a:p>
        </p:txBody>
      </p:sp>
      <p:sp>
        <p:nvSpPr>
          <p:cNvPr id="22" name="text-14">
            <a:extLst xmlns:a="http://schemas.openxmlformats.org/drawingml/2006/main">
              <a:ext uri="{FF2B5EF4-FFF2-40B4-BE49-F238E27FC236}">
                <a16:creationId xmlns:a16="http://schemas.microsoft.com/office/drawing/2014/main" id="{0E048403-1B08-4B2A-86FF-745D78D6B79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787d04de5c4825"/>
              </a:rPr>
              <a:t>Lifecycle integration</a:t>
            </a:r>
          </a:p>
        </p:txBody>
      </p:sp>
      <p:sp>
        <p:nvSpPr>
          <p:cNvPr id="23" name="text-15">
            <a:extLst xmlns:a="http://schemas.openxmlformats.org/drawingml/2006/main">
              <a:ext uri="{FF2B5EF4-FFF2-40B4-BE49-F238E27FC236}">
                <a16:creationId xmlns:a16="http://schemas.microsoft.com/office/drawing/2014/main" id="{72FFE3C3-1E92-4573-A9D4-A92A32D5615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1039254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E189344-3409-43A7-BD9F-89AC609EFA5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13B39F25-4D65-4CA2-9389-51776FBEA6A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5B88FAB7-8EC7-4E16-978F-6735C26D2C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B632385C-B79F-4E5A-8550-B0C9E67510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56F29C60-3773-4F35-87E9-F1A11246906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8A2A9FA-8D3C-49E4-B49D-D1F41B72073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74C09688-8C00-42FA-A2BD-08945A71FDB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F234A694-1563-4242-BC28-070AAF39129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0EA1DAC-84AE-46AD-9F5D-8DF3272CD3E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A9F4B9CB-5518-4653-A549-41F726ECD00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2D9B7675-7455-4055-9AEB-DE55804AFC3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EB8B3A8-7239-419D-BE1F-AEB68BCA761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9FB70561-C0E6-4BF1-82DE-853C68355AC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0FFBEA6A-357D-4CA7-BB6B-BF5A64A588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9268E5-337D-4B4C-B910-0C498BD735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9796db21884e6d"/>
              </a:rPr>
              <a:t>Episode and signal types</a:t>
            </a:r>
          </a:p>
        </p:txBody>
      </p:sp>
      <p:sp>
        <p:nvSpPr>
          <p:cNvPr id="16" name="text-12">
            <a:extLst xmlns:a="http://schemas.openxmlformats.org/drawingml/2006/main">
              <a:ext uri="{FF2B5EF4-FFF2-40B4-BE49-F238E27FC236}">
                <a16:creationId xmlns:a16="http://schemas.microsoft.com/office/drawing/2014/main" id="{8431009F-BEF6-40A2-B57E-2C9E4E3E4AC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b3a5a9dfe2b438e"/>
              </a:rPr>
              <a:t>Episode tests</a:t>
            </a:r>
          </a:p>
        </p:txBody>
      </p:sp>
      <p:sp>
        <p:nvSpPr>
          <p:cNvPr id="17" name="text-13">
            <a:extLst xmlns:a="http://schemas.openxmlformats.org/drawingml/2006/main">
              <a:ext uri="{FF2B5EF4-FFF2-40B4-BE49-F238E27FC236}">
                <a16:creationId xmlns:a16="http://schemas.microsoft.com/office/drawing/2014/main" id="{C1ED3790-3B86-45C8-B74A-941AF640B2D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bc85f0c89b4887"/>
              </a:rPr>
              <a:t>Harness display</a:t>
            </a:r>
          </a:p>
        </p:txBody>
      </p:sp>
      <p:sp>
        <p:nvSpPr>
          <p:cNvPr id="18" name="text-14">
            <a:extLst xmlns:a="http://schemas.openxmlformats.org/drawingml/2006/main">
              <a:ext uri="{FF2B5EF4-FFF2-40B4-BE49-F238E27FC236}">
                <a16:creationId xmlns:a16="http://schemas.microsoft.com/office/drawing/2014/main" id="{73FEFB89-B619-4056-BD10-1DF3BEB1193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1829626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2D07C69-FFE7-47D5-832F-661A8C9BBC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AE0906C3-CC50-4448-84DE-CA97717E4DF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DC164424-354A-4E2D-8E8C-3E9C513C9C0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5E04396-D7D3-4791-BC9C-3E48D5CCBF3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619E4847-D4FD-420D-9898-2AC6CFE9A7FD}"/>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4FDE24C0-91F9-4E80-A173-BA7B23F8546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AD8B22-EEA8-4E70-B274-C949977BE94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660C63D0-9AE6-405E-8D11-725F1D7D8860}"/>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460BF6E1-1F83-4991-A9B8-C3D5D6BE0E4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EAC763FF-E0C9-4400-8D74-910DB191952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65693F-8EDD-4C24-A433-28F2308D2B4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85DE9C4-E8F8-49C0-BF30-B13D5251D97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628539CA-3C20-49D7-B0ED-65C4D4729478}"/>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207D48FF-372A-4ED2-BD63-2AA650008126}"/>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BB8897-00C9-4A98-901A-B9FCF735D0C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28557C8-3298-4C2E-9E12-AEF505E309B5}"/>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ECD9FA54-F5DC-4F0D-8125-155605A5B4D0}"/>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1347AB09-6C5E-46D7-A57F-B383A79F1D8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93AED8D0-12C9-4BBF-8053-5ED30F3C76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30D604E-D2AA-4BB5-8552-A24CC34DBA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e04383c4a340e6"/>
              </a:rPr>
              <a:t>Recorder</a:t>
            </a:r>
          </a:p>
        </p:txBody>
      </p:sp>
      <p:sp>
        <p:nvSpPr>
          <p:cNvPr id="21" name="text-13">
            <a:extLst xmlns:a="http://schemas.openxmlformats.org/drawingml/2006/main">
              <a:ext uri="{FF2B5EF4-FFF2-40B4-BE49-F238E27FC236}">
                <a16:creationId xmlns:a16="http://schemas.microsoft.com/office/drawing/2014/main" id="{0F1B4C9D-1877-46D2-BAD5-1E251562C49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267b386b664c80"/>
              </a:rPr>
              <a:t>Log writer</a:t>
            </a:r>
          </a:p>
        </p:txBody>
      </p:sp>
      <p:sp>
        <p:nvSpPr>
          <p:cNvPr id="22" name="text-14">
            <a:extLst xmlns:a="http://schemas.openxmlformats.org/drawingml/2006/main">
              <a:ext uri="{FF2B5EF4-FFF2-40B4-BE49-F238E27FC236}">
                <a16:creationId xmlns:a16="http://schemas.microsoft.com/office/drawing/2014/main" id="{D1A6D29A-372D-4B4D-94C2-87FB1B35DD5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1c09ad118644e1"/>
              </a:rPr>
              <a:t>Report builder</a:t>
            </a:r>
          </a:p>
        </p:txBody>
      </p:sp>
      <p:sp>
        <p:nvSpPr>
          <p:cNvPr id="23" name="text-15">
            <a:extLst xmlns:a="http://schemas.openxmlformats.org/drawingml/2006/main">
              <a:ext uri="{FF2B5EF4-FFF2-40B4-BE49-F238E27FC236}">
                <a16:creationId xmlns:a16="http://schemas.microsoft.com/office/drawing/2014/main" id="{20CA7584-3140-4968-B4EC-7F1C04981C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5385544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FE7B1B1-BB1B-4950-A40D-482C3E72F06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82939F2F-3B85-48CD-BBA7-361E1768FCB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A6D7411F-BF62-4BF8-9A3C-3483C87D638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9E123A42-9156-4707-AC5B-84D5D0DB17B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F407270-3B1A-4CF6-9BB2-52C210B29F1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AB22EA3-A8D6-4E9B-B69B-72D32A85852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6F61C13-D2BA-4147-817E-7744EA42425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073EBC50-2719-49F5-8A3C-79D7D127873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9B2328C-7C65-4743-9EA3-A5F11526AAF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B9450E53-0040-42F1-B4A9-112B8B24C96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C7DF5955-3EFD-4F2E-BA8C-DF09E4EE37F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B74F2AE-0ECA-40DD-BBA8-ADAF2ADD9D8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44891308-6F49-44CA-85CA-544522F96E3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632F9445-5292-45E3-84CF-FE285A4367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ADCA10D-555F-4BA2-861F-1A0E60FF735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05371c9fc25425b"/>
              </a:rPr>
              <a:t>Image store</a:t>
            </a:r>
          </a:p>
        </p:txBody>
      </p:sp>
      <p:sp>
        <p:nvSpPr>
          <p:cNvPr id="16" name="text-12">
            <a:extLst xmlns:a="http://schemas.openxmlformats.org/drawingml/2006/main">
              <a:ext uri="{FF2B5EF4-FFF2-40B4-BE49-F238E27FC236}">
                <a16:creationId xmlns:a16="http://schemas.microsoft.com/office/drawing/2014/main" id="{DAA2BC5C-5C43-4248-A9F2-E7A60C210FF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50e3c8a8bb4d68"/>
              </a:rPr>
              <a:t>Pipeline selection</a:t>
            </a:r>
          </a:p>
        </p:txBody>
      </p:sp>
      <p:sp>
        <p:nvSpPr>
          <p:cNvPr id="17" name="text-13">
            <a:extLst xmlns:a="http://schemas.openxmlformats.org/drawingml/2006/main">
              <a:ext uri="{FF2B5EF4-FFF2-40B4-BE49-F238E27FC236}">
                <a16:creationId xmlns:a16="http://schemas.microsoft.com/office/drawing/2014/main" id="{92533DF4-E53C-4541-AF9C-0707EA661AE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a21d3df0a5a4d77"/>
              </a:rPr>
              <a:t>Report tests</a:t>
            </a:r>
          </a:p>
        </p:txBody>
      </p:sp>
      <p:sp>
        <p:nvSpPr>
          <p:cNvPr id="18" name="text-14">
            <a:extLst xmlns:a="http://schemas.openxmlformats.org/drawingml/2006/main">
              <a:ext uri="{FF2B5EF4-FFF2-40B4-BE49-F238E27FC236}">
                <a16:creationId xmlns:a16="http://schemas.microsoft.com/office/drawing/2014/main" id="{6B0593B6-622F-4ED6-BA5E-D4506984422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4362623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8EB558-91C2-47A4-8291-979C510FCCF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762849F0-8A8E-461D-9240-DF973D204F3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ADC7976B-75FF-4898-98AB-EAD284F3E7B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0291C860-7652-4383-82A0-52A8A703698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3F701233-67CD-48EF-A077-36C5FECC5F8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18C4A10-1942-498F-878A-DEFA9D86D1E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D45D65A6-5BC7-41BF-A77D-251E89ACDC6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678106F2-092E-4965-81BB-FF3D604AA7B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D1772D9-73E0-4B7E-B5FF-E78A703DE19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CC61823-E7AE-4C84-9858-1A179190F95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AA618943-87BA-4F00-A6BB-BB55FE6BAC3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8FB7929-B5E0-4564-A9DC-F77B0755E7C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0984F08E-A7CB-4431-8382-C72590F725E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D03ECDA5-BB76-4619-ACA0-787D28C4626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605E3A3E-0786-48AB-8BD0-CF2BC75F021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f781906d6f3464d"/>
              </a:rPr>
              <a:t>Log schema</a:t>
            </a:r>
          </a:p>
        </p:txBody>
      </p:sp>
      <p:sp>
        <p:nvSpPr>
          <p:cNvPr id="16" name="text-12">
            <a:extLst xmlns:a="http://schemas.openxmlformats.org/drawingml/2006/main">
              <a:ext uri="{FF2B5EF4-FFF2-40B4-BE49-F238E27FC236}">
                <a16:creationId xmlns:a16="http://schemas.microsoft.com/office/drawing/2014/main" id="{CFD0AB2D-AA9C-4E0B-9391-D4B96FB706E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9189969d1434b11"/>
              </a:rPr>
              <a:t>Log validation</a:t>
            </a:r>
          </a:p>
        </p:txBody>
      </p:sp>
      <p:sp>
        <p:nvSpPr>
          <p:cNvPr id="17" name="text-13">
            <a:extLst xmlns:a="http://schemas.openxmlformats.org/drawingml/2006/main">
              <a:ext uri="{FF2B5EF4-FFF2-40B4-BE49-F238E27FC236}">
                <a16:creationId xmlns:a16="http://schemas.microsoft.com/office/drawing/2014/main" id="{4AF13C65-6E5B-4381-9595-60D233391C7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85429f0bf54325"/>
              </a:rPr>
              <a:t>Log tests</a:t>
            </a:r>
          </a:p>
        </p:txBody>
      </p:sp>
      <p:sp>
        <p:nvSpPr>
          <p:cNvPr id="18" name="text-14">
            <a:extLst xmlns:a="http://schemas.openxmlformats.org/drawingml/2006/main">
              <a:ext uri="{FF2B5EF4-FFF2-40B4-BE49-F238E27FC236}">
                <a16:creationId xmlns:a16="http://schemas.microsoft.com/office/drawing/2014/main" id="{9AEB0CE2-357E-41FA-A643-3DEEF72AABB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4228846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DE94120-A773-41AD-90F5-A0F0866417A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9D4D271-1EC0-4C87-B9E0-D33757B395A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52942E55-07BA-4113-BC1F-B062B3BFFA7B}"/>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ED563A1A-83D6-4008-B02F-487DA8CF8D8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EB70FEF6-1F27-46E8-BBE6-DB98CB98E72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70B07251-6001-4793-A661-D4EA3BF3EE6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9AA0CF84-EB97-4AA5-91CD-FAF225DF01E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4FDF1D0-094A-4A78-B00B-62008E35C4D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ECDFF4BB-DED5-4CCA-8613-8B20E9CE046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1A5A6295-6302-4122-91AB-9E0BADBB1A25}"/>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41E0D55-0D66-4885-A3F4-15E1A641D27F}"/>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92DD1DC3-9A10-4D3A-A931-97D1D2B613A1}"/>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05942F44-7BC5-498F-B0C8-5442FBAAD6E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BF6F40DA-F143-4447-A485-C490E824D38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3F1CC297-56F3-433A-BD37-7C2455BCFCA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e1a0396520414e"/>
              </a:rPr>
              <a:t>Report builder</a:t>
            </a:r>
          </a:p>
        </p:txBody>
      </p:sp>
      <p:sp>
        <p:nvSpPr>
          <p:cNvPr id="16" name="text-14">
            <a:extLst xmlns:a="http://schemas.openxmlformats.org/drawingml/2006/main">
              <a:ext uri="{FF2B5EF4-FFF2-40B4-BE49-F238E27FC236}">
                <a16:creationId xmlns:a16="http://schemas.microsoft.com/office/drawing/2014/main" id="{F5C6AE1A-AB3C-4B55-8A39-0118C327B30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ddef99f8ce4dd3"/>
              </a:rPr>
              <a:t>Report tests</a:t>
            </a:r>
          </a:p>
        </p:txBody>
      </p:sp>
      <p:sp>
        <p:nvSpPr>
          <p:cNvPr id="17" name="text-15">
            <a:extLst xmlns:a="http://schemas.openxmlformats.org/drawingml/2006/main">
              <a:ext uri="{FF2B5EF4-FFF2-40B4-BE49-F238E27FC236}">
                <a16:creationId xmlns:a16="http://schemas.microsoft.com/office/drawing/2014/main" id="{82EABA91-6C51-412A-977B-957004C3A93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1dec29f0cb4ec8"/>
              </a:rPr>
              <a:t>Integration replay</a:t>
            </a:r>
          </a:p>
        </p:txBody>
      </p:sp>
      <p:sp>
        <p:nvSpPr>
          <p:cNvPr id="18" name="text-16">
            <a:extLst xmlns:a="http://schemas.openxmlformats.org/drawingml/2006/main">
              <a:ext uri="{FF2B5EF4-FFF2-40B4-BE49-F238E27FC236}">
                <a16:creationId xmlns:a16="http://schemas.microsoft.com/office/drawing/2014/main" id="{64456B5C-647B-46CF-B06C-F087E81ED9C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4188031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06F662D-8488-4967-8EAE-E7AA377F139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0FF70ABD-F30C-4593-84C7-D6E204A0CD6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83478794-84ED-413A-9B7F-F1319265763A}"/>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D234D49-E018-43A2-829F-1B3648C4BE3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B5BF639D-DDF4-4F4C-9435-EDDFEC859C8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4976D289-87F6-4947-83DF-A6D535270F4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0F656B-03D4-47A0-BA3A-C508F3A30D2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DF1677A-6688-49C9-B956-30AB1FEAEAAB}"/>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B6729F58-4227-4DDD-9FF9-F0B90836A29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612AF124-5A5D-4583-9390-38B31FBE828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6BBD3B-AE10-4102-AA56-6535B44FA34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CF67685-F4C2-4CBD-AAF0-142DD4A66AE3}"/>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B84737EA-35FB-41FC-8B54-647D10721227}"/>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FD894834-DCF0-411F-8DC1-72D342CA4D65}"/>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BF32EA-3326-4D51-AC3D-B17744CA4C3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4A5B66D-BB9C-42DA-9BA6-8501AE0706AE}"/>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10E65A1F-6F75-44C3-AC02-1E56C5C8D2E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1DD67657-7BFD-4198-8918-71D499832CD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F3F7BF3E-00A2-4C66-BC37-A82BD1F09E2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A07579E-0DA5-41A6-81DD-539E6E07CC4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926c68a9954b16"/>
              </a:rPr>
              <a:t>Pipeline lifecycle</a:t>
            </a:r>
          </a:p>
        </p:txBody>
      </p:sp>
      <p:sp>
        <p:nvSpPr>
          <p:cNvPr id="21" name="text-13">
            <a:extLst xmlns:a="http://schemas.openxmlformats.org/drawingml/2006/main">
              <a:ext uri="{FF2B5EF4-FFF2-40B4-BE49-F238E27FC236}">
                <a16:creationId xmlns:a16="http://schemas.microsoft.com/office/drawing/2014/main" id="{4FC50057-82DB-4A52-A7DA-AE2B737A685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3f2fad04a64e42"/>
              </a:rPr>
              <a:t>Lifecycle integration</a:t>
            </a:r>
          </a:p>
        </p:txBody>
      </p:sp>
      <p:sp>
        <p:nvSpPr>
          <p:cNvPr id="22" name="text-14">
            <a:extLst xmlns:a="http://schemas.openxmlformats.org/drawingml/2006/main">
              <a:ext uri="{FF2B5EF4-FFF2-40B4-BE49-F238E27FC236}">
                <a16:creationId xmlns:a16="http://schemas.microsoft.com/office/drawing/2014/main" id="{A0273A99-C80D-4BA0-AA9B-2344249BE22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54919bf6e654920"/>
              </a:rPr>
              <a:t>One-shot test</a:t>
            </a:r>
          </a:p>
        </p:txBody>
      </p:sp>
      <p:sp>
        <p:nvSpPr>
          <p:cNvPr id="23" name="text-15">
            <a:extLst xmlns:a="http://schemas.openxmlformats.org/drawingml/2006/main">
              <a:ext uri="{FF2B5EF4-FFF2-40B4-BE49-F238E27FC236}">
                <a16:creationId xmlns:a16="http://schemas.microsoft.com/office/drawing/2014/main" id="{E8F81AB5-7CA9-4F00-B99E-282759B08C6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6078075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8DC942-EE94-4195-B666-1431B7F5B42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D74D0AAE-9021-44F0-8DD7-83B8A67A635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2897FC49-6063-4620-8190-25056132004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ACDA9854-ABCF-4356-AC45-D67B5C3CA6A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CBAAFCAB-BA6F-47D1-8C87-5D5832F71FD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5FE4708-8C2A-44F5-8490-80CAD24F2B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43C1B69E-2891-4B72-AAE5-53A167A3BBB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C522A8AB-3783-4C50-B3A2-96F3F608390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65956D2-D85C-4304-A680-BA66E8454C9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35FDE088-615A-473C-BBE0-180B7C80B24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A6450EC8-DF1E-4059-8349-E05ECCD1F32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C6E2FE2-A4FB-4599-BD22-BF3B95E176F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865B079F-5B29-46B4-B62F-071007C2454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E448A0BB-2BCB-412F-9CE4-BF77660D18E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45CB936-822C-4413-84F3-BC6EEB76FF2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59a615631546a6"/>
              </a:rPr>
              <a:t>Pipeline error path</a:t>
            </a:r>
          </a:p>
        </p:txBody>
      </p:sp>
      <p:sp>
        <p:nvSpPr>
          <p:cNvPr id="16" name="text-12">
            <a:extLst xmlns:a="http://schemas.openxmlformats.org/drawingml/2006/main">
              <a:ext uri="{FF2B5EF4-FFF2-40B4-BE49-F238E27FC236}">
                <a16:creationId xmlns:a16="http://schemas.microsoft.com/office/drawing/2014/main" id="{74F2441C-6BEC-45B8-8EDE-A2447DFBFFB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2ddaa8bc164ea6"/>
              </a:rPr>
              <a:t>Failure tests</a:t>
            </a:r>
          </a:p>
        </p:txBody>
      </p:sp>
      <p:sp>
        <p:nvSpPr>
          <p:cNvPr id="17" name="text-13">
            <a:extLst xmlns:a="http://schemas.openxmlformats.org/drawingml/2006/main">
              <a:ext uri="{FF2B5EF4-FFF2-40B4-BE49-F238E27FC236}">
                <a16:creationId xmlns:a16="http://schemas.microsoft.com/office/drawing/2014/main" id="{F6BBBBFA-A5F8-4382-90FE-B7E79FCDB2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f3e3608153d458b"/>
              </a:rPr>
              <a:t>Harness model</a:t>
            </a:r>
          </a:p>
        </p:txBody>
      </p:sp>
      <p:sp>
        <p:nvSpPr>
          <p:cNvPr id="18" name="text-14">
            <a:extLst xmlns:a="http://schemas.openxmlformats.org/drawingml/2006/main">
              <a:ext uri="{FF2B5EF4-FFF2-40B4-BE49-F238E27FC236}">
                <a16:creationId xmlns:a16="http://schemas.microsoft.com/office/drawing/2014/main" id="{6F74D00D-D6F8-40CF-B9F2-F5F4BB3D75C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053919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2026-09-20T23:12:27.2780000Z</dcterms:created>
  <dcterms:modified xsi:type="dcterms:W3CDTF">2026-09-20T23:12:27.2780000Z</dcterms:modified>
</coreProperties>
</file>