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3e6227b65443fe" /><Relationship Type="http://schemas.openxmlformats.org/officeDocument/2006/relationships/extended-properties" Target="/docProps/app.xml" Id="R2807d5cc6ad54825" /><Relationship Type="http://schemas.openxmlformats.org/officeDocument/2006/relationships/officeDocument" Target="/ppt/presentation.xml" Id="R9861ab1af51d4fd1" /></Relationships>
</file>

<file path=ppt/presentation.xml><?xml version="1.0" encoding="utf-8"?>
<p:presentation xmlns:p="http://schemas.openxmlformats.org/presentationml/2006/main">
  <p:sldMasterIdLst>
    <p:sldMasterId xmlns:r="http://schemas.openxmlformats.org/officeDocument/2006/relationships" id="2147483648" r:id="R70a87180b62142e7"/>
  </p:sldMasterIdLst>
  <p:notesMasterIdLst>
    <p:notesMasterId xmlns:r="http://schemas.openxmlformats.org/officeDocument/2006/relationships" r:id="R2351b36613da41d7"/>
  </p:notesMasterIdLst>
  <p:sldIdLst>
    <p:sldId xmlns:r="http://schemas.openxmlformats.org/officeDocument/2006/relationships" id="256" r:id="Rc798b818fc354ea6"/>
    <p:sldId xmlns:r="http://schemas.openxmlformats.org/officeDocument/2006/relationships" id="257" r:id="R99c62ed6715b4779"/>
    <p:sldId xmlns:r="http://schemas.openxmlformats.org/officeDocument/2006/relationships" id="258" r:id="Re052f9d3265d43aa"/>
    <p:sldId xmlns:r="http://schemas.openxmlformats.org/officeDocument/2006/relationships" id="259" r:id="R7bda098184c64ceb"/>
    <p:sldId xmlns:r="http://schemas.openxmlformats.org/officeDocument/2006/relationships" id="260" r:id="Re55ac21ccadf4c85"/>
    <p:sldId xmlns:r="http://schemas.openxmlformats.org/officeDocument/2006/relationships" id="261" r:id="Re26d61b8dcda41ca"/>
    <p:sldId xmlns:r="http://schemas.openxmlformats.org/officeDocument/2006/relationships" id="262" r:id="Rf276c510603b4f5e"/>
    <p:sldId xmlns:r="http://schemas.openxmlformats.org/officeDocument/2006/relationships" id="263" r:id="R81cea17053114e8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2516deb2d649bd" /><Relationship Type="http://schemas.openxmlformats.org/officeDocument/2006/relationships/slideMaster" Target="/ppt/slideMasters/slideMaster1.xml" Id="R70a87180b62142e7" /><Relationship Type="http://schemas.openxmlformats.org/officeDocument/2006/relationships/notesMaster" Target="/ppt/notesMasters/notesMaster1.xml" Id="R2351b36613da41d7" /><Relationship Type="http://schemas.openxmlformats.org/officeDocument/2006/relationships/presProps" Target="/ppt/presProps.xml" Id="R08b7443626bb4660" /><Relationship Type="http://schemas.openxmlformats.org/officeDocument/2006/relationships/tableStyles" Target="/ppt/tableStyles.xml" Id="R144a5741d3874016" /><Relationship Type="http://schemas.openxmlformats.org/officeDocument/2006/relationships/slide" Target="/ppt/slides/slide1.xml" Id="Rc798b818fc354ea6" /><Relationship Type="http://schemas.openxmlformats.org/officeDocument/2006/relationships/slide" Target="/ppt/slides/slide2.xml" Id="R99c62ed6715b4779" /><Relationship Type="http://schemas.openxmlformats.org/officeDocument/2006/relationships/slide" Target="/ppt/slides/slide3.xml" Id="Re052f9d3265d43aa" /><Relationship Type="http://schemas.openxmlformats.org/officeDocument/2006/relationships/slide" Target="/ppt/slides/slide4.xml" Id="R7bda098184c64ceb" /><Relationship Type="http://schemas.openxmlformats.org/officeDocument/2006/relationships/slide" Target="/ppt/slides/slide5.xml" Id="Re55ac21ccadf4c85" /><Relationship Type="http://schemas.openxmlformats.org/officeDocument/2006/relationships/slide" Target="/ppt/slides/slide6.xml" Id="Re26d61b8dcda41ca" /><Relationship Type="http://schemas.openxmlformats.org/officeDocument/2006/relationships/slide" Target="/ppt/slides/slide7.xml" Id="Rf276c510603b4f5e" /><Relationship Type="http://schemas.openxmlformats.org/officeDocument/2006/relationships/slide" Target="/ppt/slides/slide8.xml" Id="R81cea17053114e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a7711d5f7846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3feaa20174462d" /><Relationship Type="http://schemas.openxmlformats.org/officeDocument/2006/relationships/notesMaster" Target="/ppt/notesMasters/notesMaster1.xml" Id="Rf22f9d7fc31c4b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243ceb3a534a8a" /><Relationship Type="http://schemas.openxmlformats.org/officeDocument/2006/relationships/notesMaster" Target="/ppt/notesMasters/notesMaster1.xml" Id="R556c85c167954f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4816883dec49f8" /><Relationship Type="http://schemas.openxmlformats.org/officeDocument/2006/relationships/notesMaster" Target="/ppt/notesMasters/notesMaster1.xml" Id="Rae88a79d218946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4826b2813649d7" /><Relationship Type="http://schemas.openxmlformats.org/officeDocument/2006/relationships/notesMaster" Target="/ppt/notesMasters/notesMaster1.xml" Id="R6119f26914924d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1f6b5bf68b4cc3" /><Relationship Type="http://schemas.openxmlformats.org/officeDocument/2006/relationships/notesMaster" Target="/ppt/notesMasters/notesMaster1.xml" Id="R00c39eabd6a343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a12ff298424108" /><Relationship Type="http://schemas.openxmlformats.org/officeDocument/2006/relationships/notesMaster" Target="/ppt/notesMasters/notesMaster1.xml" Id="Rcaaf7f2c137d48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b7b06322b84f52" /><Relationship Type="http://schemas.openxmlformats.org/officeDocument/2006/relationships/notesMaster" Target="/ppt/notesMasters/notesMaster1.xml" Id="R9293540cc0584e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127dcfcb9e4ce0" /><Relationship Type="http://schemas.openxmlformats.org/officeDocument/2006/relationships/notesMaster" Target="/ppt/notesMasters/notesMaster1.xml" Id="Ra82ac802ed9f4b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phone session remains manual and unperformed. Connect the iPhone, choose the diagnostic scheme in Xcode, and run on that device. Tapping the normal app icon does not provide those launch arguments.</a:t>
            </a:r>
          </a:p>
          <a:p xmlns:a="http://schemas.openxmlformats.org/drawingml/2006/main">
            <a:r>
              <a:t/>
            </a:r>
          </a:p>
          <a:p xmlns:a="http://schemas.openxmlformats.org/drawingml/2006/main">
            <a:r>
              <a:t>Run banana present to completion. Pablo must see a possible match before playback ends and inspect the final report. Repeat with no banana. Export both logs through the share action. Preserve reports and retained images from the app container as well.</a:t>
            </a:r>
          </a:p>
          <a:p xmlns:a="http://schemas.openxmlformats.org/drawingml/2006/main">
            <a:r>
              <a:t/>
            </a:r>
          </a:p>
          <a:p xmlns:a="http://schemas.openxmlformats.org/drawingml/2006/main">
            <a:r>
              <a:t>Run the Mac gate for matching baseline evidence, then use the comparison command described in the companion runbook. Check for zero dropped frames before comparison.</a:t>
            </a:r>
          </a:p>
          <a:p xmlns:a="http://schemas.openxmlformats.org/drawingml/2006/main">
            <a:r>
              <a:t/>
            </a:r>
          </a:p>
          <a:p xmlns:a="http://schemas.openxmlformats.org/drawingml/2006/main">
            <a:r>
              <a:t>Record device model, operating system, build, date, and findings. The demonstration and Pablo's committed acceptance record complete a gate that Mac tests cannot replace.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b5459e64344a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bf5face24942ad" /><Relationship Type="http://schemas.openxmlformats.org/officeDocument/2006/relationships/slideLayout" Target="/ppt/slideLayouts/slideLayout1.xml" Id="R61756bec66d74e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756bec66d74e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a92d539fb34f63"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7110e5c76c374c3b"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c696016b311d4412"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b253529b67b34c4c" /><Relationship Type="http://schemas.openxmlformats.org/officeDocument/2006/relationships/notesSlide" Target="/ppt/notesSlides/notesSlide1.xml" Id="Re9cc6310b2574e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0cbf50d4fa499c"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a0a225f092254a33"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59fd71bd4e0641d6"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db9bab65150444d9" /><Relationship Type="http://schemas.openxmlformats.org/officeDocument/2006/relationships/notesSlide" Target="/ppt/notesSlides/notesSlide2.xml" Id="Rae83687c1e7242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ffda19fe5b4815"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ea346be60202499f" /><Relationship Type="http://schemas.openxmlformats.org/officeDocument/2006/relationships/hyperlink" Target="file:///Users/paboelustodo/Library/CloudStorage/GoogleDrive-pablo.elustondo@gmail.com/My%20Drive%202/1-GIT-PROJECTS/aishop/ios/AIShop/AIShopVision/Sources/AIShopVisionEvaluate/main.swift" TargetMode="External" Id="R7d18a6d0712847a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52a19b4bab54a43" /><Relationship Type="http://schemas.openxmlformats.org/officeDocument/2006/relationships/notesSlide" Target="/ppt/notesSlides/notesSlide3.xml" Id="Rf3b6a1937fbd4a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638a689c3c4be6" /><Relationship Type="http://schemas.openxmlformats.org/officeDocument/2006/relationships/hyperlink" Target="file:///Users/paboelustodo/Library/CloudStorage/GoogleDrive-pablo.elustondo@gmail.com/My%20Drive%202/1-GIT-PROJECTS/aishop/ios/AIShop/AIShop/App/ApplicationBootstrap.swift" TargetMode="External" Id="R51b714bc9ccf471b" /><Relationship Type="http://schemas.openxmlformats.org/officeDocument/2006/relationships/hyperlink" Target="file:///Users/paboelustodo/Library/CloudStorage/GoogleDrive-pablo.elustondo@gmail.com/My%20Drive%202/1-GIT-PROJECTS/aishop/ios/AIShop/AIShop/Diagnostics/VisionHarnessModel.swift" TargetMode="External" Id="R264f2c9b66f24e4d" /><Relationship Type="http://schemas.openxmlformats.org/officeDocument/2006/relationships/hyperlink" Target="file:///Users/paboelustodo/Library/CloudStorage/GoogleDrive-pablo.elustondo@gmail.com/My%20Drive%202/1-GIT-PROJECTS/aishop/e2e/ios/verify-app-bundle.rb" TargetMode="External" Id="R60411582d6ca4a4b" /><Relationship Type="http://schemas.openxmlformats.org/officeDocument/2006/relationships/notesSlide" Target="/ppt/notesSlides/notesSlide4.xml" Id="R8bad375d7f7c49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8b8d21889946ef"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2608d39911624d81" /><Relationship Type="http://schemas.openxmlformats.org/officeDocument/2006/relationships/hyperlink" Target="file:///Users/paboelustodo/Library/CloudStorage/GoogleDrive-pablo.elustondo@gmail.com/My%20Drive%202/1-GIT-PROJECTS/aishop/ios/AIShop/AIShop/Diagnostics/VisionDiagnosticHarness.swift" TargetMode="External" Id="Rf6c6fcb96f5c446d"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03dc85d7f0644d40" /><Relationship Type="http://schemas.openxmlformats.org/officeDocument/2006/relationships/notesSlide" Target="/ppt/notesSlides/notesSlide5.xml" Id="R59727cb2b3554b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b87f8a7f624321" /><Relationship Type="http://schemas.openxmlformats.org/officeDocument/2006/relationships/hyperlink" Target="file:///Users/paboelustodo/Library/CloudStorage/GoogleDrive-pablo.elustondo@gmail.com/My%20Drive%202/1-GIT-PROJECTS/aishop/ios/AIShop/AIShop/Diagnostics/VisionHarnessModel.swift" TargetMode="External" Id="R49e9c889a00f4d49"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20f21234ea394f47"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a81bcaa5a7d74069" /><Relationship Type="http://schemas.openxmlformats.org/officeDocument/2006/relationships/notesSlide" Target="/ppt/notesSlides/notesSlide6.xml" Id="R90f72f81a51a4c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7d557a4e5a4b10"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e5deeda4326d4ae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0f7526d83cf44d00" /><Relationship Type="http://schemas.openxmlformats.org/officeDocument/2006/relationships/hyperlink" Target="file:///Users/paboelustodo/Library/CloudStorage/GoogleDrive-pablo.elustondo@gmail.com/My%20Drive%202/1-GIT-PROJECTS/aishop/ios/AIShop/AIShopVision/Package.swift" TargetMode="External" Id="R0254161b24464523" /><Relationship Type="http://schemas.openxmlformats.org/officeDocument/2006/relationships/notesSlide" Target="/ppt/notesSlides/notesSlide7.xml" Id="R0c03c2ac15574a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aa8876caec4fbe" /><Relationship Type="http://schemas.openxmlformats.org/officeDocument/2006/relationships/hyperlink" Target="file:///Users/paboelustodo/Library/CloudStorage/GoogleDrive-pablo.elustondo@gmail.com/My%20Drive%202/1-GIT-PROJECTS/aishop/ios/AIShop/AIShopVision/Sources/AIShopVision/" TargetMode="External" Id="Rc5c2b0d9151f43b1" /><Relationship Type="http://schemas.openxmlformats.org/officeDocument/2006/relationships/hyperlink" Target="file:///Users/paboelustodo/Library/CloudStorage/GoogleDrive-pablo.elustondo@gmail.com/My%20Drive%202/1-GIT-PROJECTS/aishop/ios/AIShop/AIShopVision/Tests/AIShopVisionTests/" TargetMode="External" Id="Recac100422f046ee"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61053091449a4f26" /><Relationship Type="http://schemas.openxmlformats.org/officeDocument/2006/relationships/notesSlide" Target="/ppt/notesSlides/notesSlide8.xml" Id="R0d01268c8ef64c5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DEACF7F-3154-42FE-B702-465C9E34089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136C4202-925B-4C0A-8A0F-CCD8028D870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0F5DFEA6-281F-47C0-9A95-F158CAFE955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06B21883-010B-45A6-AE73-459CC44AB44A}"/>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98B077D8-DB18-4544-B649-3B1B35F0F6EF}"/>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9C3A4373-665A-45B2-819D-DE53282EC6CA}"/>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75AE1D97-B7C7-4E87-B246-9F01A58C66D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06566E98-B5E6-45C6-9BAB-579445BC3BB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A14D82E-A00F-403C-8D59-6EED7709E3F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F2A4E24A-C62D-43B9-BCB0-EDCF2B7F742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48DEBDC2-A55C-469B-B5FE-17E1C762E4F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CE8D5E2-FBFA-4280-9447-DA82EBD18F0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F4DC6F04-ED92-4EE7-B408-7F7FF2D18DC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E19CBC6B-3598-4A84-B911-CD8F064BBC9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A56E742D-5B0D-4341-AE25-9F3C55EE266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110e5c76c374c3b"/>
              </a:rPr>
              <a:t>Fixture evaluator</a:t>
            </a:r>
          </a:p>
        </p:txBody>
      </p:sp>
      <p:sp>
        <p:nvSpPr>
          <p:cNvPr id="16" name="text-12">
            <a:extLst xmlns:a="http://schemas.openxmlformats.org/drawingml/2006/main">
              <a:ext uri="{FF2B5EF4-FFF2-40B4-BE49-F238E27FC236}">
                <a16:creationId xmlns:a16="http://schemas.microsoft.com/office/drawing/2014/main" id="{0B42B9A8-95E5-488A-A580-6EDD5B65848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696016b311d4412"/>
              </a:rPr>
              <a:t>Annotation data</a:t>
            </a:r>
          </a:p>
        </p:txBody>
      </p:sp>
      <p:sp>
        <p:nvSpPr>
          <p:cNvPr id="17" name="text-13">
            <a:extLst xmlns:a="http://schemas.openxmlformats.org/drawingml/2006/main">
              <a:ext uri="{FF2B5EF4-FFF2-40B4-BE49-F238E27FC236}">
                <a16:creationId xmlns:a16="http://schemas.microsoft.com/office/drawing/2014/main" id="{DEFC8315-22A3-4403-891C-5E9BB5CCC84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253529b67b34c4c"/>
              </a:rPr>
              <a:t>Evaluator tests</a:t>
            </a:r>
          </a:p>
        </p:txBody>
      </p:sp>
      <p:sp>
        <p:nvSpPr>
          <p:cNvPr id="18" name="text-14">
            <a:extLst xmlns:a="http://schemas.openxmlformats.org/drawingml/2006/main">
              <a:ext uri="{FF2B5EF4-FFF2-40B4-BE49-F238E27FC236}">
                <a16:creationId xmlns:a16="http://schemas.microsoft.com/office/drawing/2014/main" id="{6270C9E9-3809-42B4-8264-8D2EBBFADEA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21205865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4553FE29-9323-42C9-8F25-1113FB1CC13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DDC91E3A-058B-494E-A00A-E6A54F67503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2A013BBD-EB5D-4000-91F7-510CEAA76A2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BEC0942A-5D8A-431F-A208-734AF587659B}"/>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A9F5D0CC-1C45-4081-BFBE-CB0637F798DA}"/>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2D43CB5A-EE58-40BF-9C57-13BFFE5D2A4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7DF2471B-2E8C-4A2C-B866-7EC8FFB4CFC4}"/>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4FE2E8D9-DFFE-4AF4-BC57-6F026402D710}"/>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2E6676F6-6669-4F3C-B8D4-A03FB8BD91C0}"/>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F2548903-12E7-4811-9A30-AF63229B198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DAEB1C78-A517-4181-B9CB-C25C98D545A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F3F8C05D-42B7-4DFF-8979-A4D6AB462735}"/>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36364D44-42C9-4E8A-B103-F586ADAD928B}"/>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95CC2948-0E51-4477-A722-291AC4AAE7C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79685865-DC1E-43F5-A4D1-BEB2C0E81FB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25B71523-EB87-49E1-A2C7-04775128A2D7}"/>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912ACC1C-3FF0-41D8-AEF4-F12BA8B52660}"/>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0D37A35E-8328-40E5-921F-D2AD109C4C82}"/>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082B9826-69F7-4D66-A7F5-84E09F31B7A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84880D00-DC18-4696-9518-6DD4ADE3759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0a225f092254a33"/>
              </a:rPr>
              <a:t>Positive evaluation</a:t>
            </a:r>
          </a:p>
        </p:txBody>
      </p:sp>
      <p:sp>
        <p:nvSpPr>
          <p:cNvPr id="21" name="text-17">
            <a:extLst xmlns:a="http://schemas.openxmlformats.org/drawingml/2006/main">
              <a:ext uri="{FF2B5EF4-FFF2-40B4-BE49-F238E27FC236}">
                <a16:creationId xmlns:a16="http://schemas.microsoft.com/office/drawing/2014/main" id="{C9ABC243-B3B4-4748-BC4D-AAC64519D40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9fd71bd4e0641d6"/>
              </a:rPr>
              <a:t>Negative evaluation</a:t>
            </a:r>
          </a:p>
        </p:txBody>
      </p:sp>
      <p:sp>
        <p:nvSpPr>
          <p:cNvPr id="22" name="text-18">
            <a:extLst xmlns:a="http://schemas.openxmlformats.org/drawingml/2006/main">
              <a:ext uri="{FF2B5EF4-FFF2-40B4-BE49-F238E27FC236}">
                <a16:creationId xmlns:a16="http://schemas.microsoft.com/office/drawing/2014/main" id="{37DB2797-EE92-421A-93B9-A7EF6142B13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b9bab65150444d9"/>
              </a:rPr>
              <a:t>Positive report</a:t>
            </a:r>
          </a:p>
        </p:txBody>
      </p:sp>
      <p:sp>
        <p:nvSpPr>
          <p:cNvPr id="23" name="text-19">
            <a:extLst xmlns:a="http://schemas.openxmlformats.org/drawingml/2006/main">
              <a:ext uri="{FF2B5EF4-FFF2-40B4-BE49-F238E27FC236}">
                <a16:creationId xmlns:a16="http://schemas.microsoft.com/office/drawing/2014/main" id="{C8923BA2-8769-44C5-9BC5-8015288AE14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11136770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9F88F99C-855B-4A3D-B2B3-571E825349A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252EB60E-B14A-4D92-B340-44CF69CBCF7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302DFC8E-75AB-42FF-A290-630D95D0C12D}"/>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E9E072FC-2994-4D43-B550-5F9794E372C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F73AD87A-C3A2-45EC-8B4C-7DC69182AF7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4CF93D0-ECB8-4AD9-8235-9A9EDE1E62B1}"/>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7747F9E4-0FC2-4609-99D7-C6507152BC51}"/>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71BEAF09-B25D-486E-BEA5-1B1F796A9679}"/>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E0D28310-D32B-4771-8EEF-4A6AF4A97F2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059C0297-7413-4F87-9D86-80CDC9A1773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B06E0BCA-E77E-45DB-8B31-66601AAA7DA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AB02F6B-6B20-46FF-B21E-BAEB03CB853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163AF18E-99B5-4573-875E-F12ADDC69B0C}"/>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B6F324CE-2B14-42B8-8AF5-CFB97AC0F40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51242E9-10A4-4AA0-B855-CFD37ED4590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a346be60202499f"/>
              </a:rPr>
              <a:t>Comparator</a:t>
            </a:r>
          </a:p>
        </p:txBody>
      </p:sp>
      <p:sp>
        <p:nvSpPr>
          <p:cNvPr id="16" name="text-12">
            <a:extLst xmlns:a="http://schemas.openxmlformats.org/drawingml/2006/main">
              <a:ext uri="{FF2B5EF4-FFF2-40B4-BE49-F238E27FC236}">
                <a16:creationId xmlns:a16="http://schemas.microsoft.com/office/drawing/2014/main" id="{5969D89B-C156-417A-A782-343E2DE8A4D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d18a6d0712847a3"/>
              </a:rPr>
              <a:t>Evaluation CLI</a:t>
            </a:r>
          </a:p>
        </p:txBody>
      </p:sp>
      <p:sp>
        <p:nvSpPr>
          <p:cNvPr id="17" name="text-13">
            <a:extLst xmlns:a="http://schemas.openxmlformats.org/drawingml/2006/main">
              <a:ext uri="{FF2B5EF4-FFF2-40B4-BE49-F238E27FC236}">
                <a16:creationId xmlns:a16="http://schemas.microsoft.com/office/drawing/2014/main" id="{54FE8FF6-F1CC-4778-BFB0-C7DAC948F27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52a19b4bab54a43"/>
              </a:rPr>
              <a:t>Comparator tests</a:t>
            </a:r>
          </a:p>
        </p:txBody>
      </p:sp>
      <p:sp>
        <p:nvSpPr>
          <p:cNvPr id="18" name="text-14">
            <a:extLst xmlns:a="http://schemas.openxmlformats.org/drawingml/2006/main">
              <a:ext uri="{FF2B5EF4-FFF2-40B4-BE49-F238E27FC236}">
                <a16:creationId xmlns:a16="http://schemas.microsoft.com/office/drawing/2014/main" id="{8C769970-EE15-405B-8DD4-B106E05B205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10650030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54547E3D-1D7B-4936-91D3-60B2A15A81E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3B5E4B54-7861-49BE-8AB2-5FB46A8032A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041B935A-DCB2-40CD-8252-D50D574AD9B4}"/>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8121101-54B0-41D8-857D-B5F7C0536481}"/>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48C5E7DA-7E1D-4F93-ABED-E42AF1FE01B4}"/>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95E090C1-D85B-491B-A842-8CD109D4F2DA}"/>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05CCCA5-0E6B-4681-AC6E-ACF6A2A728C3}"/>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0B7B92DC-1386-48C1-B763-3746A63EFFAD}"/>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C536C847-CA3C-4F92-9C90-93F2F3E32B46}"/>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4A95EAF2-3BBE-43AD-9B59-33DC9888716F}"/>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4236E3-42B6-472B-AE9F-3821A8661A04}"/>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26A7EA14-BD3E-4C13-93F8-836F3DC82FAA}"/>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1388C148-36B1-4181-970D-2BCD095978A9}"/>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8689A971-B984-4A95-AF03-1C37684063B9}"/>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D4CD826-BB5C-4B45-87AA-55D60C478632}"/>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32C62C56-1C7C-4399-99C4-14C066CCBF46}"/>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7FAF92A9-2409-4DE1-9203-EA54896BB7A2}"/>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650702D0-09E8-4A46-BC9A-78955EFFC9B2}"/>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335B39E1-D62B-4F16-B697-8C329E72730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40B0709E-F8B6-492D-BA3E-E0BF6A5E983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1b714bc9ccf471b"/>
              </a:rPr>
              <a:t>Bootstrap</a:t>
            </a:r>
          </a:p>
        </p:txBody>
      </p:sp>
      <p:sp>
        <p:nvSpPr>
          <p:cNvPr id="21" name="text-13">
            <a:extLst xmlns:a="http://schemas.openxmlformats.org/drawingml/2006/main">
              <a:ext uri="{FF2B5EF4-FFF2-40B4-BE49-F238E27FC236}">
                <a16:creationId xmlns:a16="http://schemas.microsoft.com/office/drawing/2014/main" id="{B75F3C8B-AC5F-4807-8D32-F8726EBA36B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64f2c9b66f24e4d"/>
              </a:rPr>
              <a:t>Harness model</a:t>
            </a:r>
          </a:p>
        </p:txBody>
      </p:sp>
      <p:sp>
        <p:nvSpPr>
          <p:cNvPr id="22" name="text-14">
            <a:extLst xmlns:a="http://schemas.openxmlformats.org/drawingml/2006/main">
              <a:ext uri="{FF2B5EF4-FFF2-40B4-BE49-F238E27FC236}">
                <a16:creationId xmlns:a16="http://schemas.microsoft.com/office/drawing/2014/main" id="{7571C8B6-D042-4EA4-B19B-B2B8697084D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0411582d6ca4a4b"/>
              </a:rPr>
              <a:t>Bundle checks</a:t>
            </a:r>
          </a:p>
        </p:txBody>
      </p:sp>
      <p:sp>
        <p:nvSpPr>
          <p:cNvPr id="23" name="text-15">
            <a:extLst xmlns:a="http://schemas.openxmlformats.org/drawingml/2006/main">
              <a:ext uri="{FF2B5EF4-FFF2-40B4-BE49-F238E27FC236}">
                <a16:creationId xmlns:a16="http://schemas.microsoft.com/office/drawing/2014/main" id="{FE18B304-A305-4E43-9487-BA6FDABEC7C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2218889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8FCB6722-52DF-4A87-B31E-58FB5A1C323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1787CF9B-DC5B-438F-B99A-A408D06D950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4E8409D3-4AAF-4378-B808-2B6AC6776EC9}"/>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DCDF001D-A339-489D-9C4A-0E4D9EF3371B}"/>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95429A73-ADF7-43E7-9BC6-32A2DB40D1F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4E309628-B137-4B81-A96A-1D314E374DC0}"/>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B2353CF3-1406-4803-9325-500A9BF0F34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3760BE0C-1F4F-4716-B1B9-11C1EAC3DD5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9D618B6-013C-4B6E-9D45-A449B05342A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18FA3AF3-1377-4289-A054-39403E52920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7070BE8C-B1F4-4E66-836C-B3A1A855C3E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85DDEA1-373B-4356-B769-4233D331040C}"/>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8E12DE08-2520-41CF-890F-10872B2A9081}"/>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EDF8A490-EF4F-482B-9851-4FF0316876AB}"/>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Pablo must observe the actual device run.</a:t>
            </a:r>
          </a:p>
        </p:txBody>
      </p:sp>
      <p:sp>
        <p:nvSpPr>
          <p:cNvPr id="15" name="text-11">
            <a:extLst xmlns:a="http://schemas.openxmlformats.org/drawingml/2006/main">
              <a:ext uri="{FF2B5EF4-FFF2-40B4-BE49-F238E27FC236}">
                <a16:creationId xmlns:a16="http://schemas.microsoft.com/office/drawing/2014/main" id="{57678C48-07A3-4CEB-A089-1F1C805E58B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8AEDBED2-BD1E-443B-8AF5-172D34E71D8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608d39911624d81"/>
              </a:rPr>
              <a:t>Diagnostic scheme</a:t>
            </a:r>
          </a:p>
        </p:txBody>
      </p:sp>
      <p:sp>
        <p:nvSpPr>
          <p:cNvPr id="17" name="text-13">
            <a:extLst xmlns:a="http://schemas.openxmlformats.org/drawingml/2006/main">
              <a:ext uri="{FF2B5EF4-FFF2-40B4-BE49-F238E27FC236}">
                <a16:creationId xmlns:a16="http://schemas.microsoft.com/office/drawing/2014/main" id="{120278AF-10E1-43A9-BA87-F0BA96ECD3B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6c6fcb96f5c446d"/>
              </a:rPr>
              <a:t>Harness export</a:t>
            </a:r>
          </a:p>
        </p:txBody>
      </p:sp>
      <p:sp>
        <p:nvSpPr>
          <p:cNvPr id="18" name="text-14">
            <a:extLst xmlns:a="http://schemas.openxmlformats.org/drawingml/2006/main">
              <a:ext uri="{FF2B5EF4-FFF2-40B4-BE49-F238E27FC236}">
                <a16:creationId xmlns:a16="http://schemas.microsoft.com/office/drawing/2014/main" id="{213322B3-C634-40D2-A23A-BF4645CF46D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3dc85d7f0644d40"/>
              </a:rPr>
              <a:t>Phone verification</a:t>
            </a:r>
          </a:p>
        </p:txBody>
      </p:sp>
      <p:sp>
        <p:nvSpPr>
          <p:cNvPr id="19" name="text-15">
            <a:extLst xmlns:a="http://schemas.openxmlformats.org/drawingml/2006/main">
              <a:ext uri="{FF2B5EF4-FFF2-40B4-BE49-F238E27FC236}">
                <a16:creationId xmlns:a16="http://schemas.microsoft.com/office/drawing/2014/main" id="{389EF6DC-E108-4A53-9FD0-FFD5D3B4227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16205777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9B464913-6D1D-4ECA-B9D9-2F63C7DFC15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62F5F46A-5610-4E9D-8FFF-C6748CE8010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B79F8101-87BC-4748-BED1-868ABBE90CF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85FA364C-7B46-45DA-836F-60141156C23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AD446A68-5E6B-497C-A4A4-56E7982D302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D740F98-7219-48AA-B393-25A5F2C8DCA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ABF95475-51F6-448A-96BA-9C60A1AF2C4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E4F1D622-57EC-487C-A157-61D6B259C36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6A00DAA2-60F3-411E-9DD9-BD7E9086965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930CF835-FFC0-49CB-A447-27B73BA7E56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EBAAA0B0-782A-4B23-B29C-9BA012B0956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6C998C2-B0E0-4AC0-82B5-F84D60FDCF88}"/>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9E24FDBE-4E1A-418E-BE09-D79B05C8DB5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771109B3-3EF2-4982-B7FA-03940D731D13}"/>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412DE77E-1A52-4186-8A98-28BD24FBF0C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A8559D8E-FF84-46A9-85FE-981D79F7035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9e9c889a00f4d49"/>
              </a:rPr>
              <a:t>Harness replay</a:t>
            </a:r>
          </a:p>
        </p:txBody>
      </p:sp>
      <p:sp>
        <p:nvSpPr>
          <p:cNvPr id="17" name="text-13">
            <a:extLst xmlns:a="http://schemas.openxmlformats.org/drawingml/2006/main">
              <a:ext uri="{FF2B5EF4-FFF2-40B4-BE49-F238E27FC236}">
                <a16:creationId xmlns:a16="http://schemas.microsoft.com/office/drawing/2014/main" id="{0E9D0572-4DD0-41C7-BC3C-3395128106A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0f21234ea394f47"/>
              </a:rPr>
              <a:t>Comparator preconditions</a:t>
            </a:r>
          </a:p>
        </p:txBody>
      </p:sp>
      <p:sp>
        <p:nvSpPr>
          <p:cNvPr id="18" name="text-14">
            <a:extLst xmlns:a="http://schemas.openxmlformats.org/drawingml/2006/main">
              <a:ext uri="{FF2B5EF4-FFF2-40B4-BE49-F238E27FC236}">
                <a16:creationId xmlns:a16="http://schemas.microsoft.com/office/drawing/2014/main" id="{4C605847-6BFC-4630-A4AB-DDE2DC3D669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81bcaa5a7d74069"/>
              </a:rPr>
              <a:t>Report resources</a:t>
            </a:r>
          </a:p>
        </p:txBody>
      </p:sp>
      <p:sp>
        <p:nvSpPr>
          <p:cNvPr id="19" name="text-15">
            <a:extLst xmlns:a="http://schemas.openxmlformats.org/drawingml/2006/main">
              <a:ext uri="{FF2B5EF4-FFF2-40B4-BE49-F238E27FC236}">
                <a16:creationId xmlns:a16="http://schemas.microsoft.com/office/drawing/2014/main" id="{195EB494-FE3E-49FC-BA75-CB176F1493B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14126652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805CF9C-83ED-435E-904A-0A02066A170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0FC709EE-8C06-4ACC-BBA8-7BA745205C3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CC1C953C-43BB-4CE4-AB64-2155CBDEB99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F9F47E59-F7E4-4661-BE7D-411448B5DFB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488B0542-45D8-4273-81FF-414FE45D8CD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B0A0D81-E9DD-4589-8C49-B097D1640BC0}"/>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7E1E66CE-74F0-427F-B011-6624DC796E4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7AE3EF3D-A56F-47C5-973B-A63D92329F0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7E397BD-5581-4A54-B306-B805C60A913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EC2B28B6-5287-4A5B-8C2C-641DC998B2A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78C29F83-9612-43B5-A254-0D7312DF10F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2CCA4C2-A6A0-4D85-8992-70345C91E228}"/>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EF277ED1-D76F-414C-8113-FAE490C4948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7119D447-6C20-4FCE-94A7-2E9C63AA81D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06440FE-6D1F-4384-B9F1-808206743FB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5deeda4326d4ae3"/>
              </a:rPr>
              <a:t>Production pipeline</a:t>
            </a:r>
          </a:p>
        </p:txBody>
      </p:sp>
      <p:sp>
        <p:nvSpPr>
          <p:cNvPr id="16" name="text-12">
            <a:extLst xmlns:a="http://schemas.openxmlformats.org/drawingml/2006/main">
              <a:ext uri="{FF2B5EF4-FFF2-40B4-BE49-F238E27FC236}">
                <a16:creationId xmlns:a16="http://schemas.microsoft.com/office/drawing/2014/main" id="{7B54FE09-6FE4-4A33-89D4-DF9F79EE66C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f7526d83cf44d00"/>
              </a:rPr>
              <a:t>Integration suite</a:t>
            </a:r>
          </a:p>
        </p:txBody>
      </p:sp>
      <p:sp>
        <p:nvSpPr>
          <p:cNvPr id="17" name="text-13">
            <a:extLst xmlns:a="http://schemas.openxmlformats.org/drawingml/2006/main">
              <a:ext uri="{FF2B5EF4-FFF2-40B4-BE49-F238E27FC236}">
                <a16:creationId xmlns:a16="http://schemas.microsoft.com/office/drawing/2014/main" id="{29F65B7E-1237-4FB3-A11F-8E40EB551AB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254161b24464523"/>
              </a:rPr>
              <a:t>Package boundaries</a:t>
            </a:r>
          </a:p>
        </p:txBody>
      </p:sp>
      <p:sp>
        <p:nvSpPr>
          <p:cNvPr id="18" name="text-14">
            <a:extLst xmlns:a="http://schemas.openxmlformats.org/drawingml/2006/main">
              <a:ext uri="{FF2B5EF4-FFF2-40B4-BE49-F238E27FC236}">
                <a16:creationId xmlns:a16="http://schemas.microsoft.com/office/drawing/2014/main" id="{ECDF64F5-4226-452E-87D6-E947568A683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2200054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E716AC7-9E77-46E3-94B6-D1876099BCD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61D42DB1-6229-49C7-B52A-9746295507D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90A3A264-2ACB-440E-A0B1-100764A531C9}"/>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A1454E7A-571E-406B-B04A-8DA6A890EAA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6C29DD28-D6F7-4B80-9F79-2842382B7DF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AA378B2-F16C-40C3-85DB-3C3D4A9A3792}"/>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5FC83720-C664-4F17-8886-CE179904017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A83A43B9-0EF1-4B95-8405-1B060F9CB64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077D44E-D7CE-49F1-A734-54F10C6999C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397C65E1-E168-4FC7-B603-6264021CED9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92C5834C-DAA8-4880-A539-EE2F5F547AC7}"/>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3BD49BEA-1547-4160-9DC5-2FDE576208B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9B099F1E-AD9B-44E0-9191-60D6D8ACD07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6891B06F-4C85-46FF-B2C3-6313183928A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1A71DC0-D365-47BC-AA6A-D71A24D5C5E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5c2b0d9151f43b1"/>
              </a:rPr>
              <a:t>Source package</a:t>
            </a:r>
          </a:p>
        </p:txBody>
      </p:sp>
      <p:sp>
        <p:nvSpPr>
          <p:cNvPr id="16" name="text-12">
            <a:extLst xmlns:a="http://schemas.openxmlformats.org/drawingml/2006/main">
              <a:ext uri="{FF2B5EF4-FFF2-40B4-BE49-F238E27FC236}">
                <a16:creationId xmlns:a16="http://schemas.microsoft.com/office/drawing/2014/main" id="{2675E2F0-97AA-4B09-8BB9-43BB8C60E9C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cac100422f046ee"/>
              </a:rPr>
              <a:t>Test package</a:t>
            </a:r>
          </a:p>
        </p:txBody>
      </p:sp>
      <p:sp>
        <p:nvSpPr>
          <p:cNvPr id="17" name="text-13">
            <a:extLst xmlns:a="http://schemas.openxmlformats.org/drawingml/2006/main">
              <a:ext uri="{FF2B5EF4-FFF2-40B4-BE49-F238E27FC236}">
                <a16:creationId xmlns:a16="http://schemas.microsoft.com/office/drawing/2014/main" id="{1597ADD4-1A28-4314-A45A-7BA462211C9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1053091449a4f26"/>
              </a:rPr>
              <a:t>Acceptance record</a:t>
            </a:r>
          </a:p>
        </p:txBody>
      </p:sp>
      <p:sp>
        <p:nvSpPr>
          <p:cNvPr id="18" name="text-14">
            <a:extLst xmlns:a="http://schemas.openxmlformats.org/drawingml/2006/main">
              <a:ext uri="{FF2B5EF4-FFF2-40B4-BE49-F238E27FC236}">
                <a16:creationId xmlns:a16="http://schemas.microsoft.com/office/drawing/2014/main" id="{6BD15B65-0C67-4272-BE6D-C8B514D4080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13760294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2026-09-20T23:12:28.7220000Z</dcterms:created>
  <dcterms:modified xsi:type="dcterms:W3CDTF">2026-09-20T23:12:28.7220000Z</dcterms:modified>
</coreProperties>
</file>